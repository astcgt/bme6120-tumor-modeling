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2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5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slides/charts/chart6.xml" ContentType="application/vnd.openxmlformats-officedocument.drawingml.chart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7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8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9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10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11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12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slides/charts/chart13.xml" ContentType="application/vnd.openxmlformats-officedocument.drawingml.chart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slides/charts/chart14.xml" ContentType="application/vnd.openxmlformats-officedocument.drawingml.chart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slides/charts/chart15.xml" ContentType="application/vnd.openxmlformats-officedocument.drawingml.chart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slides/charts/chart16.xml" ContentType="application/vnd.openxmlformats-officedocument.drawingml.chart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slides/charts/chart17.xml" ContentType="application/vnd.openxmlformats-officedocument.drawingml.chart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slides/charts/chart18.xml" ContentType="application/vnd.openxmlformats-officedocument.drawingml.chart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de77593284a80" /><Relationship Type="http://schemas.openxmlformats.org/officeDocument/2006/relationships/extended-properties" Target="/docProps/app.xml" Id="R6b56553563f7400d" /><Relationship Type="http://schemas.openxmlformats.org/officeDocument/2006/relationships/officeDocument" Target="/ppt/presentation.xml" Id="R309b610465cf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95bd09869c488f"/>
  </p:sldMasterIdLst>
  <p:notesMasterIdLst>
    <p:notesMasterId xmlns:r="http://schemas.openxmlformats.org/officeDocument/2006/relationships" r:id="Re59ee3fd16204af6"/>
  </p:notesMasterIdLst>
  <p:sldIdLst>
    <p:sldId xmlns:r="http://schemas.openxmlformats.org/officeDocument/2006/relationships" id="256" r:id="Rb34c9f99521e4760"/>
    <p:sldId xmlns:r="http://schemas.openxmlformats.org/officeDocument/2006/relationships" id="257" r:id="Re82fd0f4c3aa4002"/>
    <p:sldId xmlns:r="http://schemas.openxmlformats.org/officeDocument/2006/relationships" id="258" r:id="Ra54c342246a145e2"/>
    <p:sldId xmlns:r="http://schemas.openxmlformats.org/officeDocument/2006/relationships" id="259" r:id="R0725e057512948c3"/>
    <p:sldId xmlns:r="http://schemas.openxmlformats.org/officeDocument/2006/relationships" id="260" r:id="R5b7c6c04d4ed4348"/>
    <p:sldId xmlns:r="http://schemas.openxmlformats.org/officeDocument/2006/relationships" id="261" r:id="R23a5e777e8024a7e"/>
    <p:sldId xmlns:r="http://schemas.openxmlformats.org/officeDocument/2006/relationships" id="262" r:id="Racaa225490bc4026"/>
    <p:sldId xmlns:r="http://schemas.openxmlformats.org/officeDocument/2006/relationships" id="263" r:id="R2a2457b2b7e94960"/>
    <p:sldId xmlns:r="http://schemas.openxmlformats.org/officeDocument/2006/relationships" id="264" r:id="R4a9c2be3ec274ef5"/>
    <p:sldId xmlns:r="http://schemas.openxmlformats.org/officeDocument/2006/relationships" id="265" r:id="Rac9c9cc9fdb5413b"/>
    <p:sldId xmlns:r="http://schemas.openxmlformats.org/officeDocument/2006/relationships" id="266" r:id="R5f1568c4eae7449b"/>
    <p:sldId xmlns:r="http://schemas.openxmlformats.org/officeDocument/2006/relationships" id="267" r:id="R5d8b231f039546ad"/>
    <p:sldId xmlns:r="http://schemas.openxmlformats.org/officeDocument/2006/relationships" id="268" r:id="Rb2aa774b10f4498b"/>
    <p:sldId xmlns:r="http://schemas.openxmlformats.org/officeDocument/2006/relationships" id="269" r:id="Raadb02d14a9d4e35"/>
    <p:sldId xmlns:r="http://schemas.openxmlformats.org/officeDocument/2006/relationships" id="270" r:id="R34aa64a3f1aa4206"/>
    <p:sldId xmlns:r="http://schemas.openxmlformats.org/officeDocument/2006/relationships" id="271" r:id="R15de7ae70de94335"/>
    <p:sldId xmlns:r="http://schemas.openxmlformats.org/officeDocument/2006/relationships" id="272" r:id="R2e148c3806b44e56"/>
    <p:sldId xmlns:r="http://schemas.openxmlformats.org/officeDocument/2006/relationships" id="273" r:id="Rc71f831f1ca34744"/>
    <p:sldId xmlns:r="http://schemas.openxmlformats.org/officeDocument/2006/relationships" id="274" r:id="Reaa88d7eb9164b3e"/>
    <p:sldId xmlns:r="http://schemas.openxmlformats.org/officeDocument/2006/relationships" id="275" r:id="Rbcfd87b8402a492b"/>
    <p:sldId xmlns:r="http://schemas.openxmlformats.org/officeDocument/2006/relationships" id="276" r:id="Rbd6b10fb2ffc48c6"/>
    <p:sldId xmlns:r="http://schemas.openxmlformats.org/officeDocument/2006/relationships" id="277" r:id="Rd6eebcf33bc247bb"/>
    <p:sldId xmlns:r="http://schemas.openxmlformats.org/officeDocument/2006/relationships" id="278" r:id="R8837a3396ab243c4"/>
    <p:sldId xmlns:r="http://schemas.openxmlformats.org/officeDocument/2006/relationships" id="279" r:id="R11652435e5494259"/>
    <p:sldId xmlns:r="http://schemas.openxmlformats.org/officeDocument/2006/relationships" id="280" r:id="Rb680811126ed4e07"/>
    <p:sldId xmlns:r="http://schemas.openxmlformats.org/officeDocument/2006/relationships" id="281" r:id="R40cf143e55a44de8"/>
    <p:sldId xmlns:r="http://schemas.openxmlformats.org/officeDocument/2006/relationships" id="282" r:id="R40d66a83994a4c32"/>
    <p:sldId xmlns:r="http://schemas.openxmlformats.org/officeDocument/2006/relationships" id="283" r:id="R763f8f988f734dcc"/>
    <p:sldId xmlns:r="http://schemas.openxmlformats.org/officeDocument/2006/relationships" id="284" r:id="R0e75119cc4eb4657"/>
    <p:sldId xmlns:r="http://schemas.openxmlformats.org/officeDocument/2006/relationships" id="285" r:id="R5d7e6866415c4d60"/>
    <p:sldId xmlns:r="http://schemas.openxmlformats.org/officeDocument/2006/relationships" id="286" r:id="Rfd0846db7c99402b"/>
    <p:sldId xmlns:r="http://schemas.openxmlformats.org/officeDocument/2006/relationships" id="287" r:id="Rfd701116cb87426e"/>
    <p:sldId xmlns:r="http://schemas.openxmlformats.org/officeDocument/2006/relationships" id="288" r:id="R3fe92baf178847f4"/>
    <p:sldId xmlns:r="http://schemas.openxmlformats.org/officeDocument/2006/relationships" id="289" r:id="R99fea179e0834935"/>
    <p:sldId xmlns:r="http://schemas.openxmlformats.org/officeDocument/2006/relationships" id="290" r:id="R64eef60bf2524009"/>
    <p:sldId xmlns:r="http://schemas.openxmlformats.org/officeDocument/2006/relationships" id="291" r:id="R9c13b8c47ed7466c"/>
    <p:sldId xmlns:r="http://schemas.openxmlformats.org/officeDocument/2006/relationships" id="292" r:id="R68de696b79b34bb0"/>
    <p:sldId xmlns:r="http://schemas.openxmlformats.org/officeDocument/2006/relationships" id="293" r:id="R63622351fb494090"/>
    <p:sldId xmlns:r="http://schemas.openxmlformats.org/officeDocument/2006/relationships" id="294" r:id="Rb2f7061c1a5a496c"/>
    <p:sldId xmlns:r="http://schemas.openxmlformats.org/officeDocument/2006/relationships" id="295" r:id="Rf6bdef955a3e4888"/>
    <p:sldId xmlns:r="http://schemas.openxmlformats.org/officeDocument/2006/relationships" id="296" r:id="R95db951a05f2487f"/>
    <p:sldId xmlns:r="http://schemas.openxmlformats.org/officeDocument/2006/relationships" id="297" r:id="R182d39eaf1f947a7"/>
    <p:sldId xmlns:r="http://schemas.openxmlformats.org/officeDocument/2006/relationships" id="298" r:id="R77a78539e1e64e9f"/>
    <p:sldId xmlns:r="http://schemas.openxmlformats.org/officeDocument/2006/relationships" id="299" r:id="Rb3365b389405413f"/>
    <p:sldId xmlns:r="http://schemas.openxmlformats.org/officeDocument/2006/relationships" id="300" r:id="R1a12153b57ac49e1"/>
    <p:sldId xmlns:r="http://schemas.openxmlformats.org/officeDocument/2006/relationships" id="301" r:id="Rfa736018a469441d"/>
    <p:sldId xmlns:r="http://schemas.openxmlformats.org/officeDocument/2006/relationships" id="302" r:id="R8aacb5008c2c42ad"/>
    <p:sldId xmlns:r="http://schemas.openxmlformats.org/officeDocument/2006/relationships" id="303" r:id="R61c9fd012f0841df"/>
    <p:sldId xmlns:r="http://schemas.openxmlformats.org/officeDocument/2006/relationships" id="304" r:id="R616fb74662364ed0"/>
    <p:sldId xmlns:r="http://schemas.openxmlformats.org/officeDocument/2006/relationships" id="305" r:id="R3992e480f58e4aac"/>
    <p:sldId xmlns:r="http://schemas.openxmlformats.org/officeDocument/2006/relationships" id="306" r:id="R449f6dfd67524832"/>
    <p:sldId xmlns:r="http://schemas.openxmlformats.org/officeDocument/2006/relationships" id="307" r:id="R8b7e11797d654b01"/>
    <p:sldId xmlns:r="http://schemas.openxmlformats.org/officeDocument/2006/relationships" id="308" r:id="Rb252f54eac804f96"/>
    <p:sldId xmlns:r="http://schemas.openxmlformats.org/officeDocument/2006/relationships" id="309" r:id="R903452223e084e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ed523352443ec" /><Relationship Type="http://schemas.openxmlformats.org/officeDocument/2006/relationships/slideMaster" Target="/ppt/slideMasters/slideMaster1.xml" Id="Raf95bd09869c488f" /><Relationship Type="http://schemas.openxmlformats.org/officeDocument/2006/relationships/notesMaster" Target="/ppt/notesMasters/notesMaster1.xml" Id="Re59ee3fd16204af6" /><Relationship Type="http://schemas.openxmlformats.org/officeDocument/2006/relationships/presProps" Target="/ppt/presProps.xml" Id="R68d7ae973f034b45" /><Relationship Type="http://schemas.openxmlformats.org/officeDocument/2006/relationships/tableStyles" Target="/ppt/tableStyles.xml" Id="R77b7a2db0e1f42cc" /><Relationship Type="http://schemas.openxmlformats.org/officeDocument/2006/relationships/slide" Target="/ppt/slides/slide1.xml" Id="Rb34c9f99521e4760" /><Relationship Type="http://schemas.openxmlformats.org/officeDocument/2006/relationships/slide" Target="/ppt/slides/slide2.xml" Id="Re82fd0f4c3aa4002" /><Relationship Type="http://schemas.openxmlformats.org/officeDocument/2006/relationships/slide" Target="/ppt/slides/slide3.xml" Id="Ra54c342246a145e2" /><Relationship Type="http://schemas.openxmlformats.org/officeDocument/2006/relationships/slide" Target="/ppt/slides/slide4.xml" Id="R0725e057512948c3" /><Relationship Type="http://schemas.openxmlformats.org/officeDocument/2006/relationships/slide" Target="/ppt/slides/slide5.xml" Id="R5b7c6c04d4ed4348" /><Relationship Type="http://schemas.openxmlformats.org/officeDocument/2006/relationships/slide" Target="/ppt/slides/slide6.xml" Id="R23a5e777e8024a7e" /><Relationship Type="http://schemas.openxmlformats.org/officeDocument/2006/relationships/slide" Target="/ppt/slides/slide7.xml" Id="Racaa225490bc4026" /><Relationship Type="http://schemas.openxmlformats.org/officeDocument/2006/relationships/slide" Target="/ppt/slides/slide8.xml" Id="R2a2457b2b7e94960" /><Relationship Type="http://schemas.openxmlformats.org/officeDocument/2006/relationships/slide" Target="/ppt/slides/slide9.xml" Id="R4a9c2be3ec274ef5" /><Relationship Type="http://schemas.openxmlformats.org/officeDocument/2006/relationships/slide" Target="/ppt/slides/slide10.xml" Id="Rac9c9cc9fdb5413b" /><Relationship Type="http://schemas.openxmlformats.org/officeDocument/2006/relationships/slide" Target="/ppt/slides/slide11.xml" Id="R5f1568c4eae7449b" /><Relationship Type="http://schemas.openxmlformats.org/officeDocument/2006/relationships/slide" Target="/ppt/slides/slide12.xml" Id="R5d8b231f039546ad" /><Relationship Type="http://schemas.openxmlformats.org/officeDocument/2006/relationships/slide" Target="/ppt/slides/slide13.xml" Id="Rb2aa774b10f4498b" /><Relationship Type="http://schemas.openxmlformats.org/officeDocument/2006/relationships/slide" Target="/ppt/slides/slide14.xml" Id="Raadb02d14a9d4e35" /><Relationship Type="http://schemas.openxmlformats.org/officeDocument/2006/relationships/slide" Target="/ppt/slides/slide15.xml" Id="R34aa64a3f1aa4206" /><Relationship Type="http://schemas.openxmlformats.org/officeDocument/2006/relationships/slide" Target="/ppt/slides/slide16.xml" Id="R15de7ae70de94335" /><Relationship Type="http://schemas.openxmlformats.org/officeDocument/2006/relationships/slide" Target="/ppt/slides/slide17.xml" Id="R2e148c3806b44e56" /><Relationship Type="http://schemas.openxmlformats.org/officeDocument/2006/relationships/slide" Target="/ppt/slides/slide18.xml" Id="Rc71f831f1ca34744" /><Relationship Type="http://schemas.openxmlformats.org/officeDocument/2006/relationships/slide" Target="/ppt/slides/slide19.xml" Id="Reaa88d7eb9164b3e" /><Relationship Type="http://schemas.openxmlformats.org/officeDocument/2006/relationships/slide" Target="/ppt/slides/slide20.xml" Id="Rbcfd87b8402a492b" /><Relationship Type="http://schemas.openxmlformats.org/officeDocument/2006/relationships/slide" Target="/ppt/slides/slide21.xml" Id="Rbd6b10fb2ffc48c6" /><Relationship Type="http://schemas.openxmlformats.org/officeDocument/2006/relationships/slide" Target="/ppt/slides/slide22.xml" Id="Rd6eebcf33bc247bb" /><Relationship Type="http://schemas.openxmlformats.org/officeDocument/2006/relationships/slide" Target="/ppt/slides/slide23.xml" Id="R8837a3396ab243c4" /><Relationship Type="http://schemas.openxmlformats.org/officeDocument/2006/relationships/slide" Target="/ppt/slides/slide24.xml" Id="R11652435e5494259" /><Relationship Type="http://schemas.openxmlformats.org/officeDocument/2006/relationships/slide" Target="/ppt/slides/slide25.xml" Id="Rb680811126ed4e07" /><Relationship Type="http://schemas.openxmlformats.org/officeDocument/2006/relationships/slide" Target="/ppt/slides/slide26.xml" Id="R40cf143e55a44de8" /><Relationship Type="http://schemas.openxmlformats.org/officeDocument/2006/relationships/slide" Target="/ppt/slides/slide27.xml" Id="R40d66a83994a4c32" /><Relationship Type="http://schemas.openxmlformats.org/officeDocument/2006/relationships/slide" Target="/ppt/slides/slide28.xml" Id="R763f8f988f734dcc" /><Relationship Type="http://schemas.openxmlformats.org/officeDocument/2006/relationships/slide" Target="/ppt/slides/slide29.xml" Id="R0e75119cc4eb4657" /><Relationship Type="http://schemas.openxmlformats.org/officeDocument/2006/relationships/slide" Target="/ppt/slides/slide30.xml" Id="R5d7e6866415c4d60" /><Relationship Type="http://schemas.openxmlformats.org/officeDocument/2006/relationships/slide" Target="/ppt/slides/slide31.xml" Id="Rfd0846db7c99402b" /><Relationship Type="http://schemas.openxmlformats.org/officeDocument/2006/relationships/slide" Target="/ppt/slides/slide32.xml" Id="Rfd701116cb87426e" /><Relationship Type="http://schemas.openxmlformats.org/officeDocument/2006/relationships/slide" Target="/ppt/slides/slide33.xml" Id="R3fe92baf178847f4" /><Relationship Type="http://schemas.openxmlformats.org/officeDocument/2006/relationships/slide" Target="/ppt/slides/slide34.xml" Id="R99fea179e0834935" /><Relationship Type="http://schemas.openxmlformats.org/officeDocument/2006/relationships/slide" Target="/ppt/slides/slide35.xml" Id="R64eef60bf2524009" /><Relationship Type="http://schemas.openxmlformats.org/officeDocument/2006/relationships/slide" Target="/ppt/slides/slide36.xml" Id="R9c13b8c47ed7466c" /><Relationship Type="http://schemas.openxmlformats.org/officeDocument/2006/relationships/slide" Target="/ppt/slides/slide37.xml" Id="R68de696b79b34bb0" /><Relationship Type="http://schemas.openxmlformats.org/officeDocument/2006/relationships/slide" Target="/ppt/slides/slide38.xml" Id="R63622351fb494090" /><Relationship Type="http://schemas.openxmlformats.org/officeDocument/2006/relationships/slide" Target="/ppt/slides/slide39.xml" Id="Rb2f7061c1a5a496c" /><Relationship Type="http://schemas.openxmlformats.org/officeDocument/2006/relationships/slide" Target="/ppt/slides/slide40.xml" Id="Rf6bdef955a3e4888" /><Relationship Type="http://schemas.openxmlformats.org/officeDocument/2006/relationships/slide" Target="/ppt/slides/slide41.xml" Id="R95db951a05f2487f" /><Relationship Type="http://schemas.openxmlformats.org/officeDocument/2006/relationships/slide" Target="/ppt/slides/slide42.xml" Id="R182d39eaf1f947a7" /><Relationship Type="http://schemas.openxmlformats.org/officeDocument/2006/relationships/slide" Target="/ppt/slides/slide43.xml" Id="R77a78539e1e64e9f" /><Relationship Type="http://schemas.openxmlformats.org/officeDocument/2006/relationships/slide" Target="/ppt/slides/slide44.xml" Id="Rb3365b389405413f" /><Relationship Type="http://schemas.openxmlformats.org/officeDocument/2006/relationships/slide" Target="/ppt/slides/slide45.xml" Id="R1a12153b57ac49e1" /><Relationship Type="http://schemas.openxmlformats.org/officeDocument/2006/relationships/slide" Target="/ppt/slides/slide46.xml" Id="Rfa736018a469441d" /><Relationship Type="http://schemas.openxmlformats.org/officeDocument/2006/relationships/slide" Target="/ppt/slides/slide47.xml" Id="R8aacb5008c2c42ad" /><Relationship Type="http://schemas.openxmlformats.org/officeDocument/2006/relationships/slide" Target="/ppt/slides/slide48.xml" Id="R61c9fd012f0841df" /><Relationship Type="http://schemas.openxmlformats.org/officeDocument/2006/relationships/slide" Target="/ppt/slides/slide49.xml" Id="R616fb74662364ed0" /><Relationship Type="http://schemas.openxmlformats.org/officeDocument/2006/relationships/slide" Target="/ppt/slides/slide50.xml" Id="R3992e480f58e4aac" /><Relationship Type="http://schemas.openxmlformats.org/officeDocument/2006/relationships/slide" Target="/ppt/slides/slide51.xml" Id="R449f6dfd67524832" /><Relationship Type="http://schemas.openxmlformats.org/officeDocument/2006/relationships/slide" Target="/ppt/slides/slide52.xml" Id="R8b7e11797d654b01" /><Relationship Type="http://schemas.openxmlformats.org/officeDocument/2006/relationships/slide" Target="/ppt/slides/slide53.xml" Id="Rb252f54eac804f96" /><Relationship Type="http://schemas.openxmlformats.org/officeDocument/2006/relationships/slide" Target="/ppt/slides/slide54.xml" Id="R903452223e08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a5ebf56fa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40e5a78b64436" /><Relationship Type="http://schemas.openxmlformats.org/officeDocument/2006/relationships/notesMaster" Target="/ppt/notesMasters/notesMaster1.xml" Id="R1a16d264442d46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5c5d17afb4d42" /><Relationship Type="http://schemas.openxmlformats.org/officeDocument/2006/relationships/notesMaster" Target="/ppt/notesMasters/notesMaster1.xml" Id="R0c519712cd2c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175e5b28d44a1" /><Relationship Type="http://schemas.openxmlformats.org/officeDocument/2006/relationships/notesMaster" Target="/ppt/notesMasters/notesMaster1.xml" Id="R4bd867b2516c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7343479ffc42ec" /><Relationship Type="http://schemas.openxmlformats.org/officeDocument/2006/relationships/notesMaster" Target="/ppt/notesMasters/notesMaster1.xml" Id="Rd82d2ab15d3e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e06e2ed6944ac" /><Relationship Type="http://schemas.openxmlformats.org/officeDocument/2006/relationships/notesMaster" Target="/ppt/notesMasters/notesMaster1.xml" Id="R54abfabd65a2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b5d210a0d44fe" /><Relationship Type="http://schemas.openxmlformats.org/officeDocument/2006/relationships/notesMaster" Target="/ppt/notesMasters/notesMaster1.xml" Id="R5cb981ce47484d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958dcee9c24dd3" /><Relationship Type="http://schemas.openxmlformats.org/officeDocument/2006/relationships/notesMaster" Target="/ppt/notesMasters/notesMaster1.xml" Id="Rb2fb7ffe06a348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d7b41791a44715" /><Relationship Type="http://schemas.openxmlformats.org/officeDocument/2006/relationships/notesMaster" Target="/ppt/notesMasters/notesMaster1.xml" Id="R106ddb256b87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b3f916c8284d5e" /><Relationship Type="http://schemas.openxmlformats.org/officeDocument/2006/relationships/notesMaster" Target="/ppt/notesMasters/notesMaster1.xml" Id="R36e7c1f36e1544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d6f1e211384029" /><Relationship Type="http://schemas.openxmlformats.org/officeDocument/2006/relationships/notesMaster" Target="/ppt/notesMasters/notesMaster1.xml" Id="R54296ea1cc4b4d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68158524dc47ad" /><Relationship Type="http://schemas.openxmlformats.org/officeDocument/2006/relationships/notesMaster" Target="/ppt/notesMasters/notesMaster1.xml" Id="R66ea86ed74414a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5c5063ba9d43bf" /><Relationship Type="http://schemas.openxmlformats.org/officeDocument/2006/relationships/notesMaster" Target="/ppt/notesMasters/notesMaster1.xml" Id="R5ad42a6785084d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e2fde7bb01403d" /><Relationship Type="http://schemas.openxmlformats.org/officeDocument/2006/relationships/notesMaster" Target="/ppt/notesMasters/notesMaster1.xml" Id="R8abe4e6b8fd642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b206a687254345" /><Relationship Type="http://schemas.openxmlformats.org/officeDocument/2006/relationships/notesMaster" Target="/ppt/notesMasters/notesMaster1.xml" Id="R2cb21f92a62e4c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1f0fc5c27042a9" /><Relationship Type="http://schemas.openxmlformats.org/officeDocument/2006/relationships/notesMaster" Target="/ppt/notesMasters/notesMaster1.xml" Id="Rc8a370b6eed748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c69b7218d345cb" /><Relationship Type="http://schemas.openxmlformats.org/officeDocument/2006/relationships/notesMaster" Target="/ppt/notesMasters/notesMaster1.xml" Id="R1f0edb0ad0024c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3a79697c074c51" /><Relationship Type="http://schemas.openxmlformats.org/officeDocument/2006/relationships/notesMaster" Target="/ppt/notesMasters/notesMaster1.xml" Id="Rde13281202a247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8eabea50624ef5" /><Relationship Type="http://schemas.openxmlformats.org/officeDocument/2006/relationships/notesMaster" Target="/ppt/notesMasters/notesMaster1.xml" Id="R93aa15cd95544f2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7aa3a0f0f04e08" /><Relationship Type="http://schemas.openxmlformats.org/officeDocument/2006/relationships/notesMaster" Target="/ppt/notesMasters/notesMaster1.xml" Id="Rb90206cd504d42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99866a038846fd" /><Relationship Type="http://schemas.openxmlformats.org/officeDocument/2006/relationships/notesMaster" Target="/ppt/notesMasters/notesMaster1.xml" Id="R4b84d765109249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3471818865450e" /><Relationship Type="http://schemas.openxmlformats.org/officeDocument/2006/relationships/notesMaster" Target="/ppt/notesMasters/notesMaster1.xml" Id="R29acfe382ac84b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101de0b61b4ac8" /><Relationship Type="http://schemas.openxmlformats.org/officeDocument/2006/relationships/notesMaster" Target="/ppt/notesMasters/notesMaster1.xml" Id="R51394cf99a3a44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4c4ff615f23459c" /><Relationship Type="http://schemas.openxmlformats.org/officeDocument/2006/relationships/notesMaster" Target="/ppt/notesMasters/notesMaster1.xml" Id="R3b3b2f09550b4b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23c4d772d74d0f" /><Relationship Type="http://schemas.openxmlformats.org/officeDocument/2006/relationships/notesMaster" Target="/ppt/notesMasters/notesMaster1.xml" Id="Rbfabf3e9412344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fbf826f04024bb8" /><Relationship Type="http://schemas.openxmlformats.org/officeDocument/2006/relationships/notesMaster" Target="/ppt/notesMasters/notesMaster1.xml" Id="R5958021c95274b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aac69b511b46f8" /><Relationship Type="http://schemas.openxmlformats.org/officeDocument/2006/relationships/notesMaster" Target="/ppt/notesMasters/notesMaster1.xml" Id="R5b2151eefe2a4c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e9cb3cc0a3c499b" /><Relationship Type="http://schemas.openxmlformats.org/officeDocument/2006/relationships/notesMaster" Target="/ppt/notesMasters/notesMaster1.xml" Id="Refb2f292cc2446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ffbaece6424803" /><Relationship Type="http://schemas.openxmlformats.org/officeDocument/2006/relationships/notesMaster" Target="/ppt/notesMasters/notesMaster1.xml" Id="R4d5e2f5838864d9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d9cbaa593148ab" /><Relationship Type="http://schemas.openxmlformats.org/officeDocument/2006/relationships/notesMaster" Target="/ppt/notesMasters/notesMaster1.xml" Id="R725a1244799048c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05c36d0f474f30" /><Relationship Type="http://schemas.openxmlformats.org/officeDocument/2006/relationships/notesMaster" Target="/ppt/notesMasters/notesMaster1.xml" Id="R941a7c065a48447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e2096e0ae94e4a" /><Relationship Type="http://schemas.openxmlformats.org/officeDocument/2006/relationships/notesMaster" Target="/ppt/notesMasters/notesMaster1.xml" Id="R9385f993f093482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8e7a1bf9624487f" /><Relationship Type="http://schemas.openxmlformats.org/officeDocument/2006/relationships/notesMaster" Target="/ppt/notesMasters/notesMaster1.xml" Id="R62ff99761aaf4aa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294fe5ee2c41b7" /><Relationship Type="http://schemas.openxmlformats.org/officeDocument/2006/relationships/notesMaster" Target="/ppt/notesMasters/notesMaster1.xml" Id="R01751547b3dd4d3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56aa0061c1a416d" /><Relationship Type="http://schemas.openxmlformats.org/officeDocument/2006/relationships/notesMaster" Target="/ppt/notesMasters/notesMaster1.xml" Id="R7469b2d917ef49d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db36e731ec44416" /><Relationship Type="http://schemas.openxmlformats.org/officeDocument/2006/relationships/notesMaster" Target="/ppt/notesMasters/notesMaster1.xml" Id="Rf4b5d6ee62074a9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dbc2871a064fd4" /><Relationship Type="http://schemas.openxmlformats.org/officeDocument/2006/relationships/notesMaster" Target="/ppt/notesMasters/notesMaster1.xml" Id="Rd8af91288916491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fcc2cca1ad4476d" /><Relationship Type="http://schemas.openxmlformats.org/officeDocument/2006/relationships/notesMaster" Target="/ppt/notesMasters/notesMaster1.xml" Id="R3318d197a3694f1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811fff75534cc6" /><Relationship Type="http://schemas.openxmlformats.org/officeDocument/2006/relationships/notesMaster" Target="/ppt/notesMasters/notesMaster1.xml" Id="R7519592ab1c64cb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2c3e3a621e24b23" /><Relationship Type="http://schemas.openxmlformats.org/officeDocument/2006/relationships/notesMaster" Target="/ppt/notesMasters/notesMaster1.xml" Id="R2f67e950c7c641a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b890dc541344d44" /><Relationship Type="http://schemas.openxmlformats.org/officeDocument/2006/relationships/notesMaster" Target="/ppt/notesMasters/notesMaster1.xml" Id="R8409cd9e7a98487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ea68a80ca8b4239" /><Relationship Type="http://schemas.openxmlformats.org/officeDocument/2006/relationships/notesMaster" Target="/ppt/notesMasters/notesMaster1.xml" Id="Rcf70891dcbef4ca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a2e480e719245c7" /><Relationship Type="http://schemas.openxmlformats.org/officeDocument/2006/relationships/notesMaster" Target="/ppt/notesMasters/notesMaster1.xml" Id="R805df6fce11a4de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4bb750e7af54997" /><Relationship Type="http://schemas.openxmlformats.org/officeDocument/2006/relationships/notesMaster" Target="/ppt/notesMasters/notesMaster1.xml" Id="R88c89d5b1ed247f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47ae7702d464436" /><Relationship Type="http://schemas.openxmlformats.org/officeDocument/2006/relationships/notesMaster" Target="/ppt/notesMasters/notesMaster1.xml" Id="R990770a543204df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c183bd91f5545c0" /><Relationship Type="http://schemas.openxmlformats.org/officeDocument/2006/relationships/notesMaster" Target="/ppt/notesMasters/notesMaster1.xml" Id="R0997f07d782c4d2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1fb97e861f4835" /><Relationship Type="http://schemas.openxmlformats.org/officeDocument/2006/relationships/notesMaster" Target="/ppt/notesMasters/notesMaster1.xml" Id="R8ceff23b830c4df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9fd95f9bd1d4233" /><Relationship Type="http://schemas.openxmlformats.org/officeDocument/2006/relationships/notesMaster" Target="/ppt/notesMasters/notesMaster1.xml" Id="R42e53c6a25734a8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2e3802b6d004cb4" /><Relationship Type="http://schemas.openxmlformats.org/officeDocument/2006/relationships/notesMaster" Target="/ppt/notesMasters/notesMaster1.xml" Id="R09df4d5152da44c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6cdebcf0dbd424b" /><Relationship Type="http://schemas.openxmlformats.org/officeDocument/2006/relationships/notesMaster" Target="/ppt/notesMasters/notesMaster1.xml" Id="Re02f4efac26a43f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225dc9ba38e43ae" /><Relationship Type="http://schemas.openxmlformats.org/officeDocument/2006/relationships/notesMaster" Target="/ppt/notesMasters/notesMaster1.xml" Id="Re51ca90d1c5b4eb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e5b9308d9d94aac" /><Relationship Type="http://schemas.openxmlformats.org/officeDocument/2006/relationships/notesMaster" Target="/ppt/notesMasters/notesMaster1.xml" Id="Rdd3460b124d1488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3cb3e61c1114200" /><Relationship Type="http://schemas.openxmlformats.org/officeDocument/2006/relationships/notesMaster" Target="/ppt/notesMasters/notesMaster1.xml" Id="Rd7507d7c6daf4b3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e2db1347610417d" /><Relationship Type="http://schemas.openxmlformats.org/officeDocument/2006/relationships/notesMaster" Target="/ppt/notesMasters/notesMaster1.xml" Id="Rb49dfaa20a2f430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7276a48c6654212" /><Relationship Type="http://schemas.openxmlformats.org/officeDocument/2006/relationships/notesMaster" Target="/ppt/notesMasters/notesMaster1.xml" Id="R3eb58138058b45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以實作為主線。先建立資料與參數的語意，再追蹤simulate的一代更新，接著理解突變抽樣與Markov核，最後追溯結果、統計處理與測試。所有數學在對應概念頁直接說明，沒有附錄。結果沿用已核對的30次模擬資料。</a:t>
            </a:r>
          </a:p>
          <a:p xmlns:a="http://schemas.openxmlformats.org/drawingml/2006/main">
            <a:r>
              <a:t>LaTeX source: S_t=(\mathbf{N}_t,A_t),\qquad S_{t+1}\mid S_t=s\sim P(s,\cdot)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開場圖只看總量，先提出下降後回升的研究問題。資料是TSG twohit、IL11off，30次trial，前30代完整觀察。曲線是log10總量加1之後的中位與百分位；治療各trial各自達門檻後開始。本圖本身不能回答是什麼基因型再擴張，需由接下來的程式規則與組成圖解釋。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run_metadata.json。參數為教學假設，未用臨床資料校準。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.py只有模型：Config集中參數，Result承載單次試驗；driver_count、suppressor_loss把基因型轉為表型，growth_probabilities把表型轉為機率，il11_environment計算共享環境；simulate執行同步更新，mutate_offspring重新分類子代，summarize計算統計，therapy_outcome判讀復發。experiments.py用不同設定重複呼叫simulate並彙整結果、讀寫CSV；analysis.py放由規則推出的理論公式，例如期望子代、分枝過程滅絕機率與相圖向量場；plot_*.py只畫圖。main.py依序執行results、model、phase、genotype、therapy五個步驟。解釋程式時只需要先讀simulation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simulation.py, experiments.py, analysis.py, main.py。參數為教學假設，未用臨床資料校準。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使用不可變dataclass。n_genes是基因座數，而非總位元數。driver三個位點、resistance一個位點、TSG兩個位點和IL11一個保留位點互不重疊。validate檢查每個機率，以及三子代機率加總不超過1。更換設定使用dataclasses.replace，不修改原config。這些是模型假設，不是估計的病人參數。</a:t>
            </a:r>
          </a:p>
          <a:p xmlns:a="http://schemas.openxmlformats.org/drawingml/2006/main">
            <a:r>
              <a:t>LaTeX source: \mu=0.001,\quad d_0=0.30,\quad q_0=0.04,\quad N_0=100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simulation.py:24-28, simulation.py:41-45, simulation.py:52-52。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population={0:90,8:10}表示90個未突變細胞與10個抗藥細胞。整數8的二進位第3位為1，因此具有resistance_gene=3。初始基因型0並不是第0個細胞，而是所有位元為0的基因型。字典副本避免後續更新污染已保存的快照。這是基因型計數，不追蹤每個細胞的家系。</a:t>
            </a:r>
          </a:p>
          <a:p xmlns:a="http://schemas.openxmlformats.org/drawingml/2006/main">
            <a:r>
              <a:t>LaTeX source: \mathbf{N}_t=(N_{g,t})_g,\qquad T_t=\sum_gN_{g,t}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simulation.py:296-297, simulation.py:305-308。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driver_count針對config.driver_genes中的位點把布林結果加總。bool(genotype &amp; mask)判定該位元是否非零。1&lt;&lt;index生成單位元遮罩。位元OR會保留已有突變，因此不可逆突變可以自然表示。抗藥突變本身不增加growth_probabilities中的生長優勢。</a:t>
            </a:r>
          </a:p>
          <a:p xmlns:a="http://schemas.openxmlformats.org/drawingml/2006/main">
            <a:r>
              <a:t>LaTeX source: I_R(g)=\mathbf{1}\{\mathrm{bit}_3(g)=1\},\qquad 9=2^0+2^3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simulation.py:139-141。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=config.n_genes+config.suppressor_genes.index(gene)，把TSG的第二等位基因放在20和21。suppressor_alleles把兩個位元各轉成0/1再相加。例(1&lt;&lt;4)|(1&lt;&lt;5)對two-hit為False，而(1&lt;&lt;4)|(1&lt;&lt;20)為True。one-hit條件h=1表示任一等位基因失活即可，不改變基因組大小。總位元L=20+2=22。</a:t>
            </a:r>
          </a:p>
          <a:p xmlns:a="http://schemas.openxmlformats.org/drawingml/2006/main">
            <a:r>
              <a:t>LaTeX source: I_T(g)=\mathbf{1}\{\exists j:\ a_j(g)\geq h\},\qquad h\in\{1,2\}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simulation.py:144-148, simulation.py:151-155。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ogene和suppressor是布林值，Python乘法將它們當0或1。driver達門檻降低死亡0.08並增加三子代機率0.12；TSG達門檻另加相同效果。不是每多一個driver就反覆加成。driver_hits預設1，因此任一oncogene可達標。基準均值1.428，單類優勢均值0.78*2.16=1.6848，兩類優勢0.86*2.28=1.9608。</a:t>
            </a:r>
          </a:p>
          <a:p xmlns:a="http://schemas.openxmlformats.org/drawingml/2006/main">
            <a:r>
              <a:t>LaTeX source: d_g=\max\{0,0.30-0.08I_O(g)-0.08I_T(g)-b\},\quad q_g=0.04+0.12I_O(g)+0.12I_T(g)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simulation.py:163-171, simulation.py:176-181。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勻混合假設讓非生產者也獲得相同死亡降低。半飽和參數K=0.02，當f=K時b=bmax/2。il11_environment在每一代繁殖前呼叫一次。新子代突變在最後一步發生，所以新生產者不會回頭改變這一代已執行的存活抽樣。開關OFF保留第6位作passenger，以保持相同突變機會。</a:t>
            </a:r>
          </a:p>
          <a:p xmlns:a="http://schemas.openxmlformats.org/drawingml/2006/main">
            <a:r>
              <a:t>LaTeX source: f_t=\frac{\sum_g N_{g,t}I_{IL11}(g)}{T_t},\qquad b_t=\frac{0.06f_t}{0.02+f_t}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simulation.py:187-199。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e使用同步世代。記錄t代，檢查停止條件，依當前總量更新治療開關，計算IL11，再對所有父基因型存活與分裂，最後讓全部子代突變。新一代完全取代父代。把這個順序讀清楚可以避免把新突變誤當成本次存活的原因。</a:t>
            </a:r>
          </a:p>
          <a:p xmlns:a="http://schemas.openxmlformats.org/drawingml/2006/main">
            <a:r>
              <a:t>LaTeX source: S_t\longmapsto (\alpha_t,b_t)\longmapsto (U_g,V_g,B_g)_g\longmapsto\mathbf{N}_{t+1}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止檢查在治療開關更新之前，已停止的族群不再繁殖。max_cells不是硬截斷細胞數，若上一代更新產生超過上限的細胞，程式保留完整該代再停止。計算上限不是生物吸收狀態。執行鏈若需要時間齊次狀態，可擴充(N,A,t,C)，其中C保存執行或停止模式。</a:t>
            </a:r>
          </a:p>
          <a:p xmlns:a="http://schemas.openxmlformats.org/drawingml/2006/main">
            <a:r>
              <a:t>LaTeX source: \tau=\inf\{t:T_t=0\ \mathrm{or}\ T_t\geq T_{\rm target}\ \mathrm{or}\ T_t\geq T_{\max}\ \mathrm{or}\ t=G\}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simulation.py:310-320。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therapy_generation記錄首次啟動的當前generation。transition t到t+1使用剛更新的治療控制alpha。門檻以下若先前已治療仍繼續，因為therapy_generation不會重設None。自然存活與治療存活相乘，不能直接把兩種死亡率相加。基準敏感死亡delta=1-.7*.1=.93，抗藥delta=1-.7*.96=.328。</a:t>
            </a:r>
          </a:p>
          <a:p xmlns:a="http://schemas.openxmlformats.org/drawingml/2006/main">
            <a:r>
              <a:t>LaTeX source: \alpha_t=A_t\vee\mathbf{1}\{\mathrm{therapy}\wedge T_t\geq20000\},\quad\delta_g=1-(1-d_g)(1-\alpha_t k_g)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simulation.py:322-328, simulation.py:345-345, simulation.py:351-356。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A是當前門檻更新前的持續治療狀態，alpha為本次transition的治療狀態。完整狀態必須有A，因為下降到門檻以下後仍保持治療。停止模式C屬於程式控制，而非所有條件都是生物吸收。</a:t>
            </a:r>
          </a:p>
          <a:p xmlns:a="http://schemas.openxmlformats.org/drawingml/2006/main">
            <a:r>
              <a:t>LaTeX source: S_t=(\mathbf{N}_t,A_t),\qquad A_{t+1}=\alpha_t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條件於state，父細胞死亡和分裂獨立同分布。第一次Binomial抽存活數，第二次在存活者中抽三子代數，故第二次試驗數是survivors而非count。每個存活者基準產生2個子代，三子代者再多1。U=0時V=0，沒有父代存活便不留下後代。每類使用批次Binomial與逐細胞Bernoulli在分布上等價。</a:t>
            </a:r>
          </a:p>
          <a:p xmlns:a="http://schemas.openxmlformats.org/drawingml/2006/main">
            <a:r>
              <a:t>LaTeX source: U_g\sim\mathrm{Bin}(n_g,1-\delta_g),\quad V_g\mid U_g\sim\mathrm{Bin}(U_g,q_g),\quad B_g=2U_g+V_g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simulation.py:347-347, simulation.py:358-363。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準未治療delta=.3、q=.04。單個父細胞有0個子代的機率.3，2個子代.7*.96=.672，3個子代.7*.04=.028。均值0+2*.672+3*.028=1.428。治療下敏感均值.07*2.04=.1428，抗藥.672*2.04=1.37088，因而有選擇差異。期望不是一次試驗的必然細胞數。</a:t>
            </a:r>
          </a:p>
          <a:p xmlns:a="http://schemas.openxmlformats.org/drawingml/2006/main">
            <a:r>
              <a:t>LaTeX source: m_g(s)=\mathrm{E}[B_g^{(1)}\mid s]=(1-\delta_g(s))(2+q_g)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在函數入口先複製，updated在每一個gene開始時再複製。從舊population讀，向updated寫，避免本輪新基因型再處理同一個位元。當進入下一個gene時已接收前一輪更新，因此可在同一代新增兩個或更多不同位元。已為1的位元跳過，不允許回復突變。算法生成與每個子代每個未突變位元獨立Bernoulli相同的聯合分布。</a:t>
            </a:r>
          </a:p>
          <a:p xmlns:a="http://schemas.openxmlformats.org/drawingml/2006/main">
            <a:r>
              <a:t>LaTeX source: X_{g,j}\sim\mathrm{Bin}(N_g,\mu),\qquad g\longmapsto g\cup\{j\}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simulation.py:216-227。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例子抽樣數2是教學示意，不是由mu=.001必然得到。當gene=3遮罩為8，2個細胞由key0移至key8，總數100不變。dictionary.get容許新key存在或不存在。最後移除零數目。測試mu=0時完全不變，mu=1時全部移到滿位元基因型。</a:t>
            </a:r>
          </a:p>
          <a:p xmlns:a="http://schemas.openxmlformats.org/drawingml/2006/main">
            <a:r>
              <a:t>LaTeX source: \sum_hN_h^{\rm after\ mutation}=\sum_gB_g,\qquad g\subseteq 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simulation.py:228-234。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基因型表示為已突變位元集合g與h。只有g是h子集時可達。新增位元有|h|-|g|個，各以mu突變；保持0的L-|h|個位元各以1-mu不突變。已為1的位元不需再抽。當g不是h子集時Qgh=0。對任意g每列和1。給定Bg，Ygh聯合為Multinomial，這是逐位元拆分的等價數學表達，程式沒有真的建立Q。</a:t>
            </a:r>
          </a:p>
          <a:p xmlns:a="http://schemas.openxmlformats.org/drawingml/2006/main">
            <a:r>
              <a:t>LaTeX source: Q_{gh}=\mu^{|h|-|g|}(1-\mu)^{22-|h|}\quad(g\subseteq h),\qquad Q_{gh}=0\quad(g\nsubseteq h)</a:t>
            </a:r>
          </a:p>
          <a:p xmlns:a="http://schemas.openxmlformats.org/drawingml/2006/main">
            <a:r>
              <a:t>LaTeX source: (Y_{gh})_h\mid B_g\sim\mathrm{Multinomial}\bigl(B_g,(Q_{gh})_h\bigr),\qquad N_{h,t+1}=\sum_gY_{gh}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化只保留敏感S與抗藥R且關閉其他優勢。Q=[[.999,.001],[0,1]]，治療下繁殖均值mS=.1428、mR=1.37088，所以M=diag(m)Q。第一列和.1428，第二列和1.37088，並不是機率矩陣。這個兩類簡化例是教學縮減，不能當成原模型所有基因型的兩類精確閉合。</a:t>
            </a:r>
          </a:p>
          <a:p xmlns:a="http://schemas.openxmlformats.org/drawingml/2006/main">
            <a:r>
              <a:t>LaTeX source: M_{gh}(s)=m_g(s)Q_{gh},\qquad\mathrm{E}[\mathbf{N}_{t+1}\mid S_t=s]=\mathbf{n}M(s)</a:t>
            </a:r>
          </a:p>
          <a:p xmlns:a="http://schemas.openxmlformats.org/drawingml/2006/main">
            <a:r>
              <a:t>LaTeX source: (100,5)M_{\rm on}=(14.26572,\ 6.86868)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是所有基因型計數向量，A保存是否已開始治療，Config固定。IL11可由N計算，無需額外加入狀態。只用總細胞數T通常不具Markov性，因為相同T但抗藥比例或driver比例不同會有不同轉移。這裡的Markov鏈是理想隨機模型，實作中seed讓偽亂數路徑可重現。程式停止控制與復發歷史判讀需另外擴充狀態。</a:t>
            </a:r>
          </a:p>
          <a:p xmlns:a="http://schemas.openxmlformats.org/drawingml/2006/main">
            <a:r>
              <a:t>LaTeX source: S_t=(\mathbf{N}_t,A_t),\quad P_{ss'}=\Pr(S_{t+1}=s'\mid S_t=s)</a:t>
            </a:r>
          </a:p>
          <a:p xmlns:a="http://schemas.openxmlformats.org/drawingml/2006/main">
            <a:r>
              <a:t>LaTeX source: \Pr(S_{t+1}\mid S_t,S_{t-1},\ldots)=\Pr(S_{t+1}\mid S_t)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z_h是子基因型h的形式變數。u_g(z)=sumQgh zh是一個子代的生成函數。單個父細胞死亡時為常數delta，產生2或3個獨立子代時分別為u²和u³，依對應概率加權得到Fg。這同時捕捉子代數與突變種類的聯合分布。程式以Binomial分批實作這個規則。</a:t>
            </a:r>
          </a:p>
          <a:p xmlns:a="http://schemas.openxmlformats.org/drawingml/2006/main">
            <a:r>
              <a:t>LaTeX source: u_g(\mathbf{z})=\sum_hQ_{gh}z_h</a:t>
            </a:r>
          </a:p>
          <a:p xmlns:a="http://schemas.openxmlformats.org/drawingml/2006/main">
            <a:r>
              <a:t>LaTeX source: F_g(\mathbf{z}\mid s)=\delta_g+(1-\delta_g)\left[(1-q_g)u_g(\mathbf{z})^2+q_gu_g(\mathbf{z})^3\right]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定s，ng個同基因型父細胞獨立，故該類生成函數Fg^ng。各類再相乘得到H。取z向量對應nprime的多項式係數得到下一代完整計數概率；另外要求下一代治療開關aprime等於本次更新後alpha。這個精確核定義於生物轉移的未停止狀態。停止控制可擴充狀態(N,A,t,C)。</a:t>
            </a:r>
          </a:p>
          <a:p xmlns:a="http://schemas.openxmlformats.org/drawingml/2006/main">
            <a:r>
              <a:t>LaTeX source: H_s(\mathbf{z})=\prod_g F_g(\mathbf{z}\mid s)^{n_g}</a:t>
            </a:r>
          </a:p>
          <a:p xmlns:a="http://schemas.openxmlformats.org/drawingml/2006/main">
            <a:r>
              <a:t>LaTeX source: P_{ss'}=\mathbf{1}\{a'=\alpha(s)\}\,[\mathbf{z}^{\mathbf{n}'}]H_s(\mathbf{z})</a:t>
            </a:r>
          </a:p>
          <a:p xmlns:a="http://schemas.openxmlformats.org/drawingml/2006/main">
            <a:r>
              <a:t>LaTeX source: [\mathbf{z}^{\mathbf{n}'}]\ :\ \mathrm{coefficient\ of}\ \prod_h z_h^{n'_h}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狀態順序0,1,2,3,dagger。基準單父子代0,2,3機率.3,.672,.028。例如2個父細胞都死亡=.09，一死一產2=.4032，一死一產3=.0168，其餘進入overflow概率.49。3個父細胞對應.027,.18144,.00756,.784。dagger是首次N&gt;=4後不再觀察的人工吸收，不是環境飽和或完整模型中的生物吸收。每列總和1。</a:t>
            </a:r>
          </a:p>
          <a:p xmlns:a="http://schemas.openxmlformats.org/drawingml/2006/main">
            <a:r>
              <a:t>LaTeX source: P_{ij}=\Pr(S_{t+1}=j\mid S_t=i),\qquad\sum_jP_{ij}=1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本簡報採橫向row probability vector。pi_t(i)是現在在狀態i的概率，Pij是由i走到j的條件概率，對所有i加總得到pi_next(j)。因此維度(1×K)(K×K)=(1×K)。若改column convention可寫p_next=Ptranspose p，不是左右哪個固定正確，而是索引與向量方向必須一致。pi0=[0,1,0,0,0]表示初始確定在一個細胞，pi1=P第二列。</a:t>
            </a:r>
          </a:p>
          <a:p xmlns:a="http://schemas.openxmlformats.org/drawingml/2006/main">
            <a:r>
              <a:t>LaTeX source: \pi_{t+1}(j)=\sum_i\pi_t(i)P_{ij},\qquad\boldsymbol{\pi}_{t+1}=\boldsymbol{\pi}_tP</a:t>
            </a:r>
          </a:p>
          <a:p xmlns:a="http://schemas.openxmlformats.org/drawingml/2006/main">
            <a:r>
              <a:t>LaTeX source: (1\times K)(K\times K)=(1\times K)</a:t>
            </a:r>
          </a:p>
          <a:p xmlns:a="http://schemas.openxmlformats.org/drawingml/2006/main">
            <a:r>
              <a:t>LaTeX source: \boldsymbol{\pi}_0=(0,1,0,0,0),\quad\boldsymbol{\pi}_1=(0.30,0,0.672,0.028,0)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一個細胞兩代後滅絕概率=.3*1+.672*.09+.028*.027=.361236。每一項是經過0、2、3個細胞中間狀態的路徑概率。完整pi2由pi0P²計算且總和1。一條simulate路徑只抽中其中一些狀態；P連乘描述全部可能路徑的分布。路徑probability初始pi0(s0)乘沿途P，不將實際抽中的計數向量直接乘P。</a:t>
            </a:r>
          </a:p>
          <a:p xmlns:a="http://schemas.openxmlformats.org/drawingml/2006/main">
            <a:r>
              <a:t>LaTeX source: (P^2)_{ij}=\sum_kP_{ik}P_{kj},\qquad\boldsymbol{\pi}_t=\boldsymbol{\pi}_0P^t</a:t>
            </a:r>
          </a:p>
          <a:p xmlns:a="http://schemas.openxmlformats.org/drawingml/2006/main">
            <a:r>
              <a:t>LaTeX source: \Pr(N_2=0)=0.30+0.672(0.09)+0.028(0.027)=0.361236</a:t>
            </a:r>
          </a:p>
          <a:p xmlns:a="http://schemas.openxmlformats.org/drawingml/2006/main">
            <a:r>
              <a:t>LaTeX source: \Pr(s_0,\ldots,s_T)=\pi_0(s_0)\prod_{t=0}^{T-1}P_{s_t s_{t+1}}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兩個索引是完整族群狀態，元素機率，推進pi。Q索引是單細胞父與子基因型，元素突變概率。M索引也是基因型，但元素期望子代數，列和m，不保證1。固定環境時E[Nt]=N0M^t；當IL11與治療由隨機state決定時E[Nnext]=E[Nt M(St)]，一般不等於E[Nt] M(E[St])。完整P可固定，因不同state的環境寫在不同列。</a:t>
            </a:r>
          </a:p>
          <a:p xmlns:a="http://schemas.openxmlformats.org/drawingml/2006/main">
            <a:r>
              <a:t>LaTeX source: \mathrm{E}[\mathbf{N}_{t+1}]=\mathrm{E}[\mathbf{N}_tM(S_t)],\quad\mathrm{E}[\mathbf{N}_t]=\mathbf{N}_0M^t\ \mathrm{only\ if}\ M\ \mathrm{is\ fixed}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nnon用自然對數。richness=len(population)只看種類，不看大小比例。例{a:50,b:50}的H=ln2≈.693，而{a:99,b:1}的H≈.056，比較相同richness但均勻度不同。exp(H)稱有效基因型數。零族群Shannon=0且effective_genotypes另外定為0，避免exp(0)=1誤表示仍有一種細胞。基因型多樣性不是家系多樣性。</a:t>
            </a:r>
          </a:p>
          <a:p xmlns:a="http://schemas.openxmlformats.org/drawingml/2006/main">
            <a:r>
              <a:t>LaTeX source: p_g=\frac{N_g}{T},\quad H=-\sum_gp_g\log p_g,\quad D=1-\sum_gp_g^2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simulation.py:239-245。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對應history的generation索引，因從0開始每代記錄。baseline可overshoot20,000。after排除啟動代。declined一旦true保持true，防止單純持續增長被叫復發。完整分類依序relapse、extinction、no_relapse_observed、no_initial_response；未開始治療另為therapy_not_started。若要在Markov狀態內實時識別這個歷史事件，需加入baseline與declined，不只是N,A。</a:t>
            </a:r>
          </a:p>
          <a:p xmlns:a="http://schemas.openxmlformats.org/drawingml/2006/main">
            <a:r>
              <a:t>LaTeX source: T_*=T_{t_{\rm therapy}},\quad t_{\rm relapse}=\inf\{t&gt;t_{\rm therapy}:T_t\geq T_*,\ \exists u&lt;t:T_u&lt;T_*\}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simulation.py:376-383, simulation.py:385-389。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參數、seed與相同執行環境通常重現該偽亂數路徑。不同trial不共用同一Generator，避免意外耦合。main另外執行one/twohit與IL11組，比較時不施加治療。seed是重現標記，不是模型狀態或生物參數。套件版本存在metadata，有助查詢環境變化。</a:t>
            </a:r>
          </a:p>
          <a:p xmlns:a="http://schemas.openxmlformats.org/drawingml/2006/main">
            <a:r>
              <a:t>LaTeX source: S_{t+1}^{(r)}\mid S_t^{(r)}=s\sim P(s,\cdot),\quad r=1,\ldots,30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experiments.py:169-171, experiments.py:256-264。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t_therapy_ensemble依絕對generation對齊，不是對齊治療起始。停止於celllimit的trial後續是缺失，不能填0或延續最後值。extinction後細胞數為0；抗藥比例及基因頻率無分母，因此缺失。percentiles是trial間變異，不是confidenceinterval。多種曲線的中位數不必相加。有效n下降時需小心條件選擇。</a:t>
            </a:r>
          </a:p>
          <a:p xmlns:a="http://schemas.openxmlformats.org/drawingml/2006/main">
            <a:r>
              <a:t>LaTeX source: \widehat{Q}_{p,t}=\mathrm{quantile}_p\{X_t^{(r)}:\ X_t^{(r)}\ \mathrm{observed}\},\quad p\in\{0.1,0.5,0.9\}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experiments.py:188-188, experiments.py:192-195, experiments.py:218-220。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_at_size從最後達標族群取sample，不是連續時間精確N=5000時的整個腫瘤。超幾何分布是無放回抽樣，與multinomial的有放回近似不同。未達標trial回None並記錄。高死亡可能較慢而累積更多mutation機會，故高H不能單獨歸因於death造成多樣性。下一步固定時間與固定大小分別比較。</a:t>
            </a:r>
          </a:p>
          <a:p xmlns:a="http://schemas.openxmlformats.org/drawingml/2006/main">
            <a:r>
              <a:t>LaTeX source: \mathbf{X}\sim\mathrm{MultiHypergeom}(\mathbf{N},5000),\qquad\sum_gX_g=5000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experiments.py:376-385。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有五個unittest方法涵蓋IL11共享、ensemble缺失與滅絕、同一TSG兩擊、突變守恆與獨立性、seed重現及參數驗證。mu=.2只有一個TSG兩位元可突變時，0/1/2擊概率.64/.32/.04，10萬樣本比例容許.006誤差。測試能抓算法錯誤，但不能證明教學參數符合生物數據。</a:t>
            </a:r>
          </a:p>
          <a:p xmlns:a="http://schemas.openxmlformats.org/drawingml/2006/main">
            <a:r>
              <a:t>LaTeX source: K\sim\mathrm{Bin}(2,0.2):\quad\Pr(K=0,1,2)=(0.64,0.32,0.04)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test_test_simulation.py: SuppressorTests。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主治療30次用twohit且IL11off。onehit/twohit18代無治療保持相同loci與oncogene，只改TSG門檻且不同seed組。IL11on/off18代無治療相同loci及同一replicate seed，族群分歧後不代表逐細胞配對。deathrate.2/.35/.45首次達5000後固定樣本，達標代數不同。這些比較估計的是指定教學參數情況的行為。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experiments.py: run_tsg_comparison, run_death_rate_comparison, run_il11_comparison。參數為教學假設，未用臨床資料校準。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問題承接前半部程式規則。治療降低敏感細胞存活，但抗藥細胞仍可增長。因此需用負荷、抗藥比例、多樣性與事件分布共同判讀。以下結果皆來自30次預設試驗，曲線按絕對generation對齊，每trial治療起始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在原始細胞數上計算percentiles再轉換log10(N+1)。每組治療開始世代中位15，各自達到門檻才治療，所以不畫一條共同啟動線。總、敏感、抗藥各自中位數不必相加。813.5是每個trial最低負荷的中位數，不是中位曲線最低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resistant_percent在存活且觀察中的trial計算。第15代中位1.1585%、第18代90.5163%、第20代99.9293%。抗藥比例增加不等同突變率增加，也不證明所有細胞同一家系。按代數保留n，這個窗口全部30個trial存活。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ive_genotypes=exp(Shannon)，有相同Shannon的均勻組成需這麼多基因型。它描述基因型多樣性，不是祖先家系數。直接使用trajectory已記錄trial百分位，前30代全部trial仍觀察且存活。圖中突變持續、不同基因型生長與選擇共同影響多樣性，不能僅由負荷推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outputs/trajectory.csv: effective_genotypes。參數為教學假設，未用臨床資料校準。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取代原本兩張熱圖。資料來自main.py --only genotype輸出的gene_frequency_summary.csv：重現30個therapy seeds，以各自的治療開始為第0代對齊，只取所有試驗都有觀察的相對世代(−14到+17)。passenger mean是14個中性位點的平均，作為「沒有被篩選」的基準。治療前oncogene約4%而passenger約1.5%，突變率相同，差距來自選擇；RES在治療前與passenger同一水準，證明抗藥在治療前是中性的，治療後約4代升到100%。TSG任一擊約為passenger兩倍，因為有兩個等位基因。縱軸是log10(百分比+0.01)，0.01讓零值可以顯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outputs/genotype_evolution/gene_frequency_summary.csv。參數為教學假設，未用臨床資料校準。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觀察組成機制再看事件分布。relapse_generation範圍23到31，中位28，P10/P90為26/29.1。這批30/30不代表任何參數下都必然復發，更不能推論病人必然復發。未觀察事件需有截尾資料與其他分類，本批均完整觀察復發後才celllim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main.py --only therapy（分析 08）。橫軸log10(治療開始負荷)，縱軸治癒(滅絕)百分比。理論：抗藥突變clone以Poisson過程出現，治療前s代出生的clone最終存活機率1−f^(s)(q_on)，q_on=0.479是治療下一個抗藥家系的滅絕機率，治癒≈exp(−Λ)。只用基準細胞，所以大負荷時略高估治癒。理論50%點約416細胞。主實驗20,000細胞遠超過這個範圍，因此30/30復發。模擬誤差以Wilson 95%區間記錄於CSV。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outputs/therapy_analysis/goldie_coldman_summary.csv。參數為教學假設，未用臨床資料校準。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main.py --only therapy（分析 09）。基準預測ln(N/R0)/ln 1.371，假設所有抗藥細胞相同，平均誤差2.0代且偏晚。組成預測讓每種抗藥基因型以自己的治療中平均子代數成長(帶oncogene ×1.62)，敏感細胞×0.143衰減；向上取整後30次中24次完全命中，平均誤差0.2代。R0越多越早復發(Spearman -0.70)，oncogene比例越高越早(-0.51)。治療中成長率在ρ*=70%穿過零，即谷底。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outputs/therapy_analysis/relapse_time_prediction.csv。參數為教學假設，未用臨床資料校準。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main.py --only therapy（分析 10）。表中數字是治癒(滅絕)百分比；預設k_R=0.04、μ=0.001。單純抗藥細胞在k_R=0.30停止成長，但帶oncogene的抗藥細胞要到0.41，再加TSG失活是0.49。突變率越高，治療前越可能已有這種雙突變細胞，治癒邊界越往右移。完整熱圖與復發延遲見outputs/therapy_analysis/10_parameter_sensitivity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outputs/therapy_analysis/parameter_sensitivity_trials.csv。參數為教學假設，未用臨床資料校準。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main.py --only therapy（分析 11）。間歇治療：負荷降到治療起點一半就暫停，回到20,000再恢復。惡化=負荷曾低於20,000後，在用藥中仍≥24,000。兩種策略用同一組seed。沒有競爭時敏感細胞不會妨礙抗藥細胞，暫停只是讓抗藥細胞少挨殺傷，所以間歇較差。加入承載量競爭(K=30,000，每個細胞額外死亡0.21·N/K)後間歇延後惡化，配對比較中幾乎每次都較長，且只用約一半藥量。代價(抗藥細胞死亡+0.05)讓差距更明顯。競爭形式與參數都是教學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outputs/therapy_analysis/adaptive_therapy_summary.csv。參數為教學假設，未用臨床資料校準。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對照組保持相同基因組及oncogene規則，只把TSG deathreduction和triplebonus設0。onehit/twohit只改同一TSG門檻。新重現30個對照seed並核對comparisons.csv終點。三條中位線按18代固定時間，不治療，避免治療選擇乾擾。此圖對應02_scenario_comparisons左面板。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outputs/comparisons.csv, 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onehit中位94617.5，twohit73879，兩組中位比1.2807，即高28.1%。不是每個onehittrial都大於每個twohittrial。這是功能門檻改變下的教學模型結果，無pvalue聲稱。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只要任一等位基因即可達標，twohit同基因兩等位基因，所以達標比例可能跨量級。為保留0並可顯示稀少twohit，顯式轉換log10(p_percent+.01)；0%=-2，.99%=0，9.99%=1。原始fig03面板B用symlog；這裡改用明確注明的平滑對數表示而非假裝沿用同一軸。資料用suppressor_fra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suppressor_fraction。參數為教學假設，未用臨床資料校準。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這是原始fig03面板C的固定18代endpoint散點。所有trial逐點保留，加上中位數。兩組不同seeds，並非配對點。可看到分布重疊，避免把中位28.1%差異當成每一個trial都相同。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原始fig05低比例放大面板。曲線來自指定公式而不是隨機模擬或實驗擬合。f=.02時b=.03，f=.1時b=.05。bmax=.06，不會超過6個百分點。半飽和參數是教學假設，可能影響結果。所有細胞均受益，未考慮分泌成本或空間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outputs/05_il11_benefit_curve.svg, Config。參數為教學假設，未用臨床資料校準。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OFF中位72455.5、ON110469.5，比值1.52465。每rep同seed，但族群分歧後隨機數消耗不同，不是逐細胞配對。控制相同20loci避免突變機會變化。未治療18代。52.5%是兩組中位比，不是pairedtrial提升平均。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fig04面板B。il11_percent是生產者比例，中位ON第18代1.603%，OFF位點中性但仍可能突變。ON所算shareddeathreduction中位2.6694百分點。比例中位與benefit中位因單調轉換一致但為每trial計算，不能把生產者數少誤解為只有少數細胞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il11_percent, shared_death_reduction。參數為教學假設，未用臨床資料校準。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原始fig04面板C。同seed保持experiment可重現，但不能當成逐細胞配對。散點呈現原始30個endpoint，黑點為中位。看差異也看重疊，不聲稱實驗資料校準或統計顯著性。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原始fig02右面板。d=.2,.35,.45均30/30到達取樣目標。Shannon中位1.06236,1.80123,2.83497；達標generation中位8,14,26.5。較慢達標可累積更多mutation，因此不能單獨認定death提高多樣性。取樣控制的是樣本數，沒有控制演化時間。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outputs/comparisons.csv: death_rate。參數為教學假設，未用臨床資料校準。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抗藥殺傷率掃描用replace修改resistanttherapy kill，其餘保持固定。IL11掃描bmax與K，加入producercost或spatialrestriction。多樣性固定代數及固定樣本大小分開比較並保留未達標trial。先定義指標再新增experiment，存CSV與metadata及tests。需生物資料校準後再談實際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simulation.py: Config, simulate, mutate_offspring。參數為教學假設，未用臨床資料校準。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對應基因型計數向量，therapy_generation保存持續治療控制。growth_probabilities和il11_environment定義狀態相依環境，二項抽樣生成存活与子代，逐位元mutation等價於Q。這些規則共同定義巨大P，simulate只抽其中一條路徑。多次試驗估計結果分布；tests檢查實作語意，資料校準另需實驗證據。讀完應能追蹤程式每個變數的來源、分布與作用時點。</a:t>
            </a:r>
          </a:p>
          <a:p xmlns:a="http://schemas.openxmlformats.org/drawingml/2006/main">
            <a:r>
              <a:t>LaTeX source: \boldsymbol{\pi}_{t+1}=\boldsymbol{\pi}_tP,\qquad\mathrm{E}[\mathbf{N}_{t+1}\mid S_t=s]=\mathbf{n}M(s)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simulation.py, experiments.py, test_simulation.py。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efa35df9948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d5fb8146bb424a" /><Relationship Type="http://schemas.openxmlformats.org/officeDocument/2006/relationships/slideLayout" Target="/ppt/slideLayouts/slideLayout1.xml" Id="R50c5c34a887d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c5c34a887d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cdc586ae4f30" /><Relationship Type="http://schemas.openxmlformats.org/officeDocument/2006/relationships/image" Target="/ppt/media/image.png" Id="R37947bd5c6604c51" /><Relationship Type="http://schemas.openxmlformats.org/officeDocument/2006/relationships/notesSlide" Target="/ppt/notesSlides/notesSlide1.xml" Id="Rcc61a07ed5f841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0d852eb14999" /><Relationship Type="http://schemas.openxmlformats.org/officeDocument/2006/relationships/chart" Target="/ppt/slides/charts/chart1.xml" Id="R2a79cf18277743cf" /><Relationship Type="http://schemas.openxmlformats.org/officeDocument/2006/relationships/notesSlide" Target="/ppt/notesSlides/notesSlide2.xml" Id="R9eb138713d444c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3ec37fd504195" /><Relationship Type="http://schemas.openxmlformats.org/officeDocument/2006/relationships/notesSlide" Target="/ppt/notesSlides/notesSlide3.xml" Id="R083174fbe6574f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0e8c32f14ba3" /><Relationship Type="http://schemas.openxmlformats.org/officeDocument/2006/relationships/image" Target="/ppt/media/image2.png" Id="R958e76f9617d405d" /><Relationship Type="http://schemas.openxmlformats.org/officeDocument/2006/relationships/notesSlide" Target="/ppt/notesSlides/notesSlide4.xml" Id="R3316661e91f34a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ce74f1fbe4d07" /><Relationship Type="http://schemas.openxmlformats.org/officeDocument/2006/relationships/image" Target="/ppt/media/image3.png" Id="R30408da7151544d5" /><Relationship Type="http://schemas.openxmlformats.org/officeDocument/2006/relationships/notesSlide" Target="/ppt/notesSlides/notesSlide5.xml" Id="Ra4929b485ef0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95f0f06824d25" /><Relationship Type="http://schemas.openxmlformats.org/officeDocument/2006/relationships/image" Target="/ppt/media/image4.png" Id="R08a3ce237c3142bc" /><Relationship Type="http://schemas.openxmlformats.org/officeDocument/2006/relationships/notesSlide" Target="/ppt/notesSlides/notesSlide6.xml" Id="R1db88b6953a1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5d8a2bbac446a" /><Relationship Type="http://schemas.openxmlformats.org/officeDocument/2006/relationships/image" Target="/ppt/media/image5.png" Id="Ra04c26d5cce147ac" /><Relationship Type="http://schemas.openxmlformats.org/officeDocument/2006/relationships/notesSlide" Target="/ppt/notesSlides/notesSlide7.xml" Id="R137aaffc68c54e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dfcfef775413c" /><Relationship Type="http://schemas.openxmlformats.org/officeDocument/2006/relationships/image" Target="/ppt/media/image6.png" Id="R00f9e62e31794d8f" /><Relationship Type="http://schemas.openxmlformats.org/officeDocument/2006/relationships/notesSlide" Target="/ppt/notesSlides/notesSlide8.xml" Id="R185fae1edcf747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b1f50dc7b4d43" /><Relationship Type="http://schemas.openxmlformats.org/officeDocument/2006/relationships/image" Target="/ppt/media/image7.png" Id="Ra4f53232578d416e" /><Relationship Type="http://schemas.openxmlformats.org/officeDocument/2006/relationships/notesSlide" Target="/ppt/notesSlides/notesSlide9.xml" Id="R8ca66366999a41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63803e2994b95" /><Relationship Type="http://schemas.openxmlformats.org/officeDocument/2006/relationships/image" Target="/ppt/media/image8.png" Id="R0548f6061a914748" /><Relationship Type="http://schemas.openxmlformats.org/officeDocument/2006/relationships/notesSlide" Target="/ppt/notesSlides/notesSlide10.xml" Id="Rcd26792e3d3243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226f420947d7" /><Relationship Type="http://schemas.openxmlformats.org/officeDocument/2006/relationships/image" Target="/ppt/media/image9.png" Id="R9d84565415ce43a8" /><Relationship Type="http://schemas.openxmlformats.org/officeDocument/2006/relationships/notesSlide" Target="/ppt/notesSlides/notesSlide11.xml" Id="Rfc6dec7a734a47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8350c283d418e" /><Relationship Type="http://schemas.openxmlformats.org/officeDocument/2006/relationships/image" Target="/ppt/media/image10.png" Id="R10bcb2b577e44749" /><Relationship Type="http://schemas.openxmlformats.org/officeDocument/2006/relationships/notesSlide" Target="/ppt/notesSlides/notesSlide12.xml" Id="R70e8254b52fa47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986647ef64562" /><Relationship Type="http://schemas.openxmlformats.org/officeDocument/2006/relationships/image" Target="/ppt/media/image11.png" Id="R2851264abc10418c" /><Relationship Type="http://schemas.openxmlformats.org/officeDocument/2006/relationships/notesSlide" Target="/ppt/notesSlides/notesSlide13.xml" Id="R7f40fe470d8648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18e85d7214504" /><Relationship Type="http://schemas.openxmlformats.org/officeDocument/2006/relationships/image" Target="/ppt/media/image12.png" Id="R3d6e3884b055421e" /><Relationship Type="http://schemas.openxmlformats.org/officeDocument/2006/relationships/notesSlide" Target="/ppt/notesSlides/notesSlide14.xml" Id="Rd9df09cdb62f43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27ff4cd4446e5" /><Relationship Type="http://schemas.openxmlformats.org/officeDocument/2006/relationships/image" Target="/ppt/media/image13.png" Id="R96af59670c1b489d" /><Relationship Type="http://schemas.openxmlformats.org/officeDocument/2006/relationships/notesSlide" Target="/ppt/notesSlides/notesSlide15.xml" Id="R8b747540ffb24d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8230817a74bfa" /><Relationship Type="http://schemas.openxmlformats.org/officeDocument/2006/relationships/image" Target="/ppt/media/image14.png" Id="R81243770ef794449" /><Relationship Type="http://schemas.openxmlformats.org/officeDocument/2006/relationships/notesSlide" Target="/ppt/notesSlides/notesSlide16.xml" Id="Re04f4dd2fc0a47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c6454ba3743f1" /><Relationship Type="http://schemas.openxmlformats.org/officeDocument/2006/relationships/image" Target="/ppt/media/image15.png" Id="R12609cecde1d4e29" /><Relationship Type="http://schemas.openxmlformats.org/officeDocument/2006/relationships/notesSlide" Target="/ppt/notesSlides/notesSlide17.xml" Id="R973d0c63fe7249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8fd7774cc4f03" /><Relationship Type="http://schemas.openxmlformats.org/officeDocument/2006/relationships/image" Target="/ppt/media/image16.png" Id="Rff897dbfa7b74db4" /><Relationship Type="http://schemas.openxmlformats.org/officeDocument/2006/relationships/image" Target="/ppt/media/image17.png" Id="R15f734b827644a0e" /><Relationship Type="http://schemas.openxmlformats.org/officeDocument/2006/relationships/notesSlide" Target="/ppt/notesSlides/notesSlide18.xml" Id="R66e0971a95c640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be8a9cf8f4edc" /><Relationship Type="http://schemas.openxmlformats.org/officeDocument/2006/relationships/image" Target="/ppt/media/image18.png" Id="Rdf7bec354fb446ec" /><Relationship Type="http://schemas.openxmlformats.org/officeDocument/2006/relationships/image" Target="/ppt/media/image19.png" Id="R9778d6e9020e464c" /><Relationship Type="http://schemas.openxmlformats.org/officeDocument/2006/relationships/notesSlide" Target="/ppt/notesSlides/notesSlide19.xml" Id="R8cd8489aac9f4a8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3b3169cf540d9" /><Relationship Type="http://schemas.openxmlformats.org/officeDocument/2006/relationships/image" Target="/ppt/media/image20.png" Id="R311a05d7613e41cb" /><Relationship Type="http://schemas.openxmlformats.org/officeDocument/2006/relationships/image" Target="/ppt/media/image21.png" Id="R240616f9e624429c" /><Relationship Type="http://schemas.openxmlformats.org/officeDocument/2006/relationships/notesSlide" Target="/ppt/notesSlides/notesSlide20.xml" Id="R2ee07844009545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6b0cf19de4a40" /><Relationship Type="http://schemas.openxmlformats.org/officeDocument/2006/relationships/image" Target="/ppt/media/image22.png" Id="R1e150beeb6264ca5" /><Relationship Type="http://schemas.openxmlformats.org/officeDocument/2006/relationships/image" Target="/ppt/media/image23.png" Id="R748f21de7c044c74" /><Relationship Type="http://schemas.openxmlformats.org/officeDocument/2006/relationships/notesSlide" Target="/ppt/notesSlides/notesSlide21.xml" Id="R2329d86c19fe4e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9b0c5fc3d4778" /><Relationship Type="http://schemas.openxmlformats.org/officeDocument/2006/relationships/image" Target="/ppt/media/image24.png" Id="R8dbbb1d2ede5406d" /><Relationship Type="http://schemas.openxmlformats.org/officeDocument/2006/relationships/image" Target="/ppt/media/image25.png" Id="R5296f0f40ba74e11" /><Relationship Type="http://schemas.openxmlformats.org/officeDocument/2006/relationships/image" Target="/ppt/media/image26.png" Id="R3b6b8634000d48d9" /><Relationship Type="http://schemas.openxmlformats.org/officeDocument/2006/relationships/notesSlide" Target="/ppt/notesSlides/notesSlide22.xml" Id="R4fbef7675c374b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143b6a6a4f6d" /><Relationship Type="http://schemas.openxmlformats.org/officeDocument/2006/relationships/image" Target="/ppt/media/image27.png" Id="R71362ba9ff9d45f3" /><Relationship Type="http://schemas.openxmlformats.org/officeDocument/2006/relationships/notesSlide" Target="/ppt/notesSlides/notesSlide23.xml" Id="Rbf15f2633f9247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c4281b6054350" /><Relationship Type="http://schemas.openxmlformats.org/officeDocument/2006/relationships/image" Target="/ppt/media/image28.png" Id="Rfec5315ef231401e" /><Relationship Type="http://schemas.openxmlformats.org/officeDocument/2006/relationships/image" Target="/ppt/media/image29.png" Id="R591efb386f814c36" /><Relationship Type="http://schemas.openxmlformats.org/officeDocument/2006/relationships/image" Target="/ppt/media/image30.png" Id="R576031b1615f4d89" /><Relationship Type="http://schemas.openxmlformats.org/officeDocument/2006/relationships/notesSlide" Target="/ppt/notesSlides/notesSlide24.xml" Id="R4c8993e75f1d44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8b17a632d42a3" /><Relationship Type="http://schemas.openxmlformats.org/officeDocument/2006/relationships/image" Target="/ppt/media/image31.png" Id="R5c92d63e86b14788" /><Relationship Type="http://schemas.openxmlformats.org/officeDocument/2006/relationships/image" Target="/ppt/media/image32.png" Id="Re62fba4e83444445" /><Relationship Type="http://schemas.openxmlformats.org/officeDocument/2006/relationships/image" Target="/ppt/media/image33.png" Id="R65109f61853c463d" /><Relationship Type="http://schemas.openxmlformats.org/officeDocument/2006/relationships/notesSlide" Target="/ppt/notesSlides/notesSlide25.xml" Id="R3511123bc9cd4a5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a83f48a1a4d01" /><Relationship Type="http://schemas.openxmlformats.org/officeDocument/2006/relationships/image" Target="/ppt/media/image34.png" Id="Ra8201cb943884424" /><Relationship Type="http://schemas.openxmlformats.org/officeDocument/2006/relationships/notesSlide" Target="/ppt/notesSlides/notesSlide26.xml" Id="Rf58b29489500497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8edfda7c046dd" /><Relationship Type="http://schemas.openxmlformats.org/officeDocument/2006/relationships/image" Target="/ppt/media/image35.png" Id="R7b2625b703dc44b3" /><Relationship Type="http://schemas.openxmlformats.org/officeDocument/2006/relationships/notesSlide" Target="/ppt/notesSlides/notesSlide27.xml" Id="R9208f8dd245d46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c6197393a457c" /><Relationship Type="http://schemas.openxmlformats.org/officeDocument/2006/relationships/image" Target="/ppt/media/image36.png" Id="Rfadfa97db7a84d71" /><Relationship Type="http://schemas.openxmlformats.org/officeDocument/2006/relationships/notesSlide" Target="/ppt/notesSlides/notesSlide28.xml" Id="R39bdc0b3c25c49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b846b8904445c" /><Relationship Type="http://schemas.openxmlformats.org/officeDocument/2006/relationships/image" Target="/ppt/media/image37.png" Id="Rfaa97af66d4d4101" /><Relationship Type="http://schemas.openxmlformats.org/officeDocument/2006/relationships/notesSlide" Target="/ppt/notesSlides/notesSlide29.xml" Id="Rbdea9c27bb9644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fe15e507e4a2f" /><Relationship Type="http://schemas.openxmlformats.org/officeDocument/2006/relationships/image" Target="/ppt/media/image38.png" Id="R08895315d4964e4a" /><Relationship Type="http://schemas.openxmlformats.org/officeDocument/2006/relationships/notesSlide" Target="/ppt/notesSlides/notesSlide30.xml" Id="R4b30a2ee7ec54e6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5e5b8ca7b4994" /><Relationship Type="http://schemas.openxmlformats.org/officeDocument/2006/relationships/image" Target="/ppt/media/image39.png" Id="R6fb166adaf9f4a6a" /><Relationship Type="http://schemas.openxmlformats.org/officeDocument/2006/relationships/notesSlide" Target="/ppt/notesSlides/notesSlide31.xml" Id="Rad5e036a8c3a48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030626a3f4a69" /><Relationship Type="http://schemas.openxmlformats.org/officeDocument/2006/relationships/image" Target="/ppt/media/image40.png" Id="R2395699bc1f947f5" /><Relationship Type="http://schemas.openxmlformats.org/officeDocument/2006/relationships/notesSlide" Target="/ppt/notesSlides/notesSlide32.xml" Id="R077efcd009dd43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e900be18648a5" /><Relationship Type="http://schemas.openxmlformats.org/officeDocument/2006/relationships/notesSlide" Target="/ppt/notesSlides/notesSlide33.xml" Id="R9b517ac0afd240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c7e227525499e" /><Relationship Type="http://schemas.openxmlformats.org/officeDocument/2006/relationships/notesSlide" Target="/ppt/notesSlides/notesSlide34.xml" Id="Rb8d48fc349e44f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621a3a52e4583" /><Relationship Type="http://schemas.openxmlformats.org/officeDocument/2006/relationships/chart" Target="/ppt/slides/charts/chart2.xml" Id="R37f95c800a5f4dcd" /><Relationship Type="http://schemas.openxmlformats.org/officeDocument/2006/relationships/notesSlide" Target="/ppt/notesSlides/notesSlide35.xml" Id="Re0dbdaadd3d04e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8763790ed40b7" /><Relationship Type="http://schemas.openxmlformats.org/officeDocument/2006/relationships/chart" Target="/ppt/slides/charts/chart3.xml" Id="Rd5e92ca91b954c26" /><Relationship Type="http://schemas.openxmlformats.org/officeDocument/2006/relationships/notesSlide" Target="/ppt/notesSlides/notesSlide36.xml" Id="R125a808ffb94425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22a175ff74d14" /><Relationship Type="http://schemas.openxmlformats.org/officeDocument/2006/relationships/chart" Target="/ppt/slides/charts/chart4.xml" Id="R51fc98f24f174520" /><Relationship Type="http://schemas.openxmlformats.org/officeDocument/2006/relationships/notesSlide" Target="/ppt/notesSlides/notesSlide37.xml" Id="Rf0c7a6e6c52540a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9f9fa7f4549bf" /><Relationship Type="http://schemas.openxmlformats.org/officeDocument/2006/relationships/chart" Target="/ppt/slides/charts/chart5.xml" Id="R2d90eacfa3654410" /><Relationship Type="http://schemas.openxmlformats.org/officeDocument/2006/relationships/notesSlide" Target="/ppt/notesSlides/notesSlide38.xml" Id="R630f56972aa44f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156f10358498b" /><Relationship Type="http://schemas.openxmlformats.org/officeDocument/2006/relationships/chart" Target="/ppt/slides/charts/chart6.xml" Id="Re1a42537dfd34279" /><Relationship Type="http://schemas.openxmlformats.org/officeDocument/2006/relationships/notesSlide" Target="/ppt/notesSlides/notesSlide39.xml" Id="Rfd3453d64974427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5f23d772a4339" /><Relationship Type="http://schemas.openxmlformats.org/officeDocument/2006/relationships/chart" Target="/ppt/slides/charts/chart7.xml" Id="Rbc3fdd7541e8471f" /><Relationship Type="http://schemas.openxmlformats.org/officeDocument/2006/relationships/notesSlide" Target="/ppt/notesSlides/notesSlide40.xml" Id="R5ee303832d764b1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2a4842c59431d" /><Relationship Type="http://schemas.openxmlformats.org/officeDocument/2006/relationships/chart" Target="/ppt/slides/charts/chart8.xml" Id="R7efb3d959cc2458a" /><Relationship Type="http://schemas.openxmlformats.org/officeDocument/2006/relationships/notesSlide" Target="/ppt/notesSlides/notesSlide41.xml" Id="R4bfc2b3fd54d4b6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aa9fa04b24e5c" /><Relationship Type="http://schemas.openxmlformats.org/officeDocument/2006/relationships/notesSlide" Target="/ppt/notesSlides/notesSlide42.xml" Id="R9d63a6229669485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76d6d675d4a07" /><Relationship Type="http://schemas.openxmlformats.org/officeDocument/2006/relationships/chart" Target="/ppt/slides/charts/chart9.xml" Id="R419dbc1abffd4e68" /><Relationship Type="http://schemas.openxmlformats.org/officeDocument/2006/relationships/notesSlide" Target="/ppt/notesSlides/notesSlide43.xml" Id="R186c7ef3c97e423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79009f16a419a" /><Relationship Type="http://schemas.openxmlformats.org/officeDocument/2006/relationships/chart" Target="/ppt/slides/charts/chart10.xml" Id="R3cef53473ae34f48" /><Relationship Type="http://schemas.openxmlformats.org/officeDocument/2006/relationships/notesSlide" Target="/ppt/notesSlides/notesSlide44.xml" Id="Ra1b83ebdf34a451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8544dba2348bb" /><Relationship Type="http://schemas.openxmlformats.org/officeDocument/2006/relationships/chart" Target="/ppt/slides/charts/chart11.xml" Id="R8fce279fa75b40d0" /><Relationship Type="http://schemas.openxmlformats.org/officeDocument/2006/relationships/notesSlide" Target="/ppt/notesSlides/notesSlide45.xml" Id="Rba5d2cac76af4f5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d56f561c04c7f" /><Relationship Type="http://schemas.openxmlformats.org/officeDocument/2006/relationships/chart" Target="/ppt/slides/charts/chart12.xml" Id="R60a68ef42ff2486c" /><Relationship Type="http://schemas.openxmlformats.org/officeDocument/2006/relationships/notesSlide" Target="/ppt/notesSlides/notesSlide46.xml" Id="R8cb0b5be568e49f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9feaeb82f4e58" /><Relationship Type="http://schemas.openxmlformats.org/officeDocument/2006/relationships/chart" Target="/ppt/slides/charts/chart13.xml" Id="R3af24fb5eb4048c7" /><Relationship Type="http://schemas.openxmlformats.org/officeDocument/2006/relationships/notesSlide" Target="/ppt/notesSlides/notesSlide47.xml" Id="R0291ebf176ef431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7ec8e99194743" /><Relationship Type="http://schemas.openxmlformats.org/officeDocument/2006/relationships/chart" Target="/ppt/slides/charts/chart14.xml" Id="Rfaa8b83a72034769" /><Relationship Type="http://schemas.openxmlformats.org/officeDocument/2006/relationships/notesSlide" Target="/ppt/notesSlides/notesSlide48.xml" Id="Rd992c5275d5946d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b885c872e46fc" /><Relationship Type="http://schemas.openxmlformats.org/officeDocument/2006/relationships/chart" Target="/ppt/slides/charts/chart15.xml" Id="R6b0cedee072b4bd5" /><Relationship Type="http://schemas.openxmlformats.org/officeDocument/2006/relationships/notesSlide" Target="/ppt/notesSlides/notesSlide49.xml" Id="R9d84b6c4ec4149b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c94455d424514" /><Relationship Type="http://schemas.openxmlformats.org/officeDocument/2006/relationships/chart" Target="/ppt/slides/charts/chart16.xml" Id="R134c84d72f644f5a" /><Relationship Type="http://schemas.openxmlformats.org/officeDocument/2006/relationships/notesSlide" Target="/ppt/notesSlides/notesSlide50.xml" Id="R2dbee94067e0450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72cd7902f42fb" /><Relationship Type="http://schemas.openxmlformats.org/officeDocument/2006/relationships/chart" Target="/ppt/slides/charts/chart17.xml" Id="Rcbef0c2008d8423a" /><Relationship Type="http://schemas.openxmlformats.org/officeDocument/2006/relationships/notesSlide" Target="/ppt/notesSlides/notesSlide51.xml" Id="R724b198fdec6400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2171c87d7433a" /><Relationship Type="http://schemas.openxmlformats.org/officeDocument/2006/relationships/chart" Target="/ppt/slides/charts/chart18.xml" Id="R10aeb28ebd7744bb" /><Relationship Type="http://schemas.openxmlformats.org/officeDocument/2006/relationships/notesSlide" Target="/ppt/notesSlides/notesSlide52.xml" Id="R4a313f87283e42e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910841f994521" /><Relationship Type="http://schemas.openxmlformats.org/officeDocument/2006/relationships/notesSlide" Target="/ppt/notesSlides/notesSlide53.xml" Id="R43b26c343f10411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3a6131d564ad7" /><Relationship Type="http://schemas.openxmlformats.org/officeDocument/2006/relationships/image" Target="/ppt/media/image41.png" Id="R27076eadf43f43b4" /><Relationship Type="http://schemas.openxmlformats.org/officeDocument/2006/relationships/notesSlide" Target="/ppt/notesSlides/notesSlide54.xml" Id="Rfef4fa96f05c402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總量 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 中位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28575">
              <a:solidFill>
                <a:srgbClr val="173042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總量 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ser>
          <c:idx val="3"/>
          <c:order val="3"/>
          <c:tx>
            <c:v>敏感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2.6127838567197355</c:v>
              </c:pt>
              <c:pt idx="5">
                <c:v>2.7607993116307177</c:v>
              </c:pt>
              <c:pt idx="6">
                <c:v>2.9229848157088827</c:v>
              </c:pt>
              <c:pt idx="7">
                <c:v>3.076276255404218</c:v>
              </c:pt>
              <c:pt idx="8">
                <c:v>3.225180008177683</c:v>
              </c:pt>
              <c:pt idx="9">
                <c:v>3.3896975482063856</c:v>
              </c:pt>
              <c:pt idx="10">
                <c:v>3.546480969539267</c:v>
              </c:pt>
              <c:pt idx="11">
                <c:v>3.7007037171450192</c:v>
              </c:pt>
              <c:pt idx="12">
                <c:v>3.8643627311058295</c:v>
              </c:pt>
              <c:pt idx="13">
                <c:v>4.030478280622408</c:v>
              </c:pt>
              <c:pt idx="14">
                <c:v>4.1932081084944945</c:v>
              </c:pt>
              <c:pt idx="15">
                <c:v>4.341038631677523</c:v>
              </c:pt>
              <c:pt idx="16">
                <c:v>3.5518767631329724</c:v>
              </c:pt>
              <c:pt idx="17">
                <c:v>2.7209857441537393</c:v>
              </c:pt>
              <c:pt idx="18">
                <c:v>1.8779469516291882</c:v>
              </c:pt>
              <c:pt idx="19">
                <c:v>1.041392685158225</c:v>
              </c:pt>
              <c:pt idx="20">
                <c:v>0.47712125471966244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</c:numLit>
          </c:val>
          <c:smooth val="0"/>
        </c:ser>
        <c:ser>
          <c:idx val="4"/>
          <c:order val="4"/>
          <c:tx>
            <c:v>抗藥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0.3010299956639812</c:v>
              </c:pt>
              <c:pt idx="5">
                <c:v>0.3010299956639812</c:v>
              </c:pt>
              <c:pt idx="6">
                <c:v>0.3979400086720376</c:v>
              </c:pt>
              <c:pt idx="7">
                <c:v>0.6020599913279624</c:v>
              </c:pt>
              <c:pt idx="8">
                <c:v>0.8750612633917001</c:v>
              </c:pt>
              <c:pt idx="9">
                <c:v>1.146128035678238</c:v>
              </c:pt>
              <c:pt idx="10">
                <c:v>1.3324384599156054</c:v>
              </c:pt>
              <c:pt idx="11">
                <c:v>1.5185139398778875</c:v>
              </c:pt>
              <c:pt idx="12">
                <c:v>1.7323937598229686</c:v>
              </c:pt>
              <c:pt idx="13">
                <c:v>1.9637878273455551</c:v>
              </c:pt>
              <c:pt idx="14">
                <c:v>2.156851901070011</c:v>
              </c:pt>
              <c:pt idx="15">
                <c:v>2.368286884902131</c:v>
              </c:pt>
              <c:pt idx="16">
                <c:v>2.5446880223026773</c:v>
              </c:pt>
              <c:pt idx="17">
                <c:v>2.6919651027673606</c:v>
              </c:pt>
              <c:pt idx="18">
                <c:v>2.8394780473741985</c:v>
              </c:pt>
              <c:pt idx="19">
                <c:v>2.9925535178321354</c:v>
              </c:pt>
              <c:pt idx="20">
                <c:v>3.145662470707546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0.19744267482129593</c:v>
              </c:pt>
              <c:pt idx="9">
                <c:v>0.18054980762297582</c:v>
              </c:pt>
              <c:pt idx="10">
                <c:v>0.33525710930291086</c:v>
              </c:pt>
              <c:pt idx="11">
                <c:v>0.4160723885843469</c:v>
              </c:pt>
              <c:pt idx="12">
                <c:v>0.5654083607617898</c:v>
              </c:pt>
              <c:pt idx="13">
                <c:v>0.5949509741839755</c:v>
              </c:pt>
              <c:pt idx="14">
                <c:v>0.6778366717541702</c:v>
              </c:pt>
              <c:pt idx="15">
                <c:v>0.7713988539458436</c:v>
              </c:pt>
              <c:pt idx="16">
                <c:v>1.2715392721152023</c:v>
              </c:pt>
              <c:pt idx="17">
                <c:v>11.072552877520904</c:v>
              </c:pt>
              <c:pt idx="18">
                <c:v>53.83176966775693</c:v>
              </c:pt>
              <c:pt idx="19">
                <c:v>91.65322742730349</c:v>
              </c:pt>
              <c:pt idx="20">
                <c:v>99.13285001412297</c:v>
              </c:pt>
              <c:pt idx="21">
                <c:v>99.8474473185217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0.21139069792202722</c:v>
              </c:pt>
              <c:pt idx="5">
                <c:v>0.1814935834936362</c:v>
              </c:pt>
              <c:pt idx="6">
                <c:v>0.1722613226921587</c:v>
              </c:pt>
              <c:pt idx="7">
                <c:v>0.27076826372853313</c:v>
              </c:pt>
              <c:pt idx="8">
                <c:v>0.3801961055906622</c:v>
              </c:pt>
              <c:pt idx="9">
                <c:v>0.5722157057102331</c:v>
              </c:pt>
              <c:pt idx="10">
                <c:v>0.6521585572968972</c:v>
              </c:pt>
              <c:pt idx="11">
                <c:v>0.7198031578880025</c:v>
              </c:pt>
              <c:pt idx="12">
                <c:v>0.7878172383869663</c:v>
              </c:pt>
              <c:pt idx="13">
                <c:v>0.9377077802833242</c:v>
              </c:pt>
              <c:pt idx="14">
                <c:v>0.9639218397945047</c:v>
              </c:pt>
              <c:pt idx="15">
                <c:v>1.15852021288647</c:v>
              </c:pt>
              <c:pt idx="16">
                <c:v>9.18287808790291</c:v>
              </c:pt>
              <c:pt idx="17">
                <c:v>50.208329489615814</c:v>
              </c:pt>
              <c:pt idx="18">
                <c:v>90.51630973348739</c:v>
              </c:pt>
              <c:pt idx="19">
                <c:v>99.24015659748152</c:v>
              </c:pt>
              <c:pt idx="20">
                <c:v>99.92933589718953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0.6116735695658844</c:v>
              </c:pt>
              <c:pt idx="2">
                <c:v>0.5747413663851273</c:v>
              </c:pt>
              <c:pt idx="3">
                <c:v>0.9224622669428826</c:v>
              </c:pt>
              <c:pt idx="4">
                <c:v>0.727602456482614</c:v>
              </c:pt>
              <c:pt idx="5">
                <c:v>1.1371711285995987</c:v>
              </c:pt>
              <c:pt idx="6">
                <c:v>1.1825152515811272</c:v>
              </c:pt>
              <c:pt idx="7">
                <c:v>1.3424726644740033</c:v>
              </c:pt>
              <c:pt idx="8">
                <c:v>1.2224647003139957</c:v>
              </c:pt>
              <c:pt idx="9">
                <c:v>1.5262415939183827</c:v>
              </c:pt>
              <c:pt idx="10">
                <c:v>1.4378059605733826</c:v>
              </c:pt>
              <c:pt idx="11">
                <c:v>1.4964971310911326</c:v>
              </c:pt>
              <c:pt idx="12">
                <c:v>1.622528496107583</c:v>
              </c:pt>
              <c:pt idx="13">
                <c:v>1.832253376364307</c:v>
              </c:pt>
              <c:pt idx="14">
                <c:v>1.9197058830294254</c:v>
              </c:pt>
              <c:pt idx="15">
                <c:v>2.244312716976146</c:v>
              </c:pt>
              <c:pt idx="16">
                <c:v>17.913746829784422</c:v>
              </c:pt>
              <c:pt idx="17">
                <c:v>66.03895955074833</c:v>
              </c:pt>
              <c:pt idx="18">
                <c:v>95.37497705460893</c:v>
              </c:pt>
              <c:pt idx="19">
                <c:v>99.67818821904426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抗藥細胞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1.0376294797355234</c:v>
              </c:pt>
              <c:pt idx="2">
                <c:v>1.1268153414209645</c:v>
              </c:pt>
              <c:pt idx="3">
                <c:v>1.2466467722484689</c:v>
              </c:pt>
              <c:pt idx="4">
                <c:v>1.3215285169591242</c:v>
              </c:pt>
              <c:pt idx="5">
                <c:v>1.5052819351508486</c:v>
              </c:pt>
              <c:pt idx="6">
                <c:v>1.662942696544194</c:v>
              </c:pt>
              <c:pt idx="7">
                <c:v>1.8860535490458707</c:v>
              </c:pt>
              <c:pt idx="8">
                <c:v>2.136161225348883</c:v>
              </c:pt>
              <c:pt idx="9">
                <c:v>2.4265230899679797</c:v>
              </c:pt>
              <c:pt idx="10">
                <c:v>2.693037685628764</c:v>
              </c:pt>
              <c:pt idx="11">
                <c:v>2.941313496609524</c:v>
              </c:pt>
              <c:pt idx="12">
                <c:v>3.343069906392109</c:v>
              </c:pt>
              <c:pt idx="13">
                <c:v>3.8042204127220836</c:v>
              </c:pt>
              <c:pt idx="14">
                <c:v>4.280653902451069</c:v>
              </c:pt>
              <c:pt idx="15">
                <c:v>4.975110517319269</c:v>
              </c:pt>
              <c:pt idx="16">
                <c:v>6.600401294276712</c:v>
              </c:pt>
              <c:pt idx="17">
                <c:v>7.338357895304835</c:v>
              </c:pt>
              <c:pt idx="18">
                <c:v>4.453171873312803</c:v>
              </c:pt>
              <c:pt idx="19">
                <c:v>3.847482387922712</c:v>
              </c:pt>
              <c:pt idx="20">
                <c:v>4.005475507436986</c:v>
              </c:pt>
              <c:pt idx="21">
                <c:v>4.638045592555594</c:v>
              </c:pt>
              <c:pt idx="22">
                <c:v>5.200657168536479</c:v>
              </c:pt>
              <c:pt idx="23">
                <c:v>5.548732149466799</c:v>
              </c:pt>
              <c:pt idx="24">
                <c:v>5.946660841641011</c:v>
              </c:pt>
              <c:pt idx="25">
                <c:v>6.329088204818775</c:v>
              </c:pt>
              <c:pt idx="26">
                <c:v>6.97495724503456</c:v>
              </c:pt>
              <c:pt idx="27">
                <c:v>7.980014472387137</c:v>
              </c:pt>
              <c:pt idx="28">
                <c:v>8.89776242563396</c:v>
              </c:pt>
              <c:pt idx="29">
                <c:v>9.94425899380532</c:v>
              </c:pt>
              <c:pt idx="30">
                <c:v>11.112402461805624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28575">
              <a:solidFill>
                <a:srgbClr val="6C5B9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1.1245826434208193</c:v>
              </c:pt>
              <c:pt idx="2">
                <c:v>1.2793481052632922</c:v>
              </c:pt>
              <c:pt idx="3">
                <c:v>1.4159224760237767</c:v>
              </c:pt>
              <c:pt idx="4">
                <c:v>1.6598272319534797</c:v>
              </c:pt>
              <c:pt idx="5">
                <c:v>1.8242443343836119</c:v>
              </c:pt>
              <c:pt idx="6">
                <c:v>2.036337923181051</c:v>
              </c:pt>
              <c:pt idx="7">
                <c:v>2.335391032753164</c:v>
              </c:pt>
              <c:pt idx="8">
                <c:v>2.6206532644191625</c:v>
              </c:pt>
              <c:pt idx="9">
                <c:v>2.8770070552427467</c:v>
              </c:pt>
              <c:pt idx="10">
                <c:v>3.22476938118167</c:v>
              </c:pt>
              <c:pt idx="11">
                <c:v>3.6958751787161983</c:v>
              </c:pt>
              <c:pt idx="12">
                <c:v>4.261324166221646</c:v>
              </c:pt>
              <c:pt idx="13">
                <c:v>4.94454662955361</c:v>
              </c:pt>
              <c:pt idx="14">
                <c:v>5.726261213736414</c:v>
              </c:pt>
              <c:pt idx="15">
                <c:v>6.519335921669012</c:v>
              </c:pt>
              <c:pt idx="16">
                <c:v>8.860869278615645</c:v>
              </c:pt>
              <c:pt idx="17">
                <c:v>10.540905402195804</c:v>
              </c:pt>
              <c:pt idx="18">
                <c:v>7.53850789001267</c:v>
              </c:pt>
              <c:pt idx="19">
                <c:v>6.3197102820875175</c:v>
              </c:pt>
              <c:pt idx="20">
                <c:v>6.568236319395009</c:v>
              </c:pt>
              <c:pt idx="21">
                <c:v>7.079186111154868</c:v>
              </c:pt>
              <c:pt idx="22">
                <c:v>7.67955078034411</c:v>
              </c:pt>
              <c:pt idx="23">
                <c:v>8.695411804489941</c:v>
              </c:pt>
              <c:pt idx="24">
                <c:v>9.94811835569863</c:v>
              </c:pt>
              <c:pt idx="25">
                <c:v>11.419155451555168</c:v>
              </c:pt>
              <c:pt idx="26">
                <c:v>12.477569822430137</c:v>
              </c:pt>
              <c:pt idx="27">
                <c:v>13.968605513571347</c:v>
              </c:pt>
              <c:pt idx="28">
                <c:v>15.433491864354837</c:v>
              </c:pt>
              <c:pt idx="29">
                <c:v>17.40937055423389</c:v>
              </c:pt>
              <c:pt idx="30">
                <c:v>19.444327768641198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1.2572031553363767</c:v>
              </c:pt>
              <c:pt idx="2">
                <c:v>1.4616868382388017</c:v>
              </c:pt>
              <c:pt idx="3">
                <c:v>1.6050770966178192</c:v>
              </c:pt>
              <c:pt idx="4">
                <c:v>1.855600248472056</c:v>
              </c:pt>
              <c:pt idx="5">
                <c:v>2.0273900626876675</c:v>
              </c:pt>
              <c:pt idx="6">
                <c:v>2.4311455651263456</c:v>
              </c:pt>
              <c:pt idx="7">
                <c:v>2.7567142017305737</c:v>
              </c:pt>
              <c:pt idx="8">
                <c:v>3.1953148961254687</c:v>
              </c:pt>
              <c:pt idx="9">
                <c:v>3.683474036833992</c:v>
              </c:pt>
              <c:pt idx="10">
                <c:v>4.245516297990508</c:v>
              </c:pt>
              <c:pt idx="11">
                <c:v>4.886874635518003</c:v>
              </c:pt>
              <c:pt idx="12">
                <c:v>5.781989781002207</c:v>
              </c:pt>
              <c:pt idx="13">
                <c:v>6.764031139280565</c:v>
              </c:pt>
              <c:pt idx="14">
                <c:v>7.90819399219119</c:v>
              </c:pt>
              <c:pt idx="15">
                <c:v>9.62372071859246</c:v>
              </c:pt>
              <c:pt idx="16">
                <c:v>12.186416826879118</c:v>
              </c:pt>
              <c:pt idx="17">
                <c:v>14.684049253663957</c:v>
              </c:pt>
              <c:pt idx="18">
                <c:v>10.405442751308907</c:v>
              </c:pt>
              <c:pt idx="19">
                <c:v>9.566373535200237</c:v>
              </c:pt>
              <c:pt idx="20">
                <c:v>9.993637584322919</c:v>
              </c:pt>
              <c:pt idx="21">
                <c:v>11.141351182792576</c:v>
              </c:pt>
              <c:pt idx="22">
                <c:v>12.104761422191812</c:v>
              </c:pt>
              <c:pt idx="23">
                <c:v>13.341261778167697</c:v>
              </c:pt>
              <c:pt idx="24">
                <c:v>15.40202188915918</c:v>
              </c:pt>
              <c:pt idx="25">
                <c:v>17.416803499190912</c:v>
              </c:pt>
              <c:pt idx="26">
                <c:v>19.4118146502744</c:v>
              </c:pt>
              <c:pt idx="27">
                <c:v>21.664574321949132</c:v>
              </c:pt>
              <c:pt idx="28">
                <c:v>24.286992253902785</c:v>
              </c:pt>
              <c:pt idx="29">
                <c:v>26.778971768091345</c:v>
              </c:pt>
              <c:pt idx="30">
                <c:v>29.321464562881552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有效基因型數 exp(H)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ONC1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-0.48021905267498655</c:v>
              </c:pt>
              <c:pt idx="4">
                <c:v>-0.28856716129078014</c:v>
              </c:pt>
              <c:pt idx="5">
                <c:v>-0.2241744797536775</c:v>
              </c:pt>
              <c:pt idx="6">
                <c:v>-0.07051302253062422</c:v>
              </c:pt>
              <c:pt idx="7">
                <c:v>0.033855922556008854</c:v>
              </c:pt>
              <c:pt idx="8">
                <c:v>0.07194836230356845</c:v>
              </c:pt>
              <c:pt idx="9">
                <c:v>0.17954859385521302</c:v>
              </c:pt>
              <c:pt idx="10">
                <c:v>0.26932068790752245</c:v>
              </c:pt>
              <c:pt idx="11">
                <c:v>0.32542479046182426</c:v>
              </c:pt>
              <c:pt idx="12">
                <c:v>0.42378465929735576</c:v>
              </c:pt>
              <c:pt idx="13">
                <c:v>0.4977145192346929</c:v>
              </c:pt>
              <c:pt idx="14">
                <c:v>0.5660008397623267</c:v>
              </c:pt>
              <c:pt idx="15">
                <c:v>0.6073735165774967</c:v>
              </c:pt>
              <c:pt idx="16">
                <c:v>0.5988166804894188</c:v>
              </c:pt>
              <c:pt idx="17">
                <c:v>0.5239063480507887</c:v>
              </c:pt>
              <c:pt idx="18">
                <c:v>0.6291731976833971</c:v>
              </c:pt>
              <c:pt idx="19">
                <c:v>0.6984538413552288</c:v>
              </c:pt>
              <c:pt idx="20">
                <c:v>0.7427117035100677</c:v>
              </c:pt>
              <c:pt idx="21">
                <c:v>0.7965088575191975</c:v>
              </c:pt>
              <c:pt idx="22">
                <c:v>0.8386646737274839</c:v>
              </c:pt>
              <c:pt idx="23">
                <c:v>0.8845721307684982</c:v>
              </c:pt>
              <c:pt idx="24">
                <c:v>0.9289663741776333</c:v>
              </c:pt>
              <c:pt idx="25">
                <c:v>0.9446803187412447</c:v>
              </c:pt>
              <c:pt idx="26">
                <c:v>0.9830393101123032</c:v>
              </c:pt>
              <c:pt idx="27">
                <c:v>1.0127206178181152</c:v>
              </c:pt>
              <c:pt idx="28">
                <c:v>1.053568846692723</c:v>
              </c:pt>
              <c:pt idx="29">
                <c:v>1.0798519518684062</c:v>
              </c:pt>
              <c:pt idx="30">
                <c:v>1.0960970100540204</c:v>
              </c:pt>
              <c:pt idx="31">
                <c:v>1.1091696722739368</c:v>
              </c:pt>
            </c:numLit>
          </c:val>
          <c:smooth val="0"/>
        </c:ser>
        <c:ser>
          <c:idx val="1"/>
          <c:order val="1"/>
          <c:tx>
            <c:v>ONC2</c:v>
          </c:tx>
          <c:spPr>
            <a:solidFill xmlns:a="http://schemas.openxmlformats.org/drawingml/2006/main">
              <a:srgbClr val="4F8FB0"/>
            </a:solidFill>
            <a:ln xmlns:a="http://schemas.openxmlformats.org/drawingml/2006/main" w="28575">
              <a:solidFill>
                <a:srgbClr val="4F8FB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-0.6136013802155159</c:v>
              </c:pt>
              <c:pt idx="4">
                <c:v>-0.40888040664599334</c:v>
              </c:pt>
              <c:pt idx="5">
                <c:v>-0.2665541923287529</c:v>
              </c:pt>
              <c:pt idx="6">
                <c:v>-0.1803542154199067</c:v>
              </c:pt>
              <c:pt idx="7">
                <c:v>-0.05134063589119594</c:v>
              </c:pt>
              <c:pt idx="8">
                <c:v>0.0341435574268014</c:v>
              </c:pt>
              <c:pt idx="9">
                <c:v>0.13935414753865286</c:v>
              </c:pt>
              <c:pt idx="10">
                <c:v>0.24402253538384766</c:v>
              </c:pt>
              <c:pt idx="11">
                <c:v>0.3375688498968584</c:v>
              </c:pt>
              <c:pt idx="12">
                <c:v>0.4312663622627544</c:v>
              </c:pt>
              <c:pt idx="13">
                <c:v>0.5067244770484184</c:v>
              </c:pt>
              <c:pt idx="14">
                <c:v>0.5783261096198888</c:v>
              </c:pt>
              <c:pt idx="15">
                <c:v>0.6646550259311355</c:v>
              </c:pt>
              <c:pt idx="16">
                <c:v>0.6629120950031746</c:v>
              </c:pt>
              <c:pt idx="17">
                <c:v>0.6215607162771599</c:v>
              </c:pt>
              <c:pt idx="18">
                <c:v>0.6449277142232003</c:v>
              </c:pt>
              <c:pt idx="19">
                <c:v>0.6962516184797232</c:v>
              </c:pt>
              <c:pt idx="20">
                <c:v>0.7229604198643005</c:v>
              </c:pt>
              <c:pt idx="21">
                <c:v>0.7923888690233546</c:v>
              </c:pt>
              <c:pt idx="22">
                <c:v>0.8417273149748276</c:v>
              </c:pt>
              <c:pt idx="23">
                <c:v>0.8962916782217598</c:v>
              </c:pt>
              <c:pt idx="24">
                <c:v>0.9445088596339037</c:v>
              </c:pt>
              <c:pt idx="25">
                <c:v>0.9992411310486288</c:v>
              </c:pt>
              <c:pt idx="26">
                <c:v>1.038706266460083</c:v>
              </c:pt>
              <c:pt idx="27">
                <c:v>1.0594141248008433</c:v>
              </c:pt>
              <c:pt idx="28">
                <c:v>1.0778690615947826</c:v>
              </c:pt>
              <c:pt idx="29">
                <c:v>1.0939646538279981</c:v>
              </c:pt>
              <c:pt idx="30">
                <c:v>1.1198772977504952</c:v>
              </c:pt>
              <c:pt idx="31">
                <c:v>1.1458810818490808</c:v>
              </c:pt>
            </c:numLit>
          </c:val>
          <c:smooth val="0"/>
        </c:ser>
        <c:ser>
          <c:idx val="2"/>
          <c:order val="2"/>
          <c:tx>
            <c:v>ONC3</c:v>
          </c:tx>
          <c:spPr>
            <a:solidFill xmlns:a="http://schemas.openxmlformats.org/drawingml/2006/main">
              <a:srgbClr val="86B5CC"/>
            </a:solidFill>
            <a:ln xmlns:a="http://schemas.openxmlformats.org/drawingml/2006/main" w="28575">
              <a:solidFill>
                <a:srgbClr val="86B5C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-0.5556961053928426</c:v>
              </c:pt>
              <c:pt idx="4">
                <c:v>-0.25534583552882634</c:v>
              </c:pt>
              <c:pt idx="5">
                <c:v>-0.16442024933339275</c:v>
              </c:pt>
              <c:pt idx="6">
                <c:v>-0.04619972882630855</c:v>
              </c:pt>
              <c:pt idx="7">
                <c:v>0.04574314368099337</c:v>
              </c:pt>
              <c:pt idx="8">
                <c:v>0.14921400451946265</c:v>
              </c:pt>
              <c:pt idx="9">
                <c:v>0.2396993504661667</c:v>
              </c:pt>
              <c:pt idx="10">
                <c:v>0.327945172353852</c:v>
              </c:pt>
              <c:pt idx="11">
                <c:v>0.40660754652189923</c:v>
              </c:pt>
              <c:pt idx="12">
                <c:v>0.5017683694879849</c:v>
              </c:pt>
              <c:pt idx="13">
                <c:v>0.5782070979566236</c:v>
              </c:pt>
              <c:pt idx="14">
                <c:v>0.6465095761115918</c:v>
              </c:pt>
              <c:pt idx="15">
                <c:v>0.6933102469841754</c:v>
              </c:pt>
              <c:pt idx="16">
                <c:v>0.6734291843445439</c:v>
              </c:pt>
              <c:pt idx="17">
                <c:v>0.680116887476394</c:v>
              </c:pt>
              <c:pt idx="18">
                <c:v>0.6998569705012003</c:v>
              </c:pt>
              <c:pt idx="19">
                <c:v>0.7347534834821711</c:v>
              </c:pt>
              <c:pt idx="20">
                <c:v>0.8096825216759116</c:v>
              </c:pt>
              <c:pt idx="21">
                <c:v>0.8527462634181016</c:v>
              </c:pt>
              <c:pt idx="22">
                <c:v>0.9261374955436914</c:v>
              </c:pt>
              <c:pt idx="23">
                <c:v>0.9845188522015255</c:v>
              </c:pt>
              <c:pt idx="24">
                <c:v>1.0343192229963547</c:v>
              </c:pt>
              <c:pt idx="25">
                <c:v>1.0876005644732545</c:v>
              </c:pt>
              <c:pt idx="26">
                <c:v>1.1264998547011416</c:v>
              </c:pt>
              <c:pt idx="27">
                <c:v>1.160212723102978</c:v>
              </c:pt>
              <c:pt idx="28">
                <c:v>1.188341456374952</c:v>
              </c:pt>
              <c:pt idx="29">
                <c:v>1.2137235672555478</c:v>
              </c:pt>
              <c:pt idx="30">
                <c:v>1.2359211175265712</c:v>
              </c:pt>
              <c:pt idx="31">
                <c:v>1.2568320139977394</c:v>
              </c:pt>
            </c:numLit>
          </c:val>
          <c:smooth val="0"/>
        </c:ser>
        <c:ser>
          <c:idx val="3"/>
          <c:order val="3"/>
          <c:tx>
            <c:v>RES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-0.9717875591362026</c:v>
              </c:pt>
              <c:pt idx="4">
                <c:v>-0.7262619054688806</c:v>
              </c:pt>
              <c:pt idx="5">
                <c:v>-0.6212438211580642</c:v>
              </c:pt>
              <c:pt idx="6">
                <c:v>-0.49410823592248343</c:v>
              </c:pt>
              <c:pt idx="7">
                <c:v>-0.3311022505745324</c:v>
              </c:pt>
              <c:pt idx="8">
                <c:v>-0.21437442125630887</c:v>
              </c:pt>
              <c:pt idx="9">
                <c:v>-0.13687982576668312</c:v>
              </c:pt>
              <c:pt idx="10">
                <c:v>-0.1212125794743653</c:v>
              </c:pt>
              <c:pt idx="11">
                <c:v>-0.061043393916822564</c:v>
              </c:pt>
              <c:pt idx="12">
                <c:v>-0.027229764179422602</c:v>
              </c:pt>
              <c:pt idx="13">
                <c:v>0.029117715927530024</c:v>
              </c:pt>
              <c:pt idx="14">
                <c:v>0.0838257471486219</c:v>
              </c:pt>
              <c:pt idx="15">
                <c:v>1.0345672988824197</c:v>
              </c:pt>
              <c:pt idx="16">
                <c:v>1.733866988251023</c:v>
              </c:pt>
              <c:pt idx="17">
                <c:v>1.961811225672622</c:v>
              </c:pt>
              <c:pt idx="18">
                <c:v>1.9969677076931514</c:v>
              </c:pt>
              <c:pt idx="19">
                <c:v>1.9997364592035836</c:v>
              </c:pt>
              <c:pt idx="20">
                <c:v>2.0000434272768626</c:v>
              </c:pt>
              <c:pt idx="21">
                <c:v>2.0000434272768626</c:v>
              </c:pt>
              <c:pt idx="22">
                <c:v>2.0000434272768626</c:v>
              </c:pt>
              <c:pt idx="23">
                <c:v>2.0000434272768626</c:v>
              </c:pt>
              <c:pt idx="24">
                <c:v>2.0000434272768626</c:v>
              </c:pt>
              <c:pt idx="25">
                <c:v>2.0000434272768626</c:v>
              </c:pt>
              <c:pt idx="26">
                <c:v>2.0000434272768626</c:v>
              </c:pt>
              <c:pt idx="27">
                <c:v>2.0000434272768626</c:v>
              </c:pt>
              <c:pt idx="28">
                <c:v>2.0000434272768626</c:v>
              </c:pt>
              <c:pt idx="29">
                <c:v>2.0000434272768626</c:v>
              </c:pt>
              <c:pt idx="30">
                <c:v>2.0000434272768626</c:v>
              </c:pt>
              <c:pt idx="31">
                <c:v>2.0000434272768626</c:v>
              </c:pt>
            </c:numLit>
          </c:val>
          <c:smooth val="0"/>
        </c:ser>
        <c:ser>
          <c:idx val="4"/>
          <c:order val="4"/>
          <c:tx>
            <c:v>TSG1 任一擊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28575">
              <a:solidFill>
                <a:srgbClr val="6C5B9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-2</c:v>
              </c:pt>
              <c:pt idx="1">
                <c:v>-2</c:v>
              </c:pt>
              <c:pt idx="2">
                <c:v>-0.46002661028163905</c:v>
              </c:pt>
              <c:pt idx="3">
                <c:v>-0.1324273633202751</c:v>
              </c:pt>
              <c:pt idx="4">
                <c:v>-0.10553939432874024</c:v>
              </c:pt>
              <c:pt idx="5">
                <c:v>-0.0025912475694833655</c:v>
              </c:pt>
              <c:pt idx="6">
                <c:v>0.06394087860661585</c:v>
              </c:pt>
              <c:pt idx="7">
                <c:v>0.1283108249350409</c:v>
              </c:pt>
              <c:pt idx="8">
                <c:v>0.15875884386348396</c:v>
              </c:pt>
              <c:pt idx="9">
                <c:v>0.22496345562523581</c:v>
              </c:pt>
              <c:pt idx="10">
                <c:v>0.2564120825757303</c:v>
              </c:pt>
              <c:pt idx="11">
                <c:v>0.303447678597414</c:v>
              </c:pt>
              <c:pt idx="12">
                <c:v>0.36752716295238574</c:v>
              </c:pt>
              <c:pt idx="13">
                <c:v>0.40149429625125693</c:v>
              </c:pt>
              <c:pt idx="14">
                <c:v>0.4339769014278543</c:v>
              </c:pt>
              <c:pt idx="15">
                <c:v>0.4704855273879941</c:v>
              </c:pt>
              <c:pt idx="16">
                <c:v>0.4784463785496791</c:v>
              </c:pt>
              <c:pt idx="17">
                <c:v>0.48914291114309905</c:v>
              </c:pt>
              <c:pt idx="18">
                <c:v>0.509081863730203</c:v>
              </c:pt>
              <c:pt idx="19">
                <c:v>0.5832274064196385</c:v>
              </c:pt>
              <c:pt idx="20">
                <c:v>0.620142155488148</c:v>
              </c:pt>
              <c:pt idx="21">
                <c:v>0.6301568744511142</c:v>
              </c:pt>
              <c:pt idx="22">
                <c:v>0.6283178332999356</c:v>
              </c:pt>
              <c:pt idx="23">
                <c:v>0.6325703835096824</c:v>
              </c:pt>
              <c:pt idx="24">
                <c:v>0.6486025443384406</c:v>
              </c:pt>
              <c:pt idx="25">
                <c:v>0.684233600220458</c:v>
              </c:pt>
              <c:pt idx="26">
                <c:v>0.7159584052587094</c:v>
              </c:pt>
              <c:pt idx="27">
                <c:v>0.724674753648655</c:v>
              </c:pt>
              <c:pt idx="28">
                <c:v>0.7600712541019221</c:v>
              </c:pt>
              <c:pt idx="29">
                <c:v>0.7878542744226237</c:v>
              </c:pt>
              <c:pt idx="30">
                <c:v>0.808544869370963</c:v>
              </c:pt>
              <c:pt idx="31">
                <c:v>0.819141726379135</c:v>
              </c:pt>
            </c:numLit>
          </c:val>
          <c:smooth val="0"/>
        </c:ser>
        <c:ser>
          <c:idx val="5"/>
          <c:order val="5"/>
          <c:tx>
            <c:v>passenger 平均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12383">
              <a:solidFill>
                <a:srgbClr val="65758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2"/>
              <c:pt idx="0">
                <c:v>-14</c:v>
              </c:pt>
              <c:pt idx="1">
                <c:v>-13</c:v>
              </c:pt>
              <c:pt idx="2">
                <c:v>-12</c:v>
              </c:pt>
              <c:pt idx="3">
                <c:v>-11</c:v>
              </c:pt>
              <c:pt idx="4">
                <c:v>-10</c:v>
              </c:pt>
              <c:pt idx="5">
                <c:v>-9</c:v>
              </c:pt>
              <c:pt idx="6">
                <c:v>-8</c:v>
              </c:pt>
              <c:pt idx="7">
                <c:v>-7</c:v>
              </c:pt>
              <c:pt idx="8">
                <c:v>-6</c:v>
              </c:pt>
              <c:pt idx="9">
                <c:v>-5</c:v>
              </c:pt>
              <c:pt idx="10">
                <c:v>-4</c:v>
              </c:pt>
              <c:pt idx="11">
                <c:v>-3</c:v>
              </c:pt>
              <c:pt idx="12">
                <c:v>-2</c:v>
              </c:pt>
              <c:pt idx="13">
                <c:v>-1</c:v>
              </c:pt>
              <c:pt idx="14">
                <c:v>0</c:v>
              </c:pt>
              <c:pt idx="15">
                <c:v>1</c:v>
              </c:pt>
              <c:pt idx="16">
                <c:v>2</c:v>
              </c:pt>
              <c:pt idx="17">
                <c:v>3</c:v>
              </c:pt>
              <c:pt idx="18">
                <c:v>4</c:v>
              </c:pt>
              <c:pt idx="19">
                <c:v>5</c:v>
              </c:pt>
              <c:pt idx="20">
                <c:v>6</c:v>
              </c:pt>
              <c:pt idx="21">
                <c:v>7</c:v>
              </c:pt>
              <c:pt idx="22">
                <c:v>8</c:v>
              </c:pt>
              <c:pt idx="23">
                <c:v>9</c:v>
              </c:pt>
              <c:pt idx="24">
                <c:v>10</c:v>
              </c:pt>
              <c:pt idx="25">
                <c:v>11</c:v>
              </c:pt>
              <c:pt idx="26">
                <c:v>12</c:v>
              </c:pt>
              <c:pt idx="27">
                <c:v>13</c:v>
              </c:pt>
              <c:pt idx="28">
                <c:v>14</c:v>
              </c:pt>
              <c:pt idx="29">
                <c:v>15</c:v>
              </c:pt>
              <c:pt idx="30">
                <c:v>16</c:v>
              </c:pt>
              <c:pt idx="31">
                <c:v>17</c:v>
              </c:pt>
            </c:numLit>
          </c:cat>
          <c:val>
            <c:numLit>
              <c:formatCode>0.0</c:formatCode>
              <c:ptCount val="32"/>
              <c:pt idx="0">
                <c:v>-1.2012799495545525</c:v>
              </c:pt>
              <c:pt idx="1">
                <c:v>-0.7392464477587732</c:v>
              </c:pt>
              <c:pt idx="2">
                <c:v>-0.5504456098015891</c:v>
              </c:pt>
              <c:pt idx="3">
                <c:v>-0.4163503535080638</c:v>
              </c:pt>
              <c:pt idx="4">
                <c:v>-0.32527490657072133</c:v>
              </c:pt>
              <c:pt idx="5">
                <c:v>-0.2532005265999393</c:v>
              </c:pt>
              <c:pt idx="6">
                <c:v>-0.17954303816027778</c:v>
              </c:pt>
              <c:pt idx="7">
                <c:v>-0.1201498076613998</c:v>
              </c:pt>
              <c:pt idx="8">
                <c:v>-0.06182213697865574</c:v>
              </c:pt>
              <c:pt idx="9">
                <c:v>-0.014063283667513289</c:v>
              </c:pt>
              <c:pt idx="10">
                <c:v>0.01895726480403617</c:v>
              </c:pt>
              <c:pt idx="11">
                <c:v>0.0668880988017812</c:v>
              </c:pt>
              <c:pt idx="12">
                <c:v>0.102910102991626</c:v>
              </c:pt>
              <c:pt idx="13">
                <c:v>0.1427109260263814</c:v>
              </c:pt>
              <c:pt idx="14">
                <c:v>0.17240650609132727</c:v>
              </c:pt>
              <c:pt idx="15">
                <c:v>0.19329556148759744</c:v>
              </c:pt>
              <c:pt idx="16">
                <c:v>0.1861789538836785</c:v>
              </c:pt>
              <c:pt idx="17">
                <c:v>0.12664620993752748</c:v>
              </c:pt>
              <c:pt idx="18">
                <c:v>0.15651042427360548</c:v>
              </c:pt>
              <c:pt idx="19">
                <c:v>0.17500582090896719</c:v>
              </c:pt>
              <c:pt idx="20">
                <c:v>0.2087467495362435</c:v>
              </c:pt>
              <c:pt idx="21">
                <c:v>0.24100436873304582</c:v>
              </c:pt>
              <c:pt idx="22">
                <c:v>0.26112700906599146</c:v>
              </c:pt>
              <c:pt idx="23">
                <c:v>0.28181588230775173</c:v>
              </c:pt>
              <c:pt idx="24">
                <c:v>0.30281684986325325</c:v>
              </c:pt>
              <c:pt idx="25">
                <c:v>0.32444380319070143</c:v>
              </c:pt>
              <c:pt idx="26">
                <c:v>0.34222377114828606</c:v>
              </c:pt>
              <c:pt idx="27">
                <c:v>0.3534811075127066</c:v>
              </c:pt>
              <c:pt idx="28">
                <c:v>0.3686438717003129</c:v>
              </c:pt>
              <c:pt idx="29">
                <c:v>0.3810222512094667</c:v>
              </c:pt>
              <c:pt idx="30">
                <c:v>0.39866317745918733</c:v>
              </c:pt>
              <c:pt idx="31">
                <c:v>0.4182143636735733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相對治療開始的世代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-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log₁₀(突變細胞 % + 0.01)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復發試驗數</c:v>
          </c:tx>
          <c:spPr>
            <a:solidFill xmlns:a="http://schemas.openxmlformats.org/drawingml/2006/main">
              <a:srgbClr val="A74F3D"/>
            </a:solidFill>
          </c:spPr>
          <c:cat>
            <c:numLit>
              <c:formatCode>General</c:formatCode>
              <c:ptCount val="9"/>
              <c:pt idx="0">
                <c:v>23</c:v>
              </c:pt>
              <c:pt idx="1">
                <c:v>24</c:v>
              </c:pt>
              <c:pt idx="2">
                <c:v>25</c:v>
              </c:pt>
              <c:pt idx="3">
                <c:v>26</c:v>
              </c:pt>
              <c:pt idx="4">
                <c:v>27</c:v>
              </c:pt>
              <c:pt idx="5">
                <c:v>28</c:v>
              </c:pt>
              <c:pt idx="6">
                <c:v>29</c:v>
              </c:pt>
              <c:pt idx="7">
                <c:v>30</c:v>
              </c:pt>
              <c:pt idx="8">
                <c:v>31</c:v>
              </c:pt>
            </c:numLit>
          </c:cat>
          <c:val>
            <c:numLit>
              <c:formatCode>0</c:formatCode>
              <c:ptCount val="9"/>
              <c:pt idx="0">
                <c:v>1</c:v>
              </c:pt>
              <c:pt idx="1">
                <c:v>0</c:v>
              </c:pt>
              <c:pt idx="2">
                <c:v>1</c:v>
              </c:pt>
              <c:pt idx="3">
                <c:v>5</c:v>
              </c:pt>
              <c:pt idx="4">
                <c:v>6</c:v>
              </c:pt>
              <c:pt idx="5">
                <c:v>8</c:v>
              </c:pt>
              <c:pt idx="6">
                <c:v>6</c:v>
              </c:pt>
              <c:pt idx="7">
                <c:v>2</c:v>
              </c:pt>
              <c:pt idx="8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首次復發世代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試驗數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模擬（200 次）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11"/>
              <c:pt idx="0">
                <c:v>2</c:v>
              </c:pt>
              <c:pt idx="1">
                <c:v>2.1760912590556813</c:v>
              </c:pt>
              <c:pt idx="2">
                <c:v>2.3010299956639813</c:v>
              </c:pt>
              <c:pt idx="3">
                <c:v>2.4771212547196626</c:v>
              </c:pt>
              <c:pt idx="4">
                <c:v>2.6989700043360187</c:v>
              </c:pt>
              <c:pt idx="5">
                <c:v>2.845098040014257</c:v>
              </c:pt>
              <c:pt idx="6">
                <c:v>3</c:v>
              </c:pt>
              <c:pt idx="7">
                <c:v>3.1760912590556813</c:v>
              </c:pt>
              <c:pt idx="8">
                <c:v>3.3010299956639813</c:v>
              </c:pt>
              <c:pt idx="9">
                <c:v>3.4771212547196626</c:v>
              </c:pt>
              <c:pt idx="10">
                <c:v>3.6989700043360187</c:v>
              </c:pt>
            </c:numLit>
          </c:xVal>
          <c:yVal>
            <c:numLit>
              <c:formatCode>#,##0</c:formatCode>
              <c:ptCount val="11"/>
              <c:pt idx="0">
                <c:v>99.5</c:v>
              </c:pt>
              <c:pt idx="1">
                <c:v>83.5</c:v>
              </c:pt>
              <c:pt idx="2">
                <c:v>79</c:v>
              </c:pt>
              <c:pt idx="3">
                <c:v>60.5</c:v>
              </c:pt>
              <c:pt idx="4">
                <c:v>40</c:v>
              </c:pt>
              <c:pt idx="5">
                <c:v>21</c:v>
              </c:pt>
              <c:pt idx="6">
                <c:v>10</c:v>
              </c:pt>
              <c:pt idx="7">
                <c:v>3</c:v>
              </c:pt>
              <c:pt idx="8">
                <c:v>0.5</c:v>
              </c:pt>
              <c:pt idx="9">
                <c:v>0.5</c:v>
              </c:pt>
              <c:pt idx="10">
                <c:v>0</c:v>
              </c:pt>
            </c:numLit>
          </c:yVal>
        </c:ser>
        <c:ser>
          <c:idx val="1"/>
          <c:order val="1"/>
          <c:tx>
            <c:v>分枝過程理論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14288">
              <a:solidFill>
                <a:srgbClr val="173042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173042"/>
              </a:solidFill>
            </c:spPr>
          </c:marker>
          <c:xVal>
            <c:numLit>
              <c:formatCode>General</c:formatCode>
              <c:ptCount val="11"/>
              <c:pt idx="0">
                <c:v>2</c:v>
              </c:pt>
              <c:pt idx="1">
                <c:v>2.1760912590556813</c:v>
              </c:pt>
              <c:pt idx="2">
                <c:v>2.3010299956639813</c:v>
              </c:pt>
              <c:pt idx="3">
                <c:v>2.4771212547196626</c:v>
              </c:pt>
              <c:pt idx="4">
                <c:v>2.6989700043360187</c:v>
              </c:pt>
              <c:pt idx="5">
                <c:v>2.845098040014257</c:v>
              </c:pt>
              <c:pt idx="6">
                <c:v>3</c:v>
              </c:pt>
              <c:pt idx="7">
                <c:v>3.1760912590556813</c:v>
              </c:pt>
              <c:pt idx="8">
                <c:v>3.3010299956639813</c:v>
              </c:pt>
              <c:pt idx="9">
                <c:v>3.4771212547196626</c:v>
              </c:pt>
              <c:pt idx="10">
                <c:v>3.6989700043360187</c:v>
              </c:pt>
            </c:numLit>
          </c:xVal>
          <c:yVal>
            <c:numLit>
              <c:formatCode>#,##0</c:formatCode>
              <c:ptCount val="11"/>
              <c:pt idx="0">
                <c:v>99.13569642081578</c:v>
              </c:pt>
              <c:pt idx="1">
                <c:v>81.75284527794818</c:v>
              </c:pt>
              <c:pt idx="2">
                <c:v>81.75284527794818</c:v>
              </c:pt>
              <c:pt idx="3">
                <c:v>54.59913753928619</c:v>
              </c:pt>
              <c:pt idx="4">
                <c:v>38.84151078534612</c:v>
              </c:pt>
              <c:pt idx="5">
                <c:v>23.87337618999074</c:v>
              </c:pt>
              <c:pt idx="6">
                <c:v>11.910895897934425</c:v>
              </c:pt>
              <c:pt idx="7">
                <c:v>4.412293183179083</c:v>
              </c:pt>
              <c:pt idx="8">
                <c:v>1.068456493880592</c:v>
              </c:pt>
              <c:pt idx="9">
                <c:v>0.14099958182364586</c:v>
              </c:pt>
              <c:pt idx="10">
                <c:v>0.007820286517347909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治癒機率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3.8"/>
          <c:min val="1.9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log₁₀(開始治療時的細胞數)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基準預測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15.281510160711303</c:v>
              </c:pt>
              <c:pt idx="1">
                <c:v>13.086037167758624</c:v>
              </c:pt>
              <c:pt idx="2">
                <c:v>13.15037435250641</c:v>
              </c:pt>
              <c:pt idx="3">
                <c:v>15.655365528079301</c:v>
              </c:pt>
              <c:pt idx="4">
                <c:v>13.8766227190283</c:v>
              </c:pt>
              <c:pt idx="5">
                <c:v>12.80108280650726</c:v>
              </c:pt>
              <c:pt idx="6">
                <c:v>15.71755302466868</c:v>
              </c:pt>
              <c:pt idx="7">
                <c:v>14.718686148462632</c:v>
              </c:pt>
              <c:pt idx="8">
                <c:v>13.839951222961265</c:v>
              </c:pt>
              <c:pt idx="9">
                <c:v>13.714373427937849</c:v>
              </c:pt>
              <c:pt idx="10">
                <c:v>13.266122680018185</c:v>
              </c:pt>
              <c:pt idx="11">
                <c:v>16.368377820681296</c:v>
              </c:pt>
              <c:pt idx="12">
                <c:v>11.366234396036589</c:v>
              </c:pt>
              <c:pt idx="13">
                <c:v>13.078087346534016</c:v>
              </c:pt>
              <c:pt idx="14">
                <c:v>14.660358238831236</c:v>
              </c:pt>
              <c:pt idx="15">
                <c:v>14.833327660346074</c:v>
              </c:pt>
              <c:pt idx="16">
                <c:v>15.165119874648942</c:v>
              </c:pt>
              <c:pt idx="17">
                <c:v>14.662025119804449</c:v>
              </c:pt>
              <c:pt idx="18">
                <c:v>10.859862983211</c:v>
              </c:pt>
              <c:pt idx="19">
                <c:v>14.012324321586759</c:v>
              </c:pt>
              <c:pt idx="20">
                <c:v>15.39642113046661</c:v>
              </c:pt>
              <c:pt idx="21">
                <c:v>14.589862842844935</c:v>
              </c:pt>
              <c:pt idx="22">
                <c:v>13.505695113090296</c:v>
              </c:pt>
              <c:pt idx="23">
                <c:v>14.01362556843527</c:v>
              </c:pt>
              <c:pt idx="24">
                <c:v>14.72486799270908</c:v>
              </c:pt>
              <c:pt idx="25">
                <c:v>13.836744949180416</c:v>
              </c:pt>
              <c:pt idx="26">
                <c:v>14.569732133466596</c:v>
              </c:pt>
              <c:pt idx="27">
                <c:v>12.571348813771703</c:v>
              </c:pt>
              <c:pt idx="28">
                <c:v>12.198233978863598</c:v>
              </c:pt>
              <c:pt idx="29">
                <c:v>15.06760945453086</c:v>
              </c:pt>
            </c:numLit>
          </c:xVal>
          <c:yVal>
            <c:numLit>
              <c:formatCode>#,##0</c:formatCode>
              <c:ptCount val="30"/>
              <c:pt idx="0">
                <c:v>14</c:v>
              </c:pt>
              <c:pt idx="1">
                <c:v>13</c:v>
              </c:pt>
              <c:pt idx="2">
                <c:v>13</c:v>
              </c:pt>
              <c:pt idx="3">
                <c:v>15</c:v>
              </c:pt>
              <c:pt idx="4">
                <c:v>13</c:v>
              </c:pt>
              <c:pt idx="5">
                <c:v>11</c:v>
              </c:pt>
              <c:pt idx="6">
                <c:v>13</c:v>
              </c:pt>
              <c:pt idx="7">
                <c:v>13</c:v>
              </c:pt>
              <c:pt idx="8">
                <c:v>13</c:v>
              </c:pt>
              <c:pt idx="9">
                <c:v>12</c:v>
              </c:pt>
              <c:pt idx="10">
                <c:v>12</c:v>
              </c:pt>
              <c:pt idx="11">
                <c:v>16</c:v>
              </c:pt>
              <c:pt idx="12">
                <c:v>9</c:v>
              </c:pt>
              <c:pt idx="13">
                <c:v>10</c:v>
              </c:pt>
              <c:pt idx="14">
                <c:v>12</c:v>
              </c:pt>
              <c:pt idx="15">
                <c:v>13</c:v>
              </c:pt>
              <c:pt idx="16">
                <c:v>14</c:v>
              </c:pt>
              <c:pt idx="17">
                <c:v>14</c:v>
              </c:pt>
              <c:pt idx="18">
                <c:v>11</c:v>
              </c:pt>
              <c:pt idx="19">
                <c:v>12</c:v>
              </c:pt>
              <c:pt idx="20">
                <c:v>12</c:v>
              </c:pt>
              <c:pt idx="21">
                <c:v>13</c:v>
              </c:pt>
              <c:pt idx="22">
                <c:v>11</c:v>
              </c:pt>
              <c:pt idx="23">
                <c:v>11</c:v>
              </c:pt>
              <c:pt idx="24">
                <c:v>12</c:v>
              </c:pt>
              <c:pt idx="25">
                <c:v>13</c:v>
              </c:pt>
              <c:pt idx="26">
                <c:v>13</c:v>
              </c:pt>
              <c:pt idx="27">
                <c:v>12</c:v>
              </c:pt>
              <c:pt idx="28">
                <c:v>12</c:v>
              </c:pt>
              <c:pt idx="29">
                <c:v>14</c:v>
              </c:pt>
            </c:numLit>
          </c:yVal>
        </c:ser>
        <c:ser>
          <c:idx val="1"/>
          <c:order val="1"/>
          <c:tx>
            <c:v>考慮基因型組成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14.19</c:v>
              </c:pt>
              <c:pt idx="1">
                <c:v>12.28</c:v>
              </c:pt>
              <c:pt idx="2">
                <c:v>12.68</c:v>
              </c:pt>
              <c:pt idx="3">
                <c:v>14.06</c:v>
              </c:pt>
              <c:pt idx="4">
                <c:v>12.81</c:v>
              </c:pt>
              <c:pt idx="5">
                <c:v>10.65</c:v>
              </c:pt>
              <c:pt idx="6">
                <c:v>12.47</c:v>
              </c:pt>
              <c:pt idx="7">
                <c:v>13.94</c:v>
              </c:pt>
              <c:pt idx="8">
                <c:v>12.33</c:v>
              </c:pt>
              <c:pt idx="9">
                <c:v>11.11</c:v>
              </c:pt>
              <c:pt idx="10">
                <c:v>11.29</c:v>
              </c:pt>
              <c:pt idx="11">
                <c:v>15.15</c:v>
              </c:pt>
              <c:pt idx="12">
                <c:v>8.01</c:v>
              </c:pt>
              <c:pt idx="13">
                <c:v>9.81</c:v>
              </c:pt>
              <c:pt idx="14">
                <c:v>12.290000000000001</c:v>
              </c:pt>
              <c:pt idx="15">
                <c:v>12.65</c:v>
              </c:pt>
              <c:pt idx="16">
                <c:v>13.44</c:v>
              </c:pt>
              <c:pt idx="17">
                <c:v>13.55</c:v>
              </c:pt>
              <c:pt idx="18">
                <c:v>10.56</c:v>
              </c:pt>
              <c:pt idx="19">
                <c:v>11.71</c:v>
              </c:pt>
              <c:pt idx="20">
                <c:v>11.69</c:v>
              </c:pt>
              <c:pt idx="21">
                <c:v>12.23</c:v>
              </c:pt>
              <c:pt idx="22">
                <c:v>10.45</c:v>
              </c:pt>
              <c:pt idx="23">
                <c:v>11.38</c:v>
              </c:pt>
              <c:pt idx="24">
                <c:v>12.57</c:v>
              </c:pt>
              <c:pt idx="25">
                <c:v>12.55</c:v>
              </c:pt>
              <c:pt idx="26">
                <c:v>13.09</c:v>
              </c:pt>
              <c:pt idx="27">
                <c:v>11.53</c:v>
              </c:pt>
              <c:pt idx="28">
                <c:v>11.55</c:v>
              </c:pt>
              <c:pt idx="29">
                <c:v>13.35</c:v>
              </c:pt>
            </c:numLit>
          </c:xVal>
          <c:yVal>
            <c:numLit>
              <c:formatCode>#,##0</c:formatCode>
              <c:ptCount val="30"/>
              <c:pt idx="0">
                <c:v>14</c:v>
              </c:pt>
              <c:pt idx="1">
                <c:v>13</c:v>
              </c:pt>
              <c:pt idx="2">
                <c:v>13</c:v>
              </c:pt>
              <c:pt idx="3">
                <c:v>15</c:v>
              </c:pt>
              <c:pt idx="4">
                <c:v>13</c:v>
              </c:pt>
              <c:pt idx="5">
                <c:v>11</c:v>
              </c:pt>
              <c:pt idx="6">
                <c:v>13</c:v>
              </c:pt>
              <c:pt idx="7">
                <c:v>13</c:v>
              </c:pt>
              <c:pt idx="8">
                <c:v>13</c:v>
              </c:pt>
              <c:pt idx="9">
                <c:v>12</c:v>
              </c:pt>
              <c:pt idx="10">
                <c:v>12</c:v>
              </c:pt>
              <c:pt idx="11">
                <c:v>16</c:v>
              </c:pt>
              <c:pt idx="12">
                <c:v>9</c:v>
              </c:pt>
              <c:pt idx="13">
                <c:v>10</c:v>
              </c:pt>
              <c:pt idx="14">
                <c:v>12</c:v>
              </c:pt>
              <c:pt idx="15">
                <c:v>13</c:v>
              </c:pt>
              <c:pt idx="16">
                <c:v>14</c:v>
              </c:pt>
              <c:pt idx="17">
                <c:v>14</c:v>
              </c:pt>
              <c:pt idx="18">
                <c:v>11</c:v>
              </c:pt>
              <c:pt idx="19">
                <c:v>12</c:v>
              </c:pt>
              <c:pt idx="20">
                <c:v>12</c:v>
              </c:pt>
              <c:pt idx="21">
                <c:v>13</c:v>
              </c:pt>
              <c:pt idx="22">
                <c:v>11</c:v>
              </c:pt>
              <c:pt idx="23">
                <c:v>11</c:v>
              </c:pt>
              <c:pt idx="24">
                <c:v>12</c:v>
              </c:pt>
              <c:pt idx="25">
                <c:v>13</c:v>
              </c:pt>
              <c:pt idx="26">
                <c:v>13</c:v>
              </c:pt>
              <c:pt idx="27">
                <c:v>12</c:v>
              </c:pt>
              <c:pt idx="28">
                <c:v>12</c:v>
              </c:pt>
              <c:pt idx="29">
                <c:v>14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8"/>
          <c:min val="7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觀察到的復發延遲（代）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8"/>
          <c:min val="7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預測的復發延遲（治療開始後的代數）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持續用藥</c:v>
          </c:tx>
          <c:spPr>
            <a:solidFill xmlns:a="http://schemas.openxmlformats.org/drawingml/2006/main">
              <a:srgbClr val="236B8E"/>
            </a:solidFill>
          </c:spPr>
          <c:cat>
            <c:strLit>
              <c:ptCount val="4"/>
              <c:pt idx="0">
                <c:v>無競爭</c:v>
              </c:pt>
              <c:pt idx="1">
                <c:v>無競爭＋代價</c:v>
              </c:pt>
              <c:pt idx="2">
                <c:v>競爭</c:v>
              </c:pt>
              <c:pt idx="3">
                <c:v>競爭＋代價</c:v>
              </c:pt>
            </c:strLit>
          </c:cat>
          <c:val>
            <c:numLit>
              <c:formatCode>0.0</c:formatCode>
              <c:ptCount val="4"/>
              <c:pt idx="0">
                <c:v>13</c:v>
              </c:pt>
              <c:pt idx="1">
                <c:v>16.5</c:v>
              </c:pt>
              <c:pt idx="2">
                <c:v>14</c:v>
              </c:pt>
              <c:pt idx="3">
                <c:v>17.5</c:v>
              </c:pt>
            </c:numLit>
          </c:val>
        </c:ser>
        <c:ser>
          <c:idx val="1"/>
          <c:order val="1"/>
          <c:tx>
            <c:v>間歇（適應性）</c:v>
          </c:tx>
          <c:spPr>
            <a:solidFill xmlns:a="http://schemas.openxmlformats.org/drawingml/2006/main">
              <a:srgbClr val="A74F3D"/>
            </a:solidFill>
          </c:spPr>
          <c:cat>
            <c:strLit>
              <c:ptCount val="4"/>
              <c:pt idx="0">
                <c:v>無競爭</c:v>
              </c:pt>
              <c:pt idx="1">
                <c:v>無競爭＋代價</c:v>
              </c:pt>
              <c:pt idx="2">
                <c:v>競爭</c:v>
              </c:pt>
              <c:pt idx="3">
                <c:v>競爭＋代價</c:v>
              </c:pt>
            </c:strLit>
          </c:cat>
          <c:val>
            <c:numLit>
              <c:formatCode>0.0</c:formatCode>
              <c:ptCount val="4"/>
              <c:pt idx="0">
                <c:v>11</c:v>
              </c:pt>
              <c:pt idx="1">
                <c:v>15</c:v>
              </c:pt>
              <c:pt idx="2">
                <c:v>16</c:v>
              </c:pt>
              <c:pt idx="3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模型設定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惡化時間中位數（代）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無 TSG 優勢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28575">
              <a:solidFill>
                <a:srgbClr val="65758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142.5</c:v>
              </c:pt>
              <c:pt idx="2">
                <c:v>204.5</c:v>
              </c:pt>
              <c:pt idx="3">
                <c:v>300.5</c:v>
              </c:pt>
              <c:pt idx="4">
                <c:v>423.5</c:v>
              </c:pt>
              <c:pt idx="5">
                <c:v>617</c:v>
              </c:pt>
              <c:pt idx="6">
                <c:v>883</c:v>
              </c:pt>
              <c:pt idx="7">
                <c:v>1287</c:v>
              </c:pt>
              <c:pt idx="8">
                <c:v>1829.5</c:v>
              </c:pt>
              <c:pt idx="9">
                <c:v>2606.5</c:v>
              </c:pt>
              <c:pt idx="10">
                <c:v>3778.5</c:v>
              </c:pt>
              <c:pt idx="11">
                <c:v>5424</c:v>
              </c:pt>
              <c:pt idx="12">
                <c:v>7813</c:v>
              </c:pt>
              <c:pt idx="13">
                <c:v>11321</c:v>
              </c:pt>
              <c:pt idx="14">
                <c:v>16515.5</c:v>
              </c:pt>
              <c:pt idx="15">
                <c:v>23969</c:v>
              </c:pt>
              <c:pt idx="16">
                <c:v>35159</c:v>
              </c:pt>
              <c:pt idx="17">
                <c:v>51773.5</c:v>
              </c:pt>
              <c:pt idx="18">
                <c:v>76445.5</c:v>
              </c:pt>
            </c:numLit>
          </c:val>
          <c:smooth val="0"/>
        </c:ser>
        <c:ser>
          <c:idx val="1"/>
          <c:order val="1"/>
          <c:tx>
            <c:v>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132.7</c:v>
              </c:pt>
              <c:pt idx="2">
                <c:v>178.7</c:v>
              </c:pt>
              <c:pt idx="3">
                <c:v>256</c:v>
              </c:pt>
              <c:pt idx="4">
                <c:v>370.5</c:v>
              </c:pt>
              <c:pt idx="5">
                <c:v>533.3</c:v>
              </c:pt>
              <c:pt idx="6">
                <c:v>756.3</c:v>
              </c:pt>
              <c:pt idx="7">
                <c:v>1079.7</c:v>
              </c:pt>
              <c:pt idx="8">
                <c:v>1572.8</c:v>
              </c:pt>
              <c:pt idx="9">
                <c:v>2331.6</c:v>
              </c:pt>
              <c:pt idx="10">
                <c:v>3375.5</c:v>
              </c:pt>
              <c:pt idx="11">
                <c:v>4890.9</c:v>
              </c:pt>
              <c:pt idx="12">
                <c:v>7254.8</c:v>
              </c:pt>
              <c:pt idx="13">
                <c:v>10640.7</c:v>
              </c:pt>
              <c:pt idx="14">
                <c:v>15780.7</c:v>
              </c:pt>
              <c:pt idx="15">
                <c:v>23577.1</c:v>
              </c:pt>
              <c:pt idx="16">
                <c:v>35262.5</c:v>
              </c:pt>
              <c:pt idx="17">
                <c:v>53111.3</c:v>
              </c:pt>
              <c:pt idx="18">
                <c:v>81349.8</c:v>
              </c:pt>
            </c:numLit>
          </c:val>
          <c:smooth val="0"/>
        </c:ser>
        <c:ser>
          <c:idx val="1"/>
          <c:order val="1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one-hit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153.3</c:v>
              </c:pt>
              <c:pt idx="2">
                <c:v>219</c:v>
              </c:pt>
              <c:pt idx="3">
                <c:v>330.5</c:v>
              </c:pt>
              <c:pt idx="4">
                <c:v>484.1</c:v>
              </c:pt>
              <c:pt idx="5">
                <c:v>704.9</c:v>
              </c:pt>
              <c:pt idx="6">
                <c:v>1021.5</c:v>
              </c:pt>
              <c:pt idx="7">
                <c:v>1438.6000000000001</c:v>
              </c:pt>
              <c:pt idx="8">
                <c:v>2125.4</c:v>
              </c:pt>
              <c:pt idx="9">
                <c:v>3047.1000000000004</c:v>
              </c:pt>
              <c:pt idx="10">
                <c:v>4439.1</c:v>
              </c:pt>
              <c:pt idx="11">
                <c:v>6457.000000000001</c:v>
              </c:pt>
              <c:pt idx="12">
                <c:v>9533.2</c:v>
              </c:pt>
              <c:pt idx="13">
                <c:v>14161.200000000003</c:v>
              </c:pt>
              <c:pt idx="14">
                <c:v>20945.500000000004</c:v>
              </c:pt>
              <c:pt idx="15">
                <c:v>31556.100000000006</c:v>
              </c:pt>
              <c:pt idx="16">
                <c:v>48581.00000000001</c:v>
              </c:pt>
              <c:pt idx="17">
                <c:v>77948</c:v>
              </c:pt>
              <c:pt idx="18">
                <c:v>121569.40000000001</c:v>
              </c:pt>
            </c:numLit>
          </c:val>
          <c:smooth val="0"/>
        </c:ser>
        <c:ser>
          <c:idx val="3"/>
          <c:order val="3"/>
          <c:tx>
            <c:v>two-hit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130.7</c:v>
              </c:pt>
              <c:pt idx="2">
                <c:v>182.6</c:v>
              </c:pt>
              <c:pt idx="3">
                <c:v>246</c:v>
              </c:pt>
              <c:pt idx="4">
                <c:v>361.9</c:v>
              </c:pt>
              <c:pt idx="5">
                <c:v>501.6</c:v>
              </c:pt>
              <c:pt idx="6">
                <c:v>730.8</c:v>
              </c:pt>
              <c:pt idx="7">
                <c:v>1047.7</c:v>
              </c:pt>
              <c:pt idx="8">
                <c:v>1486</c:v>
              </c:pt>
              <c:pt idx="9">
                <c:v>2132.6</c:v>
              </c:pt>
              <c:pt idx="10">
                <c:v>3041.6</c:v>
              </c:pt>
              <c:pt idx="11">
                <c:v>4395.7</c:v>
              </c:pt>
              <c:pt idx="12">
                <c:v>6343</c:v>
              </c:pt>
              <c:pt idx="13">
                <c:v>9139.5</c:v>
              </c:pt>
              <c:pt idx="14">
                <c:v>13210.6</c:v>
              </c:pt>
              <c:pt idx="15">
                <c:v>19225.6</c:v>
              </c:pt>
              <c:pt idx="16">
                <c:v>27830.8</c:v>
              </c:pt>
              <c:pt idx="17">
                <c:v>40613.4</c:v>
              </c:pt>
              <c:pt idx="18">
                <c:v>59720.5</c:v>
              </c:pt>
            </c:numLit>
          </c:val>
          <c:smooth val="0"/>
        </c:ser>
        <c:ser>
          <c:idx val="4"/>
          <c:order val="4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ser>
          <c:idx val="5"/>
          <c:order val="5"/>
          <c:tx>
            <c:v>two-hit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218</c:v>
              </c:pt>
              <c:pt idx="3">
                <c:v>314.4</c:v>
              </c:pt>
              <c:pt idx="4">
                <c:v>466.1</c:v>
              </c:pt>
              <c:pt idx="5">
                <c:v>658.5</c:v>
              </c:pt>
              <c:pt idx="6">
                <c:v>956.1</c:v>
              </c:pt>
              <c:pt idx="7">
                <c:v>1364.4</c:v>
              </c:pt>
              <c:pt idx="8">
                <c:v>1941.4</c:v>
              </c:pt>
              <c:pt idx="9">
                <c:v>2801.4</c:v>
              </c:pt>
              <c:pt idx="10">
                <c:v>4065.2000000000003</c:v>
              </c:pt>
              <c:pt idx="11">
                <c:v>5887.6</c:v>
              </c:pt>
              <c:pt idx="12">
                <c:v>8551.2</c:v>
              </c:pt>
              <c:pt idx="13">
                <c:v>12328.5</c:v>
              </c:pt>
              <c:pt idx="14">
                <c:v>18059</c:v>
              </c:pt>
              <c:pt idx="15">
                <c:v>26616.6</c:v>
              </c:pt>
              <c:pt idx="16">
                <c:v>39331</c:v>
              </c:pt>
              <c:pt idx="17">
                <c:v>58193.700000000004</c:v>
              </c:pt>
              <c:pt idx="18">
                <c:v>86805.3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6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-0.031711375136247395</c:v>
              </c:pt>
              <c:pt idx="3">
                <c:v>0.1732209844022645</c:v>
              </c:pt>
              <c:pt idx="4">
                <c:v>0.33560159517360155</c:v>
              </c:pt>
              <c:pt idx="5">
                <c:v>0.41759012821002256</c:v>
              </c:pt>
              <c:pt idx="6">
                <c:v>0.5166123821208795</c:v>
              </c:pt>
              <c:pt idx="7">
                <c:v>0.6286963575783553</c:v>
              </c:pt>
              <c:pt idx="8">
                <c:v>0.7502415151517066</c:v>
              </c:pt>
              <c:pt idx="9">
                <c:v>0.8390228749386778</c:v>
              </c:pt>
              <c:pt idx="10">
                <c:v>0.9223013274512127</c:v>
              </c:pt>
              <c:pt idx="11">
                <c:v>0.9990393191627809</c:v>
              </c:pt>
              <c:pt idx="12">
                <c:v>1.0727993789753105</c:v>
              </c:pt>
              <c:pt idx="13">
                <c:v>1.147547213990546</c:v>
              </c:pt>
              <c:pt idx="14">
                <c:v>1.2161487759422436</c:v>
              </c:pt>
              <c:pt idx="15">
                <c:v>1.2780457068039561</c:v>
              </c:pt>
              <c:pt idx="16">
                <c:v>1.335679326884064</c:v>
              </c:pt>
              <c:pt idx="17">
                <c:v>1.3902233771529904</c:v>
              </c:pt>
              <c:pt idx="18">
                <c:v>1.4455124679056475</c:v>
              </c:pt>
            </c:numLit>
          </c:val>
          <c:smooth val="0"/>
        </c:ser>
        <c:ser>
          <c:idx val="1"/>
          <c:order val="1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-1.6586779561525875</c:v>
              </c:pt>
              <c:pt idx="13">
                <c:v>-1.5636298228168868</c:v>
              </c:pt>
              <c:pt idx="14">
                <c:v>-1.481466038068009</c:v>
              </c:pt>
              <c:pt idx="15">
                <c:v>-1.4050345730007565</c:v>
              </c:pt>
              <c:pt idx="16">
                <c:v>-1.2923144127261734</c:v>
              </c:pt>
              <c:pt idx="17">
                <c:v>-1.1827160548766085</c:v>
              </c:pt>
              <c:pt idx="18">
                <c:v>-1.0929716522097106</c:v>
              </c:pt>
            </c:numLit>
          </c:val>
          <c:smooth val="0"/>
        </c:ser>
        <c:ser>
          <c:idx val="2"/>
          <c:order val="2"/>
          <c:tx>
            <c:v>無 TSG 優勢 中位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12383">
              <a:solidFill>
                <a:srgbClr val="65758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-1.6636509972147977</c:v>
              </c:pt>
              <c:pt idx="13">
                <c:v>-1.5766605473773174</c:v>
              </c:pt>
              <c:pt idx="14">
                <c:v>-1.497407366554121</c:v>
              </c:pt>
              <c:pt idx="15">
                <c:v>-1.4318497281470088</c:v>
              </c:pt>
              <c:pt idx="16">
                <c:v>-1.3687749468717054</c:v>
              </c:pt>
              <c:pt idx="17">
                <c:v>-1.2834102173466093</c:v>
              </c:pt>
              <c:pt idx="18">
                <c:v>-1.2138482265760846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log₁₀(TSG 達標 %+0.01)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No TSG advantage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62100</c:v>
              </c:pt>
              <c:pt idx="1">
                <c:v>76829</c:v>
              </c:pt>
              <c:pt idx="2">
                <c:v>79380</c:v>
              </c:pt>
              <c:pt idx="3">
                <c:v>80957</c:v>
              </c:pt>
              <c:pt idx="4">
                <c:v>75550</c:v>
              </c:pt>
              <c:pt idx="5">
                <c:v>70281</c:v>
              </c:pt>
              <c:pt idx="6">
                <c:v>66502</c:v>
              </c:pt>
              <c:pt idx="7">
                <c:v>82305</c:v>
              </c:pt>
              <c:pt idx="8">
                <c:v>108287</c:v>
              </c:pt>
              <c:pt idx="9">
                <c:v>97799</c:v>
              </c:pt>
              <c:pt idx="10">
                <c:v>56777</c:v>
              </c:pt>
              <c:pt idx="11">
                <c:v>74539</c:v>
              </c:pt>
              <c:pt idx="12">
                <c:v>63520</c:v>
              </c:pt>
              <c:pt idx="13">
                <c:v>86267</c:v>
              </c:pt>
              <c:pt idx="14">
                <c:v>92388</c:v>
              </c:pt>
              <c:pt idx="15">
                <c:v>69347</c:v>
              </c:pt>
              <c:pt idx="16">
                <c:v>76062</c:v>
              </c:pt>
              <c:pt idx="17">
                <c:v>79721</c:v>
              </c:pt>
              <c:pt idx="18">
                <c:v>79798</c:v>
              </c:pt>
              <c:pt idx="19">
                <c:v>71402</c:v>
              </c:pt>
              <c:pt idx="20">
                <c:v>91876</c:v>
              </c:pt>
              <c:pt idx="21">
                <c:v>66072</c:v>
              </c:pt>
              <c:pt idx="22">
                <c:v>86133</c:v>
              </c:pt>
              <c:pt idx="23">
                <c:v>80694</c:v>
              </c:pt>
              <c:pt idx="24">
                <c:v>69718</c:v>
              </c:pt>
              <c:pt idx="25">
                <c:v>79899</c:v>
              </c:pt>
              <c:pt idx="26">
                <c:v>74713</c:v>
              </c:pt>
              <c:pt idx="27">
                <c:v>86922</c:v>
              </c:pt>
              <c:pt idx="28">
                <c:v>70576</c:v>
              </c:pt>
              <c:pt idx="29">
                <c:v>57357</c:v>
              </c:pt>
            </c:numLit>
          </c:yVal>
        </c:ser>
        <c:ser>
          <c:idx val="1"/>
          <c:order val="1"/>
          <c:tx>
            <c:v>TSG 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81413</c:v>
              </c:pt>
              <c:pt idx="1">
                <c:v>103594</c:v>
              </c:pt>
              <c:pt idx="2">
                <c:v>80781</c:v>
              </c:pt>
              <c:pt idx="3">
                <c:v>82979</c:v>
              </c:pt>
              <c:pt idx="4">
                <c:v>92501</c:v>
              </c:pt>
              <c:pt idx="5">
                <c:v>102714</c:v>
              </c:pt>
              <c:pt idx="6">
                <c:v>82275</c:v>
              </c:pt>
              <c:pt idx="7">
                <c:v>110529</c:v>
              </c:pt>
              <c:pt idx="8">
                <c:v>87142</c:v>
              </c:pt>
              <c:pt idx="9">
                <c:v>92149</c:v>
              </c:pt>
              <c:pt idx="10">
                <c:v>78930</c:v>
              </c:pt>
              <c:pt idx="11">
                <c:v>79794</c:v>
              </c:pt>
              <c:pt idx="12">
                <c:v>90782</c:v>
              </c:pt>
              <c:pt idx="13">
                <c:v>120934</c:v>
              </c:pt>
              <c:pt idx="14">
                <c:v>157239</c:v>
              </c:pt>
              <c:pt idx="15">
                <c:v>100138</c:v>
              </c:pt>
              <c:pt idx="16">
                <c:v>93307</c:v>
              </c:pt>
              <c:pt idx="17">
                <c:v>113742</c:v>
              </c:pt>
              <c:pt idx="18">
                <c:v>82988</c:v>
              </c:pt>
              <c:pt idx="19">
                <c:v>84122</c:v>
              </c:pt>
              <c:pt idx="20">
                <c:v>139291</c:v>
              </c:pt>
              <c:pt idx="21">
                <c:v>91668</c:v>
              </c:pt>
              <c:pt idx="22">
                <c:v>112387</c:v>
              </c:pt>
              <c:pt idx="23">
                <c:v>105883</c:v>
              </c:pt>
              <c:pt idx="24">
                <c:v>95928</c:v>
              </c:pt>
              <c:pt idx="25">
                <c:v>82810</c:v>
              </c:pt>
              <c:pt idx="26">
                <c:v>107366</c:v>
              </c:pt>
              <c:pt idx="27">
                <c:v>127288</c:v>
              </c:pt>
              <c:pt idx="28">
                <c:v>98867</c:v>
              </c:pt>
              <c:pt idx="29">
                <c:v>110972</c:v>
              </c:pt>
            </c:numLit>
          </c:yVal>
        </c:ser>
        <c:ser>
          <c:idx val="2"/>
          <c:order val="2"/>
          <c:tx>
            <c:v>TSG 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1.925</c:v>
              </c:pt>
              <c:pt idx="1">
                <c:v>1.95</c:v>
              </c:pt>
              <c:pt idx="2">
                <c:v>1.975</c:v>
              </c:pt>
              <c:pt idx="3">
                <c:v>2</c:v>
              </c:pt>
              <c:pt idx="4">
                <c:v>2.025</c:v>
              </c:pt>
              <c:pt idx="5">
                <c:v>2.05</c:v>
              </c:pt>
              <c:pt idx="6">
                <c:v>2.075</c:v>
              </c:pt>
              <c:pt idx="7">
                <c:v>1.925</c:v>
              </c:pt>
              <c:pt idx="8">
                <c:v>1.95</c:v>
              </c:pt>
              <c:pt idx="9">
                <c:v>1.975</c:v>
              </c:pt>
              <c:pt idx="10">
                <c:v>2</c:v>
              </c:pt>
              <c:pt idx="11">
                <c:v>2.025</c:v>
              </c:pt>
              <c:pt idx="12">
                <c:v>2.05</c:v>
              </c:pt>
              <c:pt idx="13">
                <c:v>2.075</c:v>
              </c:pt>
              <c:pt idx="14">
                <c:v>1.925</c:v>
              </c:pt>
              <c:pt idx="15">
                <c:v>1.95</c:v>
              </c:pt>
              <c:pt idx="16">
                <c:v>1.975</c:v>
              </c:pt>
              <c:pt idx="17">
                <c:v>2</c:v>
              </c:pt>
              <c:pt idx="18">
                <c:v>2.025</c:v>
              </c:pt>
              <c:pt idx="19">
                <c:v>2.05</c:v>
              </c:pt>
              <c:pt idx="20">
                <c:v>2.075</c:v>
              </c:pt>
              <c:pt idx="21">
                <c:v>1.925</c:v>
              </c:pt>
              <c:pt idx="22">
                <c:v>1.95</c:v>
              </c:pt>
              <c:pt idx="23">
                <c:v>1.975</c:v>
              </c:pt>
              <c:pt idx="24">
                <c:v>2</c:v>
              </c:pt>
              <c:pt idx="25">
                <c:v>2.025</c:v>
              </c:pt>
              <c:pt idx="26">
                <c:v>2.05</c:v>
              </c:pt>
              <c:pt idx="27">
                <c:v>2.075</c:v>
              </c:pt>
              <c:pt idx="28">
                <c:v>1.925</c:v>
              </c:pt>
              <c:pt idx="29">
                <c:v>1.95</c:v>
              </c:pt>
            </c:numLit>
          </c:xVal>
          <c:yVal>
            <c:numLit>
              <c:formatCode>#,##0</c:formatCode>
              <c:ptCount val="30"/>
              <c:pt idx="0">
                <c:v>86767</c:v>
              </c:pt>
              <c:pt idx="1">
                <c:v>87150</c:v>
              </c:pt>
              <c:pt idx="2">
                <c:v>73455</c:v>
              </c:pt>
              <c:pt idx="3">
                <c:v>64576</c:v>
              </c:pt>
              <c:pt idx="4">
                <c:v>75910</c:v>
              </c:pt>
              <c:pt idx="5">
                <c:v>102187</c:v>
              </c:pt>
              <c:pt idx="6">
                <c:v>83966</c:v>
              </c:pt>
              <c:pt idx="7">
                <c:v>77470</c:v>
              </c:pt>
              <c:pt idx="8">
                <c:v>64446</c:v>
              </c:pt>
              <c:pt idx="9">
                <c:v>84209</c:v>
              </c:pt>
              <c:pt idx="10">
                <c:v>67685</c:v>
              </c:pt>
              <c:pt idx="11">
                <c:v>86435</c:v>
              </c:pt>
              <c:pt idx="12">
                <c:v>59993</c:v>
              </c:pt>
              <c:pt idx="13">
                <c:v>66965</c:v>
              </c:pt>
              <c:pt idx="14">
                <c:v>77786</c:v>
              </c:pt>
              <c:pt idx="15">
                <c:v>59910</c:v>
              </c:pt>
              <c:pt idx="16">
                <c:v>56430</c:v>
              </c:pt>
              <c:pt idx="17">
                <c:v>64725</c:v>
              </c:pt>
              <c:pt idx="18">
                <c:v>57284</c:v>
              </c:pt>
              <c:pt idx="19">
                <c:v>74303</c:v>
              </c:pt>
              <c:pt idx="20">
                <c:v>89595</c:v>
              </c:pt>
              <c:pt idx="21">
                <c:v>73184</c:v>
              </c:pt>
              <c:pt idx="22">
                <c:v>74773</c:v>
              </c:pt>
              <c:pt idx="23">
                <c:v>77732</c:v>
              </c:pt>
              <c:pt idx="24">
                <c:v>67734</c:v>
              </c:pt>
              <c:pt idx="25">
                <c:v>73125</c:v>
              </c:pt>
              <c:pt idx="26">
                <c:v>84828</c:v>
              </c:pt>
              <c:pt idx="27">
                <c:v>74838</c:v>
              </c:pt>
              <c:pt idx="28">
                <c:v>58015</c:v>
              </c:pt>
              <c:pt idx="29">
                <c:v>72986</c:v>
              </c:pt>
            </c:numLit>
          </c:yVal>
        </c:ser>
        <c:ser>
          <c:idx val="3"/>
          <c:order val="3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1</c:v>
              </c:pt>
              <c:pt idx="2">
                <c:v>2</c:v>
              </c:pt>
            </c:numLit>
          </c:xVal>
          <c:yVal>
            <c:numLit>
              <c:formatCode>#,##0</c:formatCode>
              <c:ptCount val="3"/>
              <c:pt idx="0">
                <c:v>76445.5</c:v>
              </c:pt>
              <c:pt idx="1">
                <c:v>94617.5</c:v>
              </c:pt>
              <c:pt idx="2">
                <c:v>73879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2.2"/>
          <c:min val="-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條件編號：對照上方圖例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共享死亡降低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cat>
          <c:val>
            <c:numLit>
              <c:formatCode>#,##0</c:formatCode>
              <c:ptCount val="21"/>
              <c:pt idx="0">
                <c:v>0</c:v>
              </c:pt>
              <c:pt idx="1">
                <c:v>1.2</c:v>
              </c:pt>
              <c:pt idx="2">
                <c:v>2</c:v>
              </c:pt>
              <c:pt idx="3">
                <c:v>2.571428571428571</c:v>
              </c:pt>
              <c:pt idx="4">
                <c:v>3</c:v>
              </c:pt>
              <c:pt idx="5">
                <c:v>3.333333333333334</c:v>
              </c:pt>
              <c:pt idx="6">
                <c:v>3.5999999999999996</c:v>
              </c:pt>
              <c:pt idx="7">
                <c:v>3.818181818181818</c:v>
              </c:pt>
              <c:pt idx="8">
                <c:v>4</c:v>
              </c:pt>
              <c:pt idx="9">
                <c:v>4.153846153846154</c:v>
              </c:pt>
              <c:pt idx="10">
                <c:v>4.285714285714286</c:v>
              </c:pt>
              <c:pt idx="11">
                <c:v>4.4</c:v>
              </c:pt>
              <c:pt idx="12">
                <c:v>4.5</c:v>
              </c:pt>
              <c:pt idx="13">
                <c:v>4.588235294117647</c:v>
              </c:pt>
              <c:pt idx="14">
                <c:v>4.666666666666667</c:v>
              </c:pt>
              <c:pt idx="15">
                <c:v>4.7368421052631575</c:v>
              </c:pt>
              <c:pt idx="16">
                <c:v>4.8</c:v>
              </c:pt>
              <c:pt idx="17">
                <c:v>4.857142857142857</c:v>
              </c:pt>
              <c:pt idx="18">
                <c:v>4.909090909090909</c:v>
              </c:pt>
              <c:pt idx="19">
                <c:v>4.9565217391304355</c:v>
              </c:pt>
              <c:pt idx="20">
                <c:v>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IL11⁺ 生產者比例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死亡率降低 (百分點)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265.4</c:v>
              </c:pt>
              <c:pt idx="4">
                <c:v>376</c:v>
              </c:pt>
              <c:pt idx="5">
                <c:v>537.7</c:v>
              </c:pt>
              <c:pt idx="6">
                <c:v>748.7</c:v>
              </c:pt>
              <c:pt idx="7">
                <c:v>1105.3</c:v>
              </c:pt>
              <c:pt idx="8">
                <c:v>1576.9</c:v>
              </c:pt>
              <c:pt idx="9">
                <c:v>2254.3</c:v>
              </c:pt>
              <c:pt idx="10">
                <c:v>3185.4</c:v>
              </c:pt>
              <c:pt idx="11">
                <c:v>4623.6</c:v>
              </c:pt>
              <c:pt idx="12">
                <c:v>6591</c:v>
              </c:pt>
              <c:pt idx="13">
                <c:v>9501.3</c:v>
              </c:pt>
              <c:pt idx="14">
                <c:v>13846.6</c:v>
              </c:pt>
              <c:pt idx="15">
                <c:v>19974.5</c:v>
              </c:pt>
              <c:pt idx="16">
                <c:v>29159.3</c:v>
              </c:pt>
              <c:pt idx="17">
                <c:v>42647.3</c:v>
              </c:pt>
              <c:pt idx="18">
                <c:v>62907.3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288.5</c:v>
              </c:pt>
              <c:pt idx="4">
                <c:v>419</c:v>
              </c:pt>
              <c:pt idx="5">
                <c:v>584.5</c:v>
              </c:pt>
              <c:pt idx="6">
                <c:v>835</c:v>
              </c:pt>
              <c:pt idx="7">
                <c:v>1201.5</c:v>
              </c:pt>
              <c:pt idx="8">
                <c:v>1730.5</c:v>
              </c:pt>
              <c:pt idx="9">
                <c:v>2511</c:v>
              </c:pt>
              <c:pt idx="10">
                <c:v>3581.5</c:v>
              </c:pt>
              <c:pt idx="11">
                <c:v>5179.5</c:v>
              </c:pt>
              <c:pt idx="12">
                <c:v>7492.5</c:v>
              </c:pt>
              <c:pt idx="13">
                <c:v>10769.5</c:v>
              </c:pt>
              <c:pt idx="14">
                <c:v>15794.5</c:v>
              </c:pt>
              <c:pt idx="15">
                <c:v>23170</c:v>
              </c:pt>
              <c:pt idx="16">
                <c:v>34006.5</c:v>
              </c:pt>
              <c:pt idx="17">
                <c:v>49479</c:v>
              </c:pt>
              <c:pt idx="18">
                <c:v>72455.5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334.20000000000005</c:v>
              </c:pt>
              <c:pt idx="4">
                <c:v>472.70000000000005</c:v>
              </c:pt>
              <c:pt idx="5">
                <c:v>711.7</c:v>
              </c:pt>
              <c:pt idx="6">
                <c:v>1034.4</c:v>
              </c:pt>
              <c:pt idx="7">
                <c:v>1483.8</c:v>
              </c:pt>
              <c:pt idx="8">
                <c:v>2129.7000000000003</c:v>
              </c:pt>
              <c:pt idx="9">
                <c:v>3048.8</c:v>
              </c:pt>
              <c:pt idx="10">
                <c:v>4479.900000000001</c:v>
              </c:pt>
              <c:pt idx="11">
                <c:v>6601.5</c:v>
              </c:pt>
              <c:pt idx="12">
                <c:v>9699.3</c:v>
              </c:pt>
              <c:pt idx="13">
                <c:v>14067.2</c:v>
              </c:pt>
              <c:pt idx="14">
                <c:v>20237.4</c:v>
              </c:pt>
              <c:pt idx="15">
                <c:v>29390</c:v>
              </c:pt>
              <c:pt idx="16">
                <c:v>42937.4</c:v>
              </c:pt>
              <c:pt idx="17">
                <c:v>63182.3</c:v>
              </c:pt>
              <c:pt idx="18">
                <c:v>97037.40000000001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268.7</c:v>
              </c:pt>
              <c:pt idx="4">
                <c:v>377</c:v>
              </c:pt>
              <c:pt idx="5">
                <c:v>539</c:v>
              </c:pt>
              <c:pt idx="6">
                <c:v>799</c:v>
              </c:pt>
              <c:pt idx="7">
                <c:v>1166.5</c:v>
              </c:pt>
              <c:pt idx="8">
                <c:v>1688.1000000000001</c:v>
              </c:pt>
              <c:pt idx="9">
                <c:v>2478.1</c:v>
              </c:pt>
              <c:pt idx="10">
                <c:v>3629.8</c:v>
              </c:pt>
              <c:pt idx="11">
                <c:v>5284.5</c:v>
              </c:pt>
              <c:pt idx="12">
                <c:v>7810</c:v>
              </c:pt>
              <c:pt idx="13">
                <c:v>11493.1</c:v>
              </c:pt>
              <c:pt idx="14">
                <c:v>17143.6</c:v>
              </c:pt>
              <c:pt idx="15">
                <c:v>25173.7</c:v>
              </c:pt>
              <c:pt idx="16">
                <c:v>37266.3</c:v>
              </c:pt>
              <c:pt idx="17">
                <c:v>55748.1</c:v>
              </c:pt>
              <c:pt idx="18">
                <c:v>83885.40000000001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294</c:v>
              </c:pt>
              <c:pt idx="4">
                <c:v>442.5</c:v>
              </c:pt>
              <c:pt idx="5">
                <c:v>637.5</c:v>
              </c:pt>
              <c:pt idx="6">
                <c:v>932</c:v>
              </c:pt>
              <c:pt idx="7">
                <c:v>1359</c:v>
              </c:pt>
              <c:pt idx="8">
                <c:v>1990.5</c:v>
              </c:pt>
              <c:pt idx="9">
                <c:v>2979</c:v>
              </c:pt>
              <c:pt idx="10">
                <c:v>4372.5</c:v>
              </c:pt>
              <c:pt idx="11">
                <c:v>6525.5</c:v>
              </c:pt>
              <c:pt idx="12">
                <c:v>9641.5</c:v>
              </c:pt>
              <c:pt idx="13">
                <c:v>14302.5</c:v>
              </c:pt>
              <c:pt idx="14">
                <c:v>21330.5</c:v>
              </c:pt>
              <c:pt idx="15">
                <c:v>32134.5</c:v>
              </c:pt>
              <c:pt idx="16">
                <c:v>48106</c:v>
              </c:pt>
              <c:pt idx="17">
                <c:v>72365.5</c:v>
              </c:pt>
              <c:pt idx="18">
                <c:v>110469.5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353.1</c:v>
              </c:pt>
              <c:pt idx="4">
                <c:v>514.1</c:v>
              </c:pt>
              <c:pt idx="5">
                <c:v>736.8</c:v>
              </c:pt>
              <c:pt idx="6">
                <c:v>1071.5</c:v>
              </c:pt>
              <c:pt idx="7">
                <c:v>1596.4</c:v>
              </c:pt>
              <c:pt idx="8">
                <c:v>2361.4</c:v>
              </c:pt>
              <c:pt idx="9">
                <c:v>3540.1</c:v>
              </c:pt>
              <c:pt idx="10">
                <c:v>5305.5</c:v>
              </c:pt>
              <c:pt idx="11">
                <c:v>7830.900000000001</c:v>
              </c:pt>
              <c:pt idx="12">
                <c:v>11773.7</c:v>
              </c:pt>
              <c:pt idx="13">
                <c:v>17851.6</c:v>
              </c:pt>
              <c:pt idx="14">
                <c:v>27025.9</c:v>
              </c:pt>
              <c:pt idx="15">
                <c:v>41417.3</c:v>
              </c:pt>
              <c:pt idx="16">
                <c:v>63852.100000000006</c:v>
              </c:pt>
              <c:pt idx="17">
                <c:v>98646.90000000001</c:v>
              </c:pt>
              <c:pt idx="18">
                <c:v>153289.30000000002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0.08315287358034826</c:v>
              </c:pt>
              <c:pt idx="8">
                <c:v>0.1839621764259781</c:v>
              </c:pt>
              <c:pt idx="9">
                <c:v>0.31306599715322736</c:v>
              </c:pt>
              <c:pt idx="10">
                <c:v>0.3424138369139368</c:v>
              </c:pt>
              <c:pt idx="11">
                <c:v>0.4849752048926135</c:v>
              </c:pt>
              <c:pt idx="12">
                <c:v>0.4814625790975933</c:v>
              </c:pt>
              <c:pt idx="13">
                <c:v>0.6116455492796693</c:v>
              </c:pt>
              <c:pt idx="14">
                <c:v>0.744482569653181</c:v>
              </c:pt>
              <c:pt idx="15">
                <c:v>0.8391446977552116</c:v>
              </c:pt>
              <c:pt idx="16">
                <c:v>0.9056646287583244</c:v>
              </c:pt>
              <c:pt idx="17">
                <c:v>0.9504783629431804</c:v>
              </c:pt>
              <c:pt idx="18">
                <c:v>1.0566642793789618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0.1404494382022472</c:v>
              </c:pt>
              <c:pt idx="4">
                <c:v>0.4223114602179957</c:v>
              </c:pt>
              <c:pt idx="5">
                <c:v>0.5837243100864975</c:v>
              </c:pt>
              <c:pt idx="6">
                <c:v>0.5567728614592964</c:v>
              </c:pt>
              <c:pt idx="7">
                <c:v>0.6534008344833053</c:v>
              </c:pt>
              <c:pt idx="8">
                <c:v>0.6977386713557757</c:v>
              </c:pt>
              <c:pt idx="9">
                <c:v>0.785082189174056</c:v>
              </c:pt>
              <c:pt idx="10">
                <c:v>0.9409743821303281</c:v>
              </c:pt>
              <c:pt idx="11">
                <c:v>0.9948562724812884</c:v>
              </c:pt>
              <c:pt idx="12">
                <c:v>1.0764569789314453</c:v>
              </c:pt>
              <c:pt idx="13">
                <c:v>1.1673422563898512</c:v>
              </c:pt>
              <c:pt idx="14">
                <c:v>1.2495474348802278</c:v>
              </c:pt>
              <c:pt idx="15">
                <c:v>1.3600427137161235</c:v>
              </c:pt>
              <c:pt idx="16">
                <c:v>1.4451565132630977</c:v>
              </c:pt>
              <c:pt idx="17">
                <c:v>1.5227290790474535</c:v>
              </c:pt>
              <c:pt idx="18">
                <c:v>1.603019646699818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0.580692167577414</c:v>
              </c:pt>
              <c:pt idx="3">
                <c:v>0.9328100470957615</c:v>
              </c:pt>
              <c:pt idx="4">
                <c:v>0.9549747419283994</c:v>
              </c:pt>
              <c:pt idx="5">
                <c:v>1.3499989474348988</c:v>
              </c:pt>
              <c:pt idx="6">
                <c:v>1.4675299420034549</c:v>
              </c:pt>
              <c:pt idx="7">
                <c:v>1.4085537577999894</c:v>
              </c:pt>
              <c:pt idx="8">
                <c:v>1.4165799062988031</c:v>
              </c:pt>
              <c:pt idx="9">
                <c:v>1.5577107878262706</c:v>
              </c:pt>
              <c:pt idx="10">
                <c:v>1.6497793468667257</c:v>
              </c:pt>
              <c:pt idx="11">
                <c:v>1.7675494743495375</c:v>
              </c:pt>
              <c:pt idx="12">
                <c:v>1.8393328121040398</c:v>
              </c:pt>
              <c:pt idx="13">
                <c:v>1.9936987310957839</c:v>
              </c:pt>
              <c:pt idx="14">
                <c:v>2.1302813867373427</c:v>
              </c:pt>
              <c:pt idx="15">
                <c:v>2.1257808724402993</c:v>
              </c:pt>
              <c:pt idx="16">
                <c:v>2.200207850261611</c:v>
              </c:pt>
              <c:pt idx="17">
                <c:v>2.279019057027547</c:v>
              </c:pt>
              <c:pt idx="18">
                <c:v>2.3420910852690846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 位點突變細胞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IL11 OFF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76526</c:v>
              </c:pt>
              <c:pt idx="1">
                <c:v>71046</c:v>
              </c:pt>
              <c:pt idx="2">
                <c:v>115271</c:v>
              </c:pt>
              <c:pt idx="3">
                <c:v>81833</c:v>
              </c:pt>
              <c:pt idx="4">
                <c:v>67380</c:v>
              </c:pt>
              <c:pt idx="5">
                <c:v>80378</c:v>
              </c:pt>
              <c:pt idx="6">
                <c:v>69263</c:v>
              </c:pt>
              <c:pt idx="7">
                <c:v>71474</c:v>
              </c:pt>
              <c:pt idx="8">
                <c:v>65730</c:v>
              </c:pt>
              <c:pt idx="9">
                <c:v>104108</c:v>
              </c:pt>
              <c:pt idx="10">
                <c:v>79728</c:v>
              </c:pt>
              <c:pt idx="11">
                <c:v>61821</c:v>
              </c:pt>
              <c:pt idx="12">
                <c:v>62550</c:v>
              </c:pt>
              <c:pt idx="13">
                <c:v>91123</c:v>
              </c:pt>
              <c:pt idx="14">
                <c:v>64231</c:v>
              </c:pt>
              <c:pt idx="15">
                <c:v>68296</c:v>
              </c:pt>
              <c:pt idx="16">
                <c:v>96826</c:v>
              </c:pt>
              <c:pt idx="17">
                <c:v>86126</c:v>
              </c:pt>
              <c:pt idx="18">
                <c:v>88169</c:v>
              </c:pt>
              <c:pt idx="19">
                <c:v>87314</c:v>
              </c:pt>
              <c:pt idx="20">
                <c:v>72758</c:v>
              </c:pt>
              <c:pt idx="21">
                <c:v>71352</c:v>
              </c:pt>
              <c:pt idx="22">
                <c:v>62947</c:v>
              </c:pt>
              <c:pt idx="23">
                <c:v>65789</c:v>
              </c:pt>
              <c:pt idx="24">
                <c:v>76487</c:v>
              </c:pt>
              <c:pt idx="25">
                <c:v>82823</c:v>
              </c:pt>
              <c:pt idx="26">
                <c:v>72153</c:v>
              </c:pt>
              <c:pt idx="27">
                <c:v>60217</c:v>
              </c:pt>
              <c:pt idx="28">
                <c:v>65187</c:v>
              </c:pt>
              <c:pt idx="29">
                <c:v>98940</c:v>
              </c:pt>
            </c:numLit>
          </c:yVal>
        </c:ser>
        <c:ser>
          <c:idx val="1"/>
          <c:order val="1"/>
          <c:tx>
            <c:v>IL11 ON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110292</c:v>
              </c:pt>
              <c:pt idx="1">
                <c:v>102940</c:v>
              </c:pt>
              <c:pt idx="2">
                <c:v>146937</c:v>
              </c:pt>
              <c:pt idx="3">
                <c:v>109380</c:v>
              </c:pt>
              <c:pt idx="4">
                <c:v>88504</c:v>
              </c:pt>
              <c:pt idx="5">
                <c:v>125255</c:v>
              </c:pt>
              <c:pt idx="6">
                <c:v>78017</c:v>
              </c:pt>
              <c:pt idx="7">
                <c:v>157963</c:v>
              </c:pt>
              <c:pt idx="8">
                <c:v>126556</c:v>
              </c:pt>
              <c:pt idx="9">
                <c:v>140292</c:v>
              </c:pt>
              <c:pt idx="10">
                <c:v>139739</c:v>
              </c:pt>
              <c:pt idx="11">
                <c:v>79191</c:v>
              </c:pt>
              <c:pt idx="12">
                <c:v>77532</c:v>
              </c:pt>
              <c:pt idx="13">
                <c:v>129921</c:v>
              </c:pt>
              <c:pt idx="14">
                <c:v>113597</c:v>
              </c:pt>
              <c:pt idx="15">
                <c:v>107344</c:v>
              </c:pt>
              <c:pt idx="16">
                <c:v>175252</c:v>
              </c:pt>
              <c:pt idx="17">
                <c:v>100528</c:v>
              </c:pt>
              <c:pt idx="18">
                <c:v>166452</c:v>
              </c:pt>
              <c:pt idx="19">
                <c:v>140374</c:v>
              </c:pt>
              <c:pt idx="20">
                <c:v>133291</c:v>
              </c:pt>
              <c:pt idx="21">
                <c:v>108642</c:v>
              </c:pt>
              <c:pt idx="22">
                <c:v>90521</c:v>
              </c:pt>
              <c:pt idx="23">
                <c:v>110647</c:v>
              </c:pt>
              <c:pt idx="24">
                <c:v>107836</c:v>
              </c:pt>
              <c:pt idx="25">
                <c:v>114980</c:v>
              </c:pt>
              <c:pt idx="26">
                <c:v>84407</c:v>
              </c:pt>
              <c:pt idx="27">
                <c:v>92203</c:v>
              </c:pt>
              <c:pt idx="28">
                <c:v>101910</c:v>
              </c:pt>
              <c:pt idx="29">
                <c:v>152770</c:v>
              </c:pt>
            </c:numLit>
          </c:yVal>
        </c:ser>
        <c:ser>
          <c:idx val="2"/>
          <c:order val="2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#,##0</c:formatCode>
              <c:ptCount val="2"/>
              <c:pt idx="0">
                <c:v>72455.5</c:v>
              </c:pt>
              <c:pt idx="1">
                <c:v>110469.5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.2"/>
          <c:min val="-0.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條件編號：對照上方圖例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8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d=0.2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0.194</c:v>
              </c:pt>
              <c:pt idx="1">
                <c:v>0.196</c:v>
              </c:pt>
              <c:pt idx="2">
                <c:v>0.198</c:v>
              </c:pt>
              <c:pt idx="3">
                <c:v>0.2</c:v>
              </c:pt>
              <c:pt idx="4">
                <c:v>0.202</c:v>
              </c:pt>
              <c:pt idx="5">
                <c:v>0.20400000000000001</c:v>
              </c:pt>
              <c:pt idx="6">
                <c:v>0.20600000000000002</c:v>
              </c:pt>
              <c:pt idx="7">
                <c:v>0.194</c:v>
              </c:pt>
              <c:pt idx="8">
                <c:v>0.196</c:v>
              </c:pt>
              <c:pt idx="9">
                <c:v>0.198</c:v>
              </c:pt>
              <c:pt idx="10">
                <c:v>0.2</c:v>
              </c:pt>
              <c:pt idx="11">
                <c:v>0.202</c:v>
              </c:pt>
              <c:pt idx="12">
                <c:v>0.20400000000000001</c:v>
              </c:pt>
              <c:pt idx="13">
                <c:v>0.20600000000000002</c:v>
              </c:pt>
              <c:pt idx="14">
                <c:v>0.194</c:v>
              </c:pt>
              <c:pt idx="15">
                <c:v>0.196</c:v>
              </c:pt>
              <c:pt idx="16">
                <c:v>0.198</c:v>
              </c:pt>
              <c:pt idx="17">
                <c:v>0.2</c:v>
              </c:pt>
              <c:pt idx="18">
                <c:v>0.202</c:v>
              </c:pt>
              <c:pt idx="19">
                <c:v>0.20400000000000001</c:v>
              </c:pt>
              <c:pt idx="20">
                <c:v>0.20600000000000002</c:v>
              </c:pt>
              <c:pt idx="21">
                <c:v>0.194</c:v>
              </c:pt>
              <c:pt idx="22">
                <c:v>0.196</c:v>
              </c:pt>
              <c:pt idx="23">
                <c:v>0.198</c:v>
              </c:pt>
              <c:pt idx="24">
                <c:v>0.2</c:v>
              </c:pt>
              <c:pt idx="25">
                <c:v>0.202</c:v>
              </c:pt>
              <c:pt idx="26">
                <c:v>0.20400000000000001</c:v>
              </c:pt>
              <c:pt idx="27">
                <c:v>0.20600000000000002</c:v>
              </c:pt>
              <c:pt idx="28">
                <c:v>0.194</c:v>
              </c:pt>
              <c:pt idx="29">
                <c:v>0.196</c:v>
              </c:pt>
            </c:numLit>
          </c:xVal>
          <c:yVal>
            <c:numLit>
              <c:formatCode>#,##0</c:formatCode>
              <c:ptCount val="30"/>
              <c:pt idx="0">
                <c:v>1.144701731043678</c:v>
              </c:pt>
              <c:pt idx="1">
                <c:v>1.0920231575672765</c:v>
              </c:pt>
              <c:pt idx="2">
                <c:v>1.0512038211996442</c:v>
              </c:pt>
              <c:pt idx="3">
                <c:v>1.099326539694576</c:v>
              </c:pt>
              <c:pt idx="4">
                <c:v>0.9157519291723177</c:v>
              </c:pt>
              <c:pt idx="5">
                <c:v>1.092291504711916</c:v>
              </c:pt>
              <c:pt idx="6">
                <c:v>0.8760655244904401</c:v>
              </c:pt>
              <c:pt idx="7">
                <c:v>1.0020533001126335</c:v>
              </c:pt>
              <c:pt idx="8">
                <c:v>0.9867059238140962</c:v>
              </c:pt>
              <c:pt idx="9">
                <c:v>0.7978118733213779</c:v>
              </c:pt>
              <c:pt idx="10">
                <c:v>1.0959286057021247</c:v>
              </c:pt>
              <c:pt idx="11">
                <c:v>1.073521577876101</c:v>
              </c:pt>
              <c:pt idx="12">
                <c:v>0.9712911357339739</c:v>
              </c:pt>
              <c:pt idx="13">
                <c:v>1.008135006477092</c:v>
              </c:pt>
              <c:pt idx="14">
                <c:v>1.0470737417176061</c:v>
              </c:pt>
              <c:pt idx="15">
                <c:v>1.1147395491751257</c:v>
              </c:pt>
              <c:pt idx="16">
                <c:v>1.1996303447458443</c:v>
              </c:pt>
              <c:pt idx="17">
                <c:v>0.9650006169092493</c:v>
              </c:pt>
              <c:pt idx="18">
                <c:v>1.1662487877050034</c:v>
              </c:pt>
              <c:pt idx="19">
                <c:v>0.9901992098051824</c:v>
              </c:pt>
              <c:pt idx="20">
                <c:v>1.2421322172410951</c:v>
              </c:pt>
              <c:pt idx="21">
                <c:v>1.20729484505276</c:v>
              </c:pt>
              <c:pt idx="22">
                <c:v>1.0482532508341071</c:v>
              </c:pt>
              <c:pt idx="23">
                <c:v>1.1702072079986718</c:v>
              </c:pt>
              <c:pt idx="24">
                <c:v>1.0981706872366863</c:v>
              </c:pt>
              <c:pt idx="25">
                <c:v>0.9061219326169675</c:v>
              </c:pt>
              <c:pt idx="26">
                <c:v>0.965965132225518</c:v>
              </c:pt>
              <c:pt idx="27">
                <c:v>1.3275833053413275</c:v>
              </c:pt>
              <c:pt idx="28">
                <c:v>1.1452023707219714</c:v>
              </c:pt>
              <c:pt idx="29">
                <c:v>0.86162583399872</c:v>
              </c:pt>
            </c:numLit>
          </c:yVal>
        </c:ser>
        <c:ser>
          <c:idx val="1"/>
          <c:order val="1"/>
          <c:tx>
            <c:v>d=0.35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0.344</c:v>
              </c:pt>
              <c:pt idx="1">
                <c:v>0.346</c:v>
              </c:pt>
              <c:pt idx="2">
                <c:v>0.348</c:v>
              </c:pt>
              <c:pt idx="3">
                <c:v>0.35</c:v>
              </c:pt>
              <c:pt idx="4">
                <c:v>0.352</c:v>
              </c:pt>
              <c:pt idx="5">
                <c:v>0.354</c:v>
              </c:pt>
              <c:pt idx="6">
                <c:v>0.356</c:v>
              </c:pt>
              <c:pt idx="7">
                <c:v>0.344</c:v>
              </c:pt>
              <c:pt idx="8">
                <c:v>0.346</c:v>
              </c:pt>
              <c:pt idx="9">
                <c:v>0.348</c:v>
              </c:pt>
              <c:pt idx="10">
                <c:v>0.35</c:v>
              </c:pt>
              <c:pt idx="11">
                <c:v>0.352</c:v>
              </c:pt>
              <c:pt idx="12">
                <c:v>0.354</c:v>
              </c:pt>
              <c:pt idx="13">
                <c:v>0.356</c:v>
              </c:pt>
              <c:pt idx="14">
                <c:v>0.344</c:v>
              </c:pt>
              <c:pt idx="15">
                <c:v>0.346</c:v>
              </c:pt>
              <c:pt idx="16">
                <c:v>0.348</c:v>
              </c:pt>
              <c:pt idx="17">
                <c:v>0.35</c:v>
              </c:pt>
              <c:pt idx="18">
                <c:v>0.352</c:v>
              </c:pt>
              <c:pt idx="19">
                <c:v>0.354</c:v>
              </c:pt>
              <c:pt idx="20">
                <c:v>0.356</c:v>
              </c:pt>
              <c:pt idx="21">
                <c:v>0.344</c:v>
              </c:pt>
              <c:pt idx="22">
                <c:v>0.346</c:v>
              </c:pt>
              <c:pt idx="23">
                <c:v>0.348</c:v>
              </c:pt>
              <c:pt idx="24">
                <c:v>0.35</c:v>
              </c:pt>
              <c:pt idx="25">
                <c:v>0.352</c:v>
              </c:pt>
              <c:pt idx="26">
                <c:v>0.354</c:v>
              </c:pt>
              <c:pt idx="27">
                <c:v>0.356</c:v>
              </c:pt>
              <c:pt idx="28">
                <c:v>0.344</c:v>
              </c:pt>
              <c:pt idx="29">
                <c:v>0.346</c:v>
              </c:pt>
            </c:numLit>
          </c:xVal>
          <c:yVal>
            <c:numLit>
              <c:formatCode>#,##0</c:formatCode>
              <c:ptCount val="30"/>
              <c:pt idx="0">
                <c:v>1.718037767502042</c:v>
              </c:pt>
              <c:pt idx="1">
                <c:v>1.387913292379559</c:v>
              </c:pt>
              <c:pt idx="2">
                <c:v>1.5094555087769648</c:v>
              </c:pt>
              <c:pt idx="3">
                <c:v>1.7271819998754707</c:v>
              </c:pt>
              <c:pt idx="4">
                <c:v>1.7850488601223118</c:v>
              </c:pt>
              <c:pt idx="5">
                <c:v>1.9399431056516239</c:v>
              </c:pt>
              <c:pt idx="6">
                <c:v>1.8019869960232138</c:v>
              </c:pt>
              <c:pt idx="7">
                <c:v>1.9904745537437254</c:v>
              </c:pt>
              <c:pt idx="8">
                <c:v>1.8189607811388369</c:v>
              </c:pt>
              <c:pt idx="9">
                <c:v>2.007406040662244</c:v>
              </c:pt>
              <c:pt idx="10">
                <c:v>1.8779055825434436</c:v>
              </c:pt>
              <c:pt idx="11">
                <c:v>1.871845883298721</c:v>
              </c:pt>
              <c:pt idx="12">
                <c:v>1.6886253393593875</c:v>
              </c:pt>
              <c:pt idx="13">
                <c:v>1.5620020950682199</c:v>
              </c:pt>
              <c:pt idx="14">
                <c:v>1.734789495248552</c:v>
              </c:pt>
              <c:pt idx="15">
                <c:v>1.814141157250791</c:v>
              </c:pt>
              <c:pt idx="16">
                <c:v>1.8215686298075233</c:v>
              </c:pt>
              <c:pt idx="17">
                <c:v>1.8004710886078013</c:v>
              </c:pt>
              <c:pt idx="18">
                <c:v>1.655072930746728</c:v>
              </c:pt>
              <c:pt idx="19">
                <c:v>1.65864905318784</c:v>
              </c:pt>
              <c:pt idx="20">
                <c:v>1.9034864195649512</c:v>
              </c:pt>
              <c:pt idx="21">
                <c:v>1.633691657624435</c:v>
              </c:pt>
              <c:pt idx="22">
                <c:v>1.485868245102967</c:v>
              </c:pt>
              <c:pt idx="23">
                <c:v>1.82675117930684</c:v>
              </c:pt>
              <c:pt idx="24">
                <c:v>1.8030843077796088</c:v>
              </c:pt>
              <c:pt idx="25">
                <c:v>1.7828288243129395</c:v>
              </c:pt>
              <c:pt idx="26">
                <c:v>2.2862595362127536</c:v>
              </c:pt>
              <c:pt idx="27">
                <c:v>2.021760997888898</c:v>
              </c:pt>
              <c:pt idx="28">
                <c:v>1.5005656293425227</c:v>
              </c:pt>
              <c:pt idx="29">
                <c:v>1.8344332783895865</c:v>
              </c:pt>
            </c:numLit>
          </c:yVal>
        </c:ser>
        <c:ser>
          <c:idx val="2"/>
          <c:order val="2"/>
          <c:tx>
            <c:v>d=0.45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0.444</c:v>
              </c:pt>
              <c:pt idx="1">
                <c:v>0.446</c:v>
              </c:pt>
              <c:pt idx="2">
                <c:v>0.448</c:v>
              </c:pt>
              <c:pt idx="3">
                <c:v>0.45</c:v>
              </c:pt>
              <c:pt idx="4">
                <c:v>0.452</c:v>
              </c:pt>
              <c:pt idx="5">
                <c:v>0.454</c:v>
              </c:pt>
              <c:pt idx="6">
                <c:v>0.456</c:v>
              </c:pt>
              <c:pt idx="7">
                <c:v>0.444</c:v>
              </c:pt>
              <c:pt idx="8">
                <c:v>0.446</c:v>
              </c:pt>
              <c:pt idx="9">
                <c:v>0.448</c:v>
              </c:pt>
              <c:pt idx="10">
                <c:v>0.45</c:v>
              </c:pt>
              <c:pt idx="11">
                <c:v>0.452</c:v>
              </c:pt>
              <c:pt idx="12">
                <c:v>0.454</c:v>
              </c:pt>
              <c:pt idx="13">
                <c:v>0.456</c:v>
              </c:pt>
              <c:pt idx="14">
                <c:v>0.444</c:v>
              </c:pt>
              <c:pt idx="15">
                <c:v>0.446</c:v>
              </c:pt>
              <c:pt idx="16">
                <c:v>0.448</c:v>
              </c:pt>
              <c:pt idx="17">
                <c:v>0.45</c:v>
              </c:pt>
              <c:pt idx="18">
                <c:v>0.452</c:v>
              </c:pt>
              <c:pt idx="19">
                <c:v>0.454</c:v>
              </c:pt>
              <c:pt idx="20">
                <c:v>0.456</c:v>
              </c:pt>
              <c:pt idx="21">
                <c:v>0.444</c:v>
              </c:pt>
              <c:pt idx="22">
                <c:v>0.446</c:v>
              </c:pt>
              <c:pt idx="23">
                <c:v>0.448</c:v>
              </c:pt>
              <c:pt idx="24">
                <c:v>0.45</c:v>
              </c:pt>
              <c:pt idx="25">
                <c:v>0.452</c:v>
              </c:pt>
              <c:pt idx="26">
                <c:v>0.454</c:v>
              </c:pt>
              <c:pt idx="27">
                <c:v>0.456</c:v>
              </c:pt>
              <c:pt idx="28">
                <c:v>0.444</c:v>
              </c:pt>
              <c:pt idx="29">
                <c:v>0.446</c:v>
              </c:pt>
            </c:numLit>
          </c:xVal>
          <c:yVal>
            <c:numLit>
              <c:formatCode>#,##0</c:formatCode>
              <c:ptCount val="30"/>
              <c:pt idx="0">
                <c:v>2.6159901342912217</c:v>
              </c:pt>
              <c:pt idx="1">
                <c:v>2.8193622656256183</c:v>
              </c:pt>
              <c:pt idx="2">
                <c:v>2.914730515321656</c:v>
              </c:pt>
              <c:pt idx="3">
                <c:v>2.4127342600814528</c:v>
              </c:pt>
              <c:pt idx="4">
                <c:v>3.0877349812280905</c:v>
              </c:pt>
              <c:pt idx="5">
                <c:v>2.2491803372679042</c:v>
              </c:pt>
              <c:pt idx="6">
                <c:v>2.9589927367539657</c:v>
              </c:pt>
              <c:pt idx="7">
                <c:v>2.9264135787711</c:v>
              </c:pt>
              <c:pt idx="8">
                <c:v>2.9870992625951898</c:v>
              </c:pt>
              <c:pt idx="9">
                <c:v>3.0813763520663837</c:v>
              </c:pt>
              <c:pt idx="10">
                <c:v>3.22371277535943</c:v>
              </c:pt>
              <c:pt idx="11">
                <c:v>2.5985107316421474</c:v>
              </c:pt>
              <c:pt idx="12">
                <c:v>2.669660977979574</c:v>
              </c:pt>
              <c:pt idx="13">
                <c:v>3.112286027185245</c:v>
              </c:pt>
              <c:pt idx="14">
                <c:v>2.882569151901281</c:v>
              </c:pt>
              <c:pt idx="15">
                <c:v>2.6750904350590408</c:v>
              </c:pt>
              <c:pt idx="16">
                <c:v>2.733313188650229</c:v>
              </c:pt>
              <c:pt idx="17">
                <c:v>2.3900165034823386</c:v>
              </c:pt>
              <c:pt idx="18">
                <c:v>3.082123951961003</c:v>
              </c:pt>
              <c:pt idx="19">
                <c:v>2.5930209235521224</c:v>
              </c:pt>
              <c:pt idx="20">
                <c:v>3.281294217656954</c:v>
              </c:pt>
              <c:pt idx="21">
                <c:v>2.96472077669602</c:v>
              </c:pt>
              <c:pt idx="22">
                <c:v>2.5682824882225614</c:v>
              </c:pt>
              <c:pt idx="23">
                <c:v>2.8505765528618676</c:v>
              </c:pt>
              <c:pt idx="24">
                <c:v>2.481360845340084</c:v>
              </c:pt>
              <c:pt idx="25">
                <c:v>2.4937599507610306</c:v>
              </c:pt>
              <c:pt idx="26">
                <c:v>2.584551497877367</c:v>
              </c:pt>
              <c:pt idx="27">
                <c:v>2.8675785153809725</c:v>
              </c:pt>
              <c:pt idx="28">
                <c:v>2.7267628365596277</c:v>
              </c:pt>
              <c:pt idx="29">
                <c:v>2.9970216729765133</c:v>
              </c:pt>
            </c:numLit>
          </c:yVal>
        </c:ser>
        <c:ser>
          <c:idx val="3"/>
          <c:order val="3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"/>
              <c:pt idx="0">
                <c:v>0.2</c:v>
              </c:pt>
              <c:pt idx="1">
                <c:v>0.35</c:v>
              </c:pt>
              <c:pt idx="2">
                <c:v>0.45</c:v>
              </c:pt>
            </c:numLit>
          </c:xVal>
          <c:yVal>
            <c:numLit>
              <c:formatCode>#,##0</c:formatCode>
              <c:ptCount val="3"/>
              <c:pt idx="0">
                <c:v>1.0623626995378725</c:v>
              </c:pt>
              <c:pt idx="1">
                <c:v>1.8012290423155075</c:v>
              </c:pt>
              <c:pt idx="2">
                <c:v>2.834969409243743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Shannon 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0.5"/>
          <c:min val="0.1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自然死亡機率 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D4A5B-62B2-47C3-A9C7-CD6ED5B1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腫瘤模擬程式的設計與數學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22F0D-977F-42A8-94A1-22C506F0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BME 6120　程式實作、狀態轉移與模擬結果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02DB-AD05-4AE1-A733-51879156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B72DD-CF11-4E76-B021-F24026B3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一代更新：存活、分裂，再讓子代突變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168FE-24B5-4412-A08B-99B8CF5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閱讀順序：資料表示 → 更新規則 → 統計與證據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F5DAD-FC95-4E7A-B865-14E751A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程式以基因型計數模擬同步世代，參數為教學假設。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47bd5c6604c51"/>
          <a:stretch xmlns:a="http://schemas.openxmlformats.org/drawingml/2006/main"/>
        </p:blipFill>
        <p:spPr>
          <a:xfrm xmlns:a="http://schemas.openxmlformats.org/drawingml/2006/main">
            <a:off x="666750" y="3529823"/>
            <a:ext cx="10810875" cy="7508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75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C6753-F442-443A-B991-A9A1B310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負荷下降之後，為何又回升？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71000-14EC-45F9-BB02-986B532F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主治療情境的 30 次試驗，先提出需要解釋的現象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FAFE9-13A5-44B7-9AE1-4AC74A22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79cf18277743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D70A7-3737-41DD-A81E-6DCE36A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負荷下降</a:t>
            </a:r>
          </a:p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組成如何改變？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7DE40-7C11-4949-87D4-A4240EC9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用程式規則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建立機制解釋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再回到結果驗證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88ADB-298E-4271-8493-EAD1FC8E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先看現象，再讀實作與數學，最後用完整圖組檢查解釋。</a:t>
            </a:r>
          </a:p>
        </p:txBody>
      </p:sp>
    </p:spTree>
    <p:extLst>
      <p:ext uri="{BB962C8B-B14F-4D97-AF65-F5344CB8AC3E}">
        <p14:creationId xmlns:p14="http://schemas.microsoft.com/office/powerpoint/2010/main" val="1267332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07588-E610-4EDE-A753-7370F046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程式架構：模擬、實驗、分析、畫圖分開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2D03E-102D-4F21-8855-AF83FCE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每個檔案只做一件事，main.py 依序呼叫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64171-8E64-4D2E-9744-D9B45C8A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880F0-ECCB-4664-819B-0A28DD13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simulation.py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模型本身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0AFAF-5F25-4AC1-A929-7F72345F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experiments.py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重複試驗與資料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8661F-84EC-4E86-AD75-D478075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plot_*.py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畫圖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24250" y="25050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20000" y="25050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0E9C-04E6-42AA-829D-F867D28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模型：Config / simulate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mutate_offspring / growth_probabilities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86C6-1A98-41B9-B7BE-FC5BFEE5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analysis.py：理論公式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main.py：依序呼叫各步驟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（results → model → phase → 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19DF3-A482-4948-AE43-D3F1FA91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向老師解釋程式時，只需要先讀 simulation.py；其餘檔案都建立在它之上。</a:t>
            </a:r>
          </a:p>
        </p:txBody>
      </p:sp>
    </p:spTree>
    <p:extLst>
      <p:ext uri="{BB962C8B-B14F-4D97-AF65-F5344CB8AC3E}">
        <p14:creationId xmlns:p14="http://schemas.microsoft.com/office/powerpoint/2010/main" val="966497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BE079-8ED3-4591-9E28-449DA69E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Config：把假設變成可檢查的參數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C4135-D239-4D1B-8CC2-2E5F3921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設定集中管理，避免各函數使用不同規則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B7B45-B615-40FB-8D75-4F0474B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CBAA3-E28C-4D7A-A134-61C3440A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@dataclass(frozen=True)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class Config: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n_genes: int = 20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driver_genes: tuple[int, ...] = (0, 1, 2)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mutation_rate: float = 0.001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death_rate: float = 0.30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driver_death_reduction: float = 0.08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triple_probability: float = 0.04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driver_triple_bonus: float = 0.12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max_cells: int = 1_000_000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85ED4-5E0E-4D95-816E-6EDDCD64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frozen=True 保護本次設定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replace() 建立新實驗條件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62470-8D70-47FE-9A28-A46AB233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μ 是每個未突變位元的機率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q 是存活後產生三子代的機率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38EEB-5E62-4096-A289-BD363895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max_cells 是計算停止門檻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不代表腫瘤承載量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841E3-C928-4FBF-AD4C-966E086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e76f9617d405d"/>
          <a:stretch xmlns:a="http://schemas.openxmlformats.org/drawingml/2006/main"/>
        </p:blipFill>
        <p:spPr>
          <a:xfrm xmlns:a="http://schemas.openxmlformats.org/drawingml/2006/main">
            <a:off x="685800" y="5238750"/>
            <a:ext cx="107727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37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D456C-29B8-4F5A-AEC4-E99A27A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population：稀疏字典表示整個腫瘤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E455-352C-4B89-A026-EFFDE2FF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字典鍵是基因型整數，值是具有該基因型的細胞數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4F5DD-6030-482C-95D6-D99FE671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6E571-5CEA-4308-A1DD-71207D98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rng = np.random.default_rng(seed)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{0: config.initial_cells}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generation in range(config.generations + 1):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 = summarize(population, generation,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history.append(row)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populations.append(dict(population))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FF224-8AAF-40C8-99E7-3A863E1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{0: 100} 表示 100 個全未突變細胞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63B4E-514E-45D2-9C36-FF427FC1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history 保存逐代摘要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populations 保存字典副本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BD7A5-6805-44F5-9360-36ECE819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只儲存實際出現的基因型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不必配置 2²² 個空欄位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F489B-BF91-4C63-9AFB-ECA6CD46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08da7151544d5"/>
          <a:stretch xmlns:a="http://schemas.openxmlformats.org/drawingml/2006/main"/>
        </p:blipFill>
        <p:spPr>
          <a:xfrm xmlns:a="http://schemas.openxmlformats.org/drawingml/2006/main">
            <a:off x="3477292" y="4953000"/>
            <a:ext cx="5189792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93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0E7F7-79EB-459E-9DE2-017500E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Bitmask：用位元檢查基因是否突變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0C4C6-C79F-4F0B-9B60-172A517E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 &lt;&lt; g 選取第 g 位，AND 檢查，OR 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942BB-818F-4CCD-93A0-B663A3F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99BAB-B575-4AC8-B97D-F75371A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sum(bool(genotype &amp; (1 &lt;&lt; g)) for g in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A770F-6B41-4867-8BD9-A0D2D72D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3 位的遮罩為 1 &lt;&lt; 3 = 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抗藥細胞滿足 genotype &amp;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C3467-1B04-49FF-8DFD-65603545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例：9 = 00001001₂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0 與第 3 位已突變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49C37-6016-48D2-A0DE-E61E149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計數 oncogene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抗藥與 driver 表型分開判定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10C2B-DAAA-4F71-A5E7-C6D6801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3ce237c3142bc"/>
          <a:stretch xmlns:a="http://schemas.openxmlformats.org/drawingml/2006/main"/>
        </p:blipFill>
        <p:spPr>
          <a:xfrm xmlns:a="http://schemas.openxmlformats.org/drawingml/2006/main">
            <a:off x="2419350" y="5238750"/>
            <a:ext cx="73056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71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643F2-2B3A-414E-8536-E409533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TSG：two-hit 必須擊中同一基因的兩個等位基因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AA1EE-0D3E-4737-BF84-69CE162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 個基因座，兩個 TSG 各增加第二等位基因位元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DB489-E76E-4595-800D-CE18ACA6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689E2-7456-461F-A62A-A7E0383A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second = 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config.suppressor_genes.index(gene)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int(bool(genotype &amp; (1 &lt;&lt; gene)))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int(bool(genotype &amp; (1 &lt;&lt; second)))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any(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suppressor_alleles(genotype, gene, config)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config.suppressor_hits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gene in config.suppressor_genes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A0C91-BA02-44E0-B92D-3CD6B5C5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4：位元 4 與 20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5：位元 5 與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84E13-7927-4976-B621-B8F9EB33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two-hit：同一基因有兩擊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不同基因各一擊尚未達標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D059C-5103-42E7-9D54-C7D5CC4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any() 表示任一 TSG 達標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每類優勢只加入一次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2BBCD-5F07-4742-992A-9C30068E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c26d5cce147ac"/>
          <a:stretch xmlns:a="http://schemas.openxmlformats.org/drawingml/2006/main"/>
        </p:blipFill>
        <p:spPr>
          <a:xfrm xmlns:a="http://schemas.openxmlformats.org/drawingml/2006/main">
            <a:off x="2440781" y="5238750"/>
            <a:ext cx="72628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2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0CFDC-130F-4315-B2CA-5CDD592C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growth_probabilities：表型如何改變生長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1EE65-0855-4CDD-9109-89BEED2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Oncogene 與 TSG 優勢可相加，IL11 降低共享死亡率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88ACD-DA91-44C7-BC17-49E595B8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5EC37-27F3-4573-8506-9FAAD417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oncogene = driver_count(genotype, config) &gt;=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config.driver_hits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suppressor = suppressor_loss(genotype, config)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 = max(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0,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config.death_rate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- config.driver_death_reduction * oncogene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- config.suppressor_death_reduction * suppressor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- shared_benefit,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 = (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config.triple_probability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+ config.driver_triple_bonus * oncogene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+ config.suppressor_triple_bonus * suppressor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defRPr sz="1200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death, triple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D57A8-63C7-4A42-A43A-899F5BAE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I_O：oncogene 是否達門檻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I_T：任一 TSG 是否達門檻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50DE4-DA1F-4BFF-83BB-FCE38F6E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death 自然死亡率至少為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 是存活條件下的機率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577C6-ACE7-49A8-89C8-8DA03F2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 (d,q)=(0.30,0.04)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兩類達標時 (0.14,0.28)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9A35C-9D80-4229-9B49-8054CACF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9e62e31794d8f"/>
          <a:stretch xmlns:a="http://schemas.openxmlformats.org/drawingml/2006/main"/>
        </p:blipFill>
        <p:spPr>
          <a:xfrm xmlns:a="http://schemas.openxmlformats.org/drawingml/2006/main">
            <a:off x="666750" y="5322652"/>
            <a:ext cx="10810875" cy="4513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15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561BB-4B07-4B77-8808-74B7A25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il11_environment：當前族群形成下一代共享環境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EEC55-2BBD-4E29-88BF-24DEBCDE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本代生產者比例決定 b，所有基因型共同受益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522F9-4E74-458B-B8FB-B9BE361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A934B-2CC6-464E-B027-3470C16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not config.il11_enabled or total == 0: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0.0, 0.0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 = (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sum(n for g, n in population.items() if g &amp; (1 &lt;&lt;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config.il11_gene)) / total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benefit = (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config.il11_max_death_reduction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* fraction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/ (config.il11_half_fraction + fraction)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fraction, benefit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043F4-AEE0-450B-8965-4359BE0E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 = IL11⁺ 細胞數 / 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關閉或滅絕時回傳 (0,0)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DF23C-2F36-4C25-8542-A345C45F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f=2% 時 b=0.03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基準死亡率由 30% 降至 27%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26436-B2DB-4459-AF56-7BD402AB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先計算環境，再更新子代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本代新突變從下次轉移起作用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3D530-846C-492E-AFA5-DB46025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53232578d416e"/>
          <a:stretch xmlns:a="http://schemas.openxmlformats.org/drawingml/2006/main"/>
        </p:blipFill>
        <p:spPr>
          <a:xfrm xmlns:a="http://schemas.openxmlformats.org/drawingml/2006/main">
            <a:off x="3728996" y="4953000"/>
            <a:ext cx="46863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45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B9830-F79C-4DA4-A369-9718E2A3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simulate：一代更新的完整順序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77B65-671B-4945-8F68-1A8CC50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先記錄與檢查，再繁殖與突變，最後更換族群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B2D48-7CA7-407A-A97A-866FD81E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5B26B-E257-409F-8970-0235BBB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記錄 Sₜ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摘要與快照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6149-9275-4D37-B9F7-904AAA8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停止檢查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決定是否推進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95E4A-6DAE-4880-8276-39323C7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治療與 IL11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本次環境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3308-2E24-474F-A788-853BA3DE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父細胞抽樣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8E103-6959-4E52-96A1-8FC37725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子代突變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合併與替換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0062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3425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6787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8F621-7ABB-4BE5-B43A-37A423F3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第 0 代也會記錄。世代更新使用全新 offspring，不把父代再加回去。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8f6061a914748"/>
          <a:stretch xmlns:a="http://schemas.openxmlformats.org/drawingml/2006/main"/>
        </p:blipFill>
        <p:spPr>
          <a:xfrm xmlns:a="http://schemas.openxmlformats.org/drawingml/2006/main">
            <a:off x="666750" y="4040817"/>
            <a:ext cx="10858500" cy="7766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7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9E3DF-9886-44BD-B871-D5430494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停止條件：記錄最後一代，保留停止原因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1423F-6674-45B8-AAA4-7E0D710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優先序為滅絕、取樣目標、計算上限、觀察代數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7ACD3-DB4E-488E-9633-ED60852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6EA24-CC51-4AD9-9694-4BB731C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"extinction"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target_size is not None and row["total"]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target_size: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"target_reached"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&gt;= config.max_cells: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"cell_limit"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generation == config.generations: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770BD-46DB-4003-A44D-0407992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滅絕：族群確實已變成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之後細胞數可延續為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B4328-0225-4C90-A8C5-DEFBFD4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max_cells：停止觀察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該代完整保留，之後是缺失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7E80F-CDE7-483E-A86C-52C946B2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target_size 用於等大小比較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允許跨門檻時 overshoot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FC221-8DD1-4855-AD36-60523F62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4565415ce43a8"/>
          <a:stretch xmlns:a="http://schemas.openxmlformats.org/drawingml/2006/main"/>
        </p:blipFill>
        <p:spPr>
          <a:xfrm xmlns:a="http://schemas.openxmlformats.org/drawingml/2006/main">
            <a:off x="1271004" y="5238750"/>
            <a:ext cx="9602368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04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3F53-1C54-402B-B706-D8B7B341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治療開關：首次達門檻後持續作用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3AC78-2A5B-4DF3-B5F4-1EB77F06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therapy_generation 同時保存啟動代數與控制狀態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00CC7-F349-4872-9121-ECBD80C6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D8742-F4F8-465F-8BC7-0CD33F5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(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and therapy_generation is None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and row["total"] &gt;= config.therapy_start_size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):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therapy_generation = generation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therapy_on = True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genotype, count in population.items():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therapy_on: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genotype &amp; (1 &lt;&lt; config.resistance_gene):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kill = config.resistant_therapy_kill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else: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kill = config.sensitive_therapy_kill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death = 1 - (1 - death) * (1 - kill)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3F82A-586F-405A-84E4-25EAAC4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None 表示尚未啟動治療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20,000 時記錄當前代數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BAB64-7B3B-4A86-AD66-BE2C5BCB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存活機率先乘自然存活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再乘治療下的存活機率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D2364-B704-4EF9-9143-3AA98ADD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敏感 k=0.90，抗藥 k=0.04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治療改變存活，不改變 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30243-FED9-45B8-B815-F724F1AF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cb2b577e44749"/>
          <a:stretch xmlns:a="http://schemas.openxmlformats.org/drawingml/2006/main"/>
        </p:blipFill>
        <p:spPr>
          <a:xfrm xmlns:a="http://schemas.openxmlformats.org/drawingml/2006/main">
            <a:off x="666750" y="5259133"/>
            <a:ext cx="10810875" cy="5783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720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64B4-2325-44EB-8A2F-6F1C15F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狀態機：治療的歷史不能只看當前總量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11334-99D4-47F9-B245-21A95A1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相同負荷可能代表未治療，也可能已治療後下降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B0041-3319-431B-91B7-C7CC7B4A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9FD5D-4D90-4B5C-9D4D-B8F202B2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1997D-2628-403E-BF5D-870C983D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持續治療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1</a:t>
            </a:r>
          </a:p>
        </p:txBody>
      </p: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8575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FEEC-A76D-4428-9E91-CCDD85A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therapy 開啟且 T ≥ 20,000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28FF0-EB7A-4706-A2F7-6EB11544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低於門檻時維持 A=0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B15B0-5EB0-432B-A1E7-B270B62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下降後仍維持 A=1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BD7C7-5150-45F7-9379-51EE4D0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未停止時才執行轉移。停止條件與治療狀態分別控制觀察與生長。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1264abc10418c"/>
          <a:stretch xmlns:a="http://schemas.openxmlformats.org/drawingml/2006/main"/>
        </p:blipFill>
        <p:spPr>
          <a:xfrm xmlns:a="http://schemas.openxmlformats.org/drawingml/2006/main">
            <a:off x="2461490" y="4810125"/>
            <a:ext cx="7269020" cy="71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673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B5A4E-24E7-4F62-9E62-1FA2DEB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父代抽樣：兩次 Binomial 產生整批子代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38CF1-ACF5-4813-90DB-C5D47AC0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一個基因型有 n 個父細胞，批次處理而不逐細胞迴圈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DD913-A5B5-49BA-84A0-A16DF90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72293-E4C9-4422-AE7D-8954A2B1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death, triple = growth_probabilities(genotype, config,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survivors = int(rng.binomial(count, 1 - death))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triples = int(rng.binomial(survivors, triple))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n = 2 * survivors + triples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offspring[genotype] =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E6C45-86B3-488B-864C-60634F0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survivors = 存活父細胞 U_g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以 n_g 和 1−δ_g 抽樣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969FD-4CFE-4DB6-AECA-56DF5B12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triples = 三子代事件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只在 survivors 中抽樣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629E8-177F-4EE2-97DB-F924CB65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 = 2U_g +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父代被新子代取代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AB603-D3A2-44C4-9FC9-6D792AD5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e3884b055421e"/>
          <a:stretch xmlns:a="http://schemas.openxmlformats.org/drawingml/2006/main"/>
        </p:blipFill>
        <p:spPr>
          <a:xfrm xmlns:a="http://schemas.openxmlformats.org/drawingml/2006/main">
            <a:off x="666750" y="5287924"/>
            <a:ext cx="10810875" cy="5207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91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721EE-BD4C-4812-B75F-0364FCA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數值例子：基準細胞平均產生 1.428 個子代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6EF05-8FC9-459E-9498-6DBE1D3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先把存活和分裂機率結合，再理解生長或萎縮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70455-3C80-40D4-B366-6969788C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47750" y="2076450"/>
          <a:ext xmlns:a="http://schemas.openxmlformats.org/drawingml/2006/main" cx="10096500" cy="1476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2524125"/>
                <a:gridCol w="2524125"/>
                <a:gridCol w="2524125"/>
              </a:tblGrid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 B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4953000"/>
          <a:ext xmlns:a="http://schemas.openxmlformats.org/drawingml/2006/main" cx="10858500" cy="85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2714625"/>
                <a:gridCol w="2714625"/>
                <a:gridCol w="2714625"/>
              </a:tblGrid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基準細胞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未治療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治療下敏感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治療下抗藥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每父細胞期望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f59670c1b489d"/>
          <a:stretch xmlns:a="http://schemas.openxmlformats.org/drawingml/2006/main"/>
        </p:blipFill>
        <p:spPr>
          <a:xfrm xmlns:a="http://schemas.openxmlformats.org/drawingml/2006/main">
            <a:off x="1801091" y="3876675"/>
            <a:ext cx="858981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31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E2A8A-6847-493E-8397-AEE36A0B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mutate_offspring：逐位元拆分子代計數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6A744-B44B-4507-95F2-90337F5E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每輪只替尚未突變的位元抽樣，允許同代多位元突變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4C894-8B43-4799-85FA-0E427802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10283-81DD-4B71-8866-7C895B2E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 in range(config.n_genes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len(config.suppressor_genes)):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bit = 1 &lt;&lt; 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genotype, count in population.items():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genotype &amp; bit: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mutants = int(rng.binomial(count,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config.mutation_rate))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72C28-4B06-4DCA-8C0A-4306484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mutants ~ Binomial(count, μ)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一次抽出該類的突變細胞數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FC116-443A-4203-9A1B-CD2E666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genotype | bit 設定新位元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get(...,0) 合併相同基因型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8CED-3370-4F8D-B3EB-7B779689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依序遍歷全部 22 個位元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本輪新類型下輪可再突變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C9786-6BAE-43C3-A0C7-CB1383A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43770ef794449"/>
          <a:stretch xmlns:a="http://schemas.openxmlformats.org/drawingml/2006/main"/>
        </p:blipFill>
        <p:spPr>
          <a:xfrm xmlns:a="http://schemas.openxmlformats.org/drawingml/2006/main">
            <a:off x="2840831" y="5238750"/>
            <a:ext cx="64627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29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37F0D-67D0-4C14-B630-3820DAED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突變守恆：重新分類細胞，不創造額外細胞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2E6CE-84BC-4094-B878-BDA8196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舊類型移出 X 個，新類型加入同樣的 X 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82B62-87F3-4EF6-BBEB-A969F28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F7A35-FF4E-42F6-ACFE-B62FF7BF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mutants: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updated[genotype] -=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 | bit]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updated.get(genotype | bit, 0) +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 = {g: n for g, n in updated.items() if 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 0}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0B19C-412C-4D8E-8C8F-0F044F0A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例：100 個 g=0，抽到 2 個突變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結果為 {0:98, 8:2}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4CAF0-F03D-4461-81FA-ECB61803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刪除 count=0 的項目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維持稀疏字典與正計數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729AC-D805-42D7-ACF4-13C9882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守恆只適用於突變階段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存活與分裂會改變總數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C0A94-5972-4799-BA19-4BC5D8A4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09cecde1d4e29"/>
          <a:stretch xmlns:a="http://schemas.openxmlformats.org/drawingml/2006/main"/>
        </p:blipFill>
        <p:spPr>
          <a:xfrm xmlns:a="http://schemas.openxmlformats.org/drawingml/2006/main">
            <a:off x="3087905" y="4953000"/>
            <a:ext cx="5968565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401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34D36-0F54-4816-A4D8-4E3991B7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逐位元抽樣對應精確突變矩陣 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E37A-5F1F-4765-B288-CC516FD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Q 的列是父代基因型，欄是子代基因型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2550A-FD31-4E06-AF27-7CE71FAE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0A447-1AB2-4136-B850-6A5B32AF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程式逐位元抽樣，數學可用多項分布描述相同分布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1F5F9-925C-421F-9D79-BD44B7C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L=22。Q 每列總和為 1；它描述單個子代的突變，不是整個腫瘤轉移。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97dbfa7b74db4"/>
          <a:stretch xmlns:a="http://schemas.openxmlformats.org/drawingml/2006/main"/>
        </p:blipFill>
        <p:spPr>
          <a:xfrm xmlns:a="http://schemas.openxmlformats.org/drawingml/2006/main">
            <a:off x="666750" y="2181597"/>
            <a:ext cx="10858500" cy="62790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734b827644a0e"/>
          <a:stretch xmlns:a="http://schemas.openxmlformats.org/drawingml/2006/main"/>
        </p:blipFill>
        <p:spPr>
          <a:xfrm xmlns:a="http://schemas.openxmlformats.org/drawingml/2006/main">
            <a:off x="1179355" y="3362325"/>
            <a:ext cx="983329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702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D4221-F0A3-4146-9DB7-9B86B99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期望矩陣 M：繁殖能力乘上突變機率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4192-5C40-49BC-90BF-5BD04099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M 記錄期望子代數，列總和為 m_g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E2FB7-DF6F-4803-876F-73CFA7F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3181350"/>
          <a:ext xmlns:a="http://schemas.openxmlformats.org/drawingml/2006/main" cx="9525000" cy="180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5000"/>
                <a:gridCol w="3175000"/>
                <a:gridCol w="3175000"/>
              </a:tblGrid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 M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0.1426572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bec354fb446ec"/>
          <a:stretch xmlns:a="http://schemas.openxmlformats.org/drawingml/2006/main"/>
        </p:blipFill>
        <p:spPr>
          <a:xfrm xmlns:a="http://schemas.openxmlformats.org/drawingml/2006/main">
            <a:off x="666750" y="2081869"/>
            <a:ext cx="10858500" cy="636862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8d6e9020e464c"/>
          <a:stretch xmlns:a="http://schemas.openxmlformats.org/drawingml/2006/main"/>
        </p:blipFill>
        <p:spPr>
          <a:xfrm xmlns:a="http://schemas.openxmlformats.org/drawingml/2006/main">
            <a:off x="2243341" y="5143500"/>
            <a:ext cx="770531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485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724FC-F006-4A61-8EFE-7117CA2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Markov 狀態：細胞組成加治療開關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31EA3-FBFB-4A38-A695-EF0B7D67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給定 Sₜ，下一代分布不再需要更早的族群歷史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091A4-5CDE-447C-9DC2-BC7E38E7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4E038-1396-4FA3-B08A-2C8C977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1,000 個細胞，抗藥組成不同，下一代分布不同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D5EDD-3C2F-4AF4-A9B0-ECC404C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 Config 時，完整 P 可固定。程式直接抽樣，不枚舉所有完整狀態。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a05d7613e41cb"/>
          <a:stretch xmlns:a="http://schemas.openxmlformats.org/drawingml/2006/main"/>
        </p:blipFill>
        <p:spPr>
          <a:xfrm xmlns:a="http://schemas.openxmlformats.org/drawingml/2006/main">
            <a:off x="666750" y="2266186"/>
            <a:ext cx="10858500" cy="70637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616f9e624429c"/>
          <a:stretch xmlns:a="http://schemas.openxmlformats.org/drawingml/2006/main"/>
        </p:blipFill>
        <p:spPr>
          <a:xfrm xmlns:a="http://schemas.openxmlformats.org/drawingml/2006/main">
            <a:off x="922706" y="3476625"/>
            <a:ext cx="1034658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57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9B930-38EA-406E-9BA1-4442C3D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的數學表示：單個父細胞的生成函數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ACED2-FD8B-4B82-9F42-1D69B558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死亡、二子代、三子代與突變，合併成一個轉移規則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D9416-209A-4F7D-ACB0-27BC53A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18382-3E54-4B7A-A0FF-2962A7C0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δ_g：死亡　　u²：兩個子代　　u³：三個子代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E2EF1-023E-4C94-8E65-EBFA68E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公式把 simulate() 與 mutate_offspring() 的抽樣規則一起寫下來。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50beeb6264ca5"/>
          <a:stretch xmlns:a="http://schemas.openxmlformats.org/drawingml/2006/main"/>
        </p:blipFill>
        <p:spPr>
          <a:xfrm xmlns:a="http://schemas.openxmlformats.org/drawingml/2006/main">
            <a:off x="4870339" y="2066925"/>
            <a:ext cx="2451322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f21de7c044c74"/>
          <a:stretch xmlns:a="http://schemas.openxmlformats.org/drawingml/2006/main"/>
        </p:blipFill>
        <p:spPr>
          <a:xfrm xmlns:a="http://schemas.openxmlformats.org/drawingml/2006/main">
            <a:off x="666750" y="3432047"/>
            <a:ext cx="10858500" cy="6987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499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D8336-6BFB-4E78-BD0B-4C8365A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的數學表示：全族群生成函數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10DBF-5748-4ABF-B547-C84B6227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父細胞條件獨立，乘積的指定係數就是轉移機率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23FC5-26E9-4C9E-BDA8-22D87EE6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03E6D-C987-4628-BD49-D31BB49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這是解析定義。直接儲存如此巨大的 P，成本遠高於批次抽樣。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bb1d2ede5406d"/>
          <a:stretch xmlns:a="http://schemas.openxmlformats.org/drawingml/2006/main"/>
        </p:blipFill>
        <p:spPr>
          <a:xfrm xmlns:a="http://schemas.openxmlformats.org/drawingml/2006/main">
            <a:off x="4556528" y="2095500"/>
            <a:ext cx="3078944" cy="762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6f0f40ba74e11"/>
          <a:stretch xmlns:a="http://schemas.openxmlformats.org/drawingml/2006/main"/>
        </p:blipFill>
        <p:spPr>
          <a:xfrm xmlns:a="http://schemas.openxmlformats.org/drawingml/2006/main">
            <a:off x="2682240" y="3381375"/>
            <a:ext cx="6827520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b8634000d48d9"/>
          <a:stretch xmlns:a="http://schemas.openxmlformats.org/drawingml/2006/main"/>
        </p:blipFill>
        <p:spPr>
          <a:xfrm xmlns:a="http://schemas.openxmlformats.org/drawingml/2006/main">
            <a:off x="4400929" y="4638675"/>
            <a:ext cx="3390142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185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96079-4FC1-43DF-8EFD-60EDD8A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 的數值例：把狀態縮小後就能列出矩陣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75A51-BCF8-4A63-9CF5-91693BCA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停用突變與治療，N≥4 的首次進入以 † 記帳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77432-854B-42C6-8C80-24693F12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04875" y="2047875"/>
          <a:ext xmlns:a="http://schemas.openxmlformats.org/drawingml/2006/main" cx="1038225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30375"/>
                <a:gridCol w="1730375"/>
                <a:gridCol w="1730375"/>
                <a:gridCol w="1730375"/>
                <a:gridCol w="1730375"/>
                <a:gridCol w="1730375"/>
              </a:tblGrid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列／欄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0.40320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0.01680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0.02700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0.18144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0.00756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0.78400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62ba9ff9d45f3"/>
          <a:stretch xmlns:a="http://schemas.openxmlformats.org/drawingml/2006/main"/>
        </p:blipFill>
        <p:spPr>
          <a:xfrm xmlns:a="http://schemas.openxmlformats.org/drawingml/2006/main">
            <a:off x="3999139" y="5286375"/>
            <a:ext cx="4193721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24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81EF1-5293-4FBB-BCD2-AFB16F56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為何 π 乘在 P 左側：列向量的加權平均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9A7C9-ED94-4B94-A0A4-775F096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每個下一步狀態，累加所有來源狀態的貢獻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C945D-F774-48DC-9838-1DF6AD8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9E84D-C799-43D8-BF10-89CA215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π 的項目是「整個族群處於各狀態的機率」，不是各基因型細胞比例。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5315ef231401e"/>
          <a:stretch xmlns:a="http://schemas.openxmlformats.org/drawingml/2006/main"/>
        </p:blipFill>
        <p:spPr>
          <a:xfrm xmlns:a="http://schemas.openxmlformats.org/drawingml/2006/main">
            <a:off x="2989551" y="2095500"/>
            <a:ext cx="6212898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efb386f814c36"/>
          <a:stretch xmlns:a="http://schemas.openxmlformats.org/drawingml/2006/main"/>
        </p:blipFill>
        <p:spPr>
          <a:xfrm xmlns:a="http://schemas.openxmlformats.org/drawingml/2006/main">
            <a:off x="2466569" y="3362325"/>
            <a:ext cx="7258863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031b1615f4d89"/>
          <a:stretch xmlns:a="http://schemas.openxmlformats.org/drawingml/2006/main"/>
        </p:blipFill>
        <p:spPr>
          <a:xfrm xmlns:a="http://schemas.openxmlformats.org/drawingml/2006/main">
            <a:off x="666750" y="4684481"/>
            <a:ext cx="10858500" cy="622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859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DE0C2-A799-4788-B503-B946DE4D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矩陣連乘描述所有路徑，不是一條模擬路徑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D0338-8177-4F58-B538-132A01A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P² 加總經過所有中間狀態的兩步轉移機率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9917A-7E0A-47C4-9D5B-F4DC5A4C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12E2D-85B4-4A37-967B-B62B7E6F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玩具例子的數字不能直接取代完整腫瘤的 P。單條路徑使用沿途機率乘積。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2d63e86b14788"/>
          <a:stretch xmlns:a="http://schemas.openxmlformats.org/drawingml/2006/main"/>
        </p:blipFill>
        <p:spPr>
          <a:xfrm xmlns:a="http://schemas.openxmlformats.org/drawingml/2006/main">
            <a:off x="3409879" y="2066925"/>
            <a:ext cx="5372243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fba4e83444445"/>
          <a:stretch xmlns:a="http://schemas.openxmlformats.org/drawingml/2006/main"/>
        </p:blipFill>
        <p:spPr>
          <a:xfrm xmlns:a="http://schemas.openxmlformats.org/drawingml/2006/main">
            <a:off x="666750" y="3576496"/>
            <a:ext cx="10858500" cy="514632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09f61853c463d"/>
          <a:stretch xmlns:a="http://schemas.openxmlformats.org/drawingml/2006/main"/>
        </p:blipFill>
        <p:spPr>
          <a:xfrm xmlns:a="http://schemas.openxmlformats.org/drawingml/2006/main">
            <a:off x="4332682" y="4781550"/>
            <a:ext cx="3526636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26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8CF73-4E99-4218-8C15-578B5493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P、Q 與 M：三種矩陣回答不同問題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7295B-C0B0-49E4-B274-4E77E90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索引不同，因此不能把它們互相替代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24B1-98D3-43A2-85E5-FF281092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476625"/>
                <a:gridCol w="3667125"/>
                <a:gridCol w="1905000"/>
              </a:tblGrid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矩陣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索引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列總和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完整族群狀態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子代突變機率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期望子代數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m_g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661AD-7724-494A-A952-6EC24635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IL11 與治療使 M 隨當前狀態改變。完整 Markov 核 P 仍可保持固定。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01cb943884424"/>
          <a:stretch xmlns:a="http://schemas.openxmlformats.org/drawingml/2006/main"/>
        </p:blipFill>
        <p:spPr>
          <a:xfrm xmlns:a="http://schemas.openxmlformats.org/drawingml/2006/main">
            <a:off x="666750" y="4942191"/>
            <a:ext cx="10858500" cy="5454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852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FF94-8679-4E27-A83C-CAFC742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summarize：把基因型字典變成可畫圖的統計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35AB4-1805-4DDC-BE40-DED74D53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統計只讀當前族群，與下一代抽樣分開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E72A1-6214-4FBE-BF58-BBDFEDC5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B377D-8FFB-4A18-A675-1C62FD81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fractions = np.array(list(population.values()),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dtype=float) / max(total, 1)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resistant = sum(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 for g, n in population.items() if g &amp; (1 &lt;&lt;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config.resistance_gene)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il11_fraction, shared_benefit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il11_environment(population, 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5AA52-8A7B-457F-A6C4-BCFE465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total：總細胞數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resistant：抗藥位元為 1 的數量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A1929-E21F-48BA-9FDD-80D77D98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richness：不同基因型數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Shannon：考慮比例與均勻度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03C0E-C5D3-4521-8581-3596CC9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滅絕時比例避免除以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細胞數與比例的定義分開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EE571-E888-40F6-8503-5E8C01E6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625b703dc44b3"/>
          <a:stretch xmlns:a="http://schemas.openxmlformats.org/drawingml/2006/main"/>
        </p:blipFill>
        <p:spPr>
          <a:xfrm xmlns:a="http://schemas.openxmlformats.org/drawingml/2006/main">
            <a:off x="2202211" y="4953000"/>
            <a:ext cx="773995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506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F3AA6-6B02-417D-915E-AFE7D57F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therapy_outcome：從 history 判讀復發事件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FD935-AF44-4C0B-B317-D54D0E4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先低於治療起始負荷，再回到該負荷才算復發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651A3-7554-498B-842B-79E354C5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68E7A-76C3-43AB-9FEF-4A222BA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start = result.therapy_generation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start is None: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dict(status="therapy_not_started",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nadir=None, relapse_generation=None)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baseline = result.history[start]["total"]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after = result.history[start + 1 :]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declined = False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relapse = None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row in after: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declined |= row["total"] &lt; baseline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declined and row["total"] &gt;= baseline: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relapse = row["generation"]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BA213-441B-42C2-A13D-A1F471EE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baseline 是開始治療時總量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不是固定寫死的 20,000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9B487-EC61-4D3E-8E6E-F3B7BE1B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declined 保存「曾下降」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relapse 是第一次回升代數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822A2-CB79-44FC-9F9E-6C1A26F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未啟動、未觀察到復發與滅絕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保留不同 outcome 標記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93461-F989-4309-BDDF-13F91980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fa97db7a84d71"/>
          <a:stretch xmlns:a="http://schemas.openxmlformats.org/drawingml/2006/main"/>
        </p:blipFill>
        <p:spPr>
          <a:xfrm xmlns:a="http://schemas.openxmlformats.org/drawingml/2006/main">
            <a:off x="666750" y="5251084"/>
            <a:ext cx="10810875" cy="5944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62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14FD9-83F8-4F79-94FC-1FE7726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重複試驗：用獨立 seed 建立可重現的實驗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CC349-C20E-4061-ACF7-A16FBF7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同一 seed 重現同一路徑，不同 replicate 使用不同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95616-5B39-4F44-8FFE-5F0323C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97021-BADE-46DE-9D77-62E3AD3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[simulate(config, seed + 100000 + rep) for rep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 range(replicates)]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dict(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config=asdict(config),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seed=seed,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replicates=replicates,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therapy_seeds=[t.seed for t in trials],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therapy_outcome_counts={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status: sum(o["status"] == status for o in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outcomes)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for status in sorted({o["status"] for o in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outcomes})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},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203D-E243-4612-9376-0926FF5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治療組 seed=42+100000+rep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rep=0,…,29，共 30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2D320-F982-4498-98AB-5639CB88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Config、seed、套件版本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 outcome 一起寫入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F76EC-9CD0-46E9-AA3F-30EAFC0D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CSV 保留逐代和逐次資料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簡報圖可回溯到原始數字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06C42-AD5F-4A30-8404-4554B95D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97af66d4d4101"/>
          <a:stretch xmlns:a="http://schemas.openxmlformats.org/drawingml/2006/main"/>
        </p:blipFill>
        <p:spPr>
          <a:xfrm xmlns:a="http://schemas.openxmlformats.org/drawingml/2006/main">
            <a:off x="2737562" y="5238750"/>
            <a:ext cx="6669251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801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FE9F1-4FC3-4596-A11B-2EAD2294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多次試驗統計：滅絕零值與停止缺失分開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4AB8A-64FB-4554-8BCC-0B66E1CD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後期曲線必須同時知道有效試驗數 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D1455-2B66-448F-B9AE-932B44FC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D7E6E-5AD7-4D2D-9B56-80FB333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data = {k: np.full((len(trials), length), np.nan) for 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 keys}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generation &gt;= len(trial.history) and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trial.stop_reason != "extinction":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row = trial.history[min(generation,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len(trial.history) - 1)]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total = row["total"]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key, matrix in data.items():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v = matrix[:, generation]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v = v[np.isfinite(v)]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C30F4-06DF-4305-B3A1-F048856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資料矩陣先填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只寫入實際觀察或滅絕延續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7A1E1-0B9C-423F-BA9E-B638F2B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計算上限之後維持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滅絕之後細胞數延續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DD8AB-876D-4FE3-80B9-FB77DADE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比例只對仍活且有觀察的腫瘤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每代保留各指標有效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DF12C-AAB6-49A2-BA86-DE530C33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95315d4964e4a"/>
          <a:stretch xmlns:a="http://schemas.openxmlformats.org/drawingml/2006/main"/>
        </p:blipFill>
        <p:spPr>
          <a:xfrm xmlns:a="http://schemas.openxmlformats.org/drawingml/2006/main">
            <a:off x="764238" y="5238750"/>
            <a:ext cx="1061589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907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B99F0-38E8-416E-8002-5AD0CE3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等大小取樣：避免跨門檻大小不同的混淆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88147-8050-4667-B08A-94432C5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從首次達標的完整族群無放回抽取 5,000 個細胞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72FDB-8A68-4BBD-A6F1-00F7544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31F05-2323-4518-BC01-6D74DEA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result.history[-1]["total"] &lt; 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None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 = result.populations[-1]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counts = rng.multivariate_hypergeometric(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np.array(list(pop.values()), dtype=np.int64), size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sampled = {g: int(n) for g, n in zip(pop, counts) if n}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summarize(sampled,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result.history[-1]["generation"], result.config)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569F9-DF0F-4C75-A787-AC343B70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不同死亡率達標代數不同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最後族群可能大於 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8F853-E385-47DC-80C9-FD0C76D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multivariate_hypergeometric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保留固定樣本總數且不放回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C3654-F199-44CB-A43D-E4422C9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比較等大小樣本的 H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仍須注意達標時間與選擇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991E5-F348-4B68-8F2C-B0499B9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166adaf9f4a6a"/>
          <a:stretch xmlns:a="http://schemas.openxmlformats.org/drawingml/2006/main"/>
        </p:blipFill>
        <p:spPr>
          <a:xfrm xmlns:a="http://schemas.openxmlformats.org/drawingml/2006/main">
            <a:off x="1718196" y="4953000"/>
            <a:ext cx="87079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90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3E8EC-9471-4640-9DEF-8B5C5422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test_simulation.py：測試生物語意與不變量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E33C0-B15F-4DBE-AB63-9592844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測試回答「程式是否實作了預定的模型」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B9038-2DA9-44D2-9A02-8E3A08D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333875"/>
                <a:gridCol w="4333875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檢查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防止的錯誤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語意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不同基因各一擊不算兩擊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 one-hit 和 two-hit 混淆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突變守恆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前後總細胞數相同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分類時重複或遺失細胞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獨立等位基因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0/1/2 擊約 0.64/0.32/0.04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同代多突變處理錯誤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IL11、截尾、seed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共享效益、缺失、重現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環境時序與統計語意錯誤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5699bc1f947f5"/>
          <a:stretch xmlns:a="http://schemas.openxmlformats.org/drawingml/2006/main"/>
        </p:blipFill>
        <p:spPr>
          <a:xfrm xmlns:a="http://schemas.openxmlformats.org/drawingml/2006/main">
            <a:off x="1137809" y="5381625"/>
            <a:ext cx="9916383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707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22CC2-EA56-42A9-8A14-5A29AAE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實驗設計：每張結果圖對應不同控制條件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146DD-D7B9-4084-82D5-3CBF3A5B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程式的參數與取樣方式決定可以比較什麼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25832-EEB4-456E-8A7B-D0DC0B64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3762375"/>
                <a:gridCol w="4857750"/>
              </a:tblGrid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改變條件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固定條件／比較方式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族群達門檻後啟動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two-hit、IL11 OFF、30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門檻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one-hit / two-hit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無治療、18 代、每組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共享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 / OFF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無治療、同位點、每組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多樣性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d=0.20 / 0.35 / 0.45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每次取 5,000 細胞、每組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CD812-743F-4EB6-9399-9C48509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下一頁開始以實際模擬結果檢查上述程式規則的表現。</a:t>
            </a:r>
          </a:p>
        </p:txBody>
      </p:sp>
    </p:spTree>
    <p:extLst>
      <p:ext uri="{BB962C8B-B14F-4D97-AF65-F5344CB8AC3E}">
        <p14:creationId xmlns:p14="http://schemas.microsoft.com/office/powerpoint/2010/main" val="8138673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9596D-CC49-4F2A-82CC-6EBA3CE7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治療能降低負荷，能否持續控制？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0D8FF-6F53-4502-B65D-4D8E8FB4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先看總量，再追問族群組成與變異的來源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14ECF-27D5-4CF6-8DCF-A155D1C3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0D224-5FE3-4BF1-B859-AFA87F8F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負荷下降後為何再增長？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C1D2E-9F51-4DA7-801A-0A5562C1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抗藥比例升高時，哪些突變也在變化？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393AE-A6C2-4F52-A26A-23055CF6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改變 TSG 門檻或共享環境，結果是否跟著改變？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AC69E-1312-47C6-BB42-203FCF78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證據順序：治療反應 → 組成與多樣性 → 控制實驗 → 後續驗證。</a:t>
            </a:r>
          </a:p>
        </p:txBody>
      </p:sp>
    </p:spTree>
    <p:extLst>
      <p:ext uri="{BB962C8B-B14F-4D97-AF65-F5344CB8AC3E}">
        <p14:creationId xmlns:p14="http://schemas.microsoft.com/office/powerpoint/2010/main" val="17924767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A0ED9-293C-46AF-8984-DFD73DF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治療後總量下降，抗藥族群再擴張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7A6F0-6A12-4BF4-A4DA-B98AAC9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TSG two-hit、IL11 OFF，前 30 代每代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7551B-8D3F-4156-9863-E266F45B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f95c800a5f4dc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F7539-A166-4788-9580-5328EC4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813.5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ADDE-37F3-4E25-812F-E8103BB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每次試驗最低負荷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的中位數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治療使敏感群下降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抗藥群仍可擴張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DA71-CB48-4DBF-99A2-8F59766A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實線為中位數，總量虛線為 P10/P90，表示試驗間變異。</a:t>
            </a:r>
          </a:p>
        </p:txBody>
      </p:sp>
    </p:spTree>
    <p:extLst>
      <p:ext uri="{BB962C8B-B14F-4D97-AF65-F5344CB8AC3E}">
        <p14:creationId xmlns:p14="http://schemas.microsoft.com/office/powerpoint/2010/main" val="8382389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A6B72-792B-48A4-AE71-DF38B912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抗藥比例迅速升高，解釋再擴張的組成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4B076-80AB-4521-B4D8-B296D5D4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治療改變存活差異，突變率 μ 保持不變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951DE-E02C-4D48-B273-F081EAFC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e92ca91b954c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AB397-D0CE-49E9-8E67-1A28C54C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99.93%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1D034-09E8-4037-AADD-91FE597F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20 代中位比例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選擇壓力使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抗藥細胞佔優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FF055-CA5A-4F8D-9051-8E8D0B7C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比例依存活腫瘤定義；30 次試驗都觀察到第 31 代，之後因計算上限截尾。</a:t>
            </a:r>
          </a:p>
        </p:txBody>
      </p:sp>
    </p:spTree>
    <p:extLst>
      <p:ext uri="{BB962C8B-B14F-4D97-AF65-F5344CB8AC3E}">
        <p14:creationId xmlns:p14="http://schemas.microsoft.com/office/powerpoint/2010/main" val="18717778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A0DAD-B403-43C4-8719-652572E6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有效基因型數顯示治療後多樣性改變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2FFA9-5246-4186-B4B7-21F46F5F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只看總負荷，會漏掉族群內部的結構變化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14808-0A4C-4704-B9EE-466D8351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fc98f24f17452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1D5B8-07F2-4D55-854C-132CAAA8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exp(H)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95ECB-B9EA-4C0C-91A2-051867DF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 同時考慮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種類與均勻程度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基因型數目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與負荷分開解讀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9E5E2-8B09-41B5-84C6-A2667CB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中位與 P10/P90，n=30。多樣性描述基因型組成，不追蹤家系。</a:t>
            </a:r>
          </a:p>
        </p:txBody>
      </p:sp>
    </p:spTree>
    <p:extLst>
      <p:ext uri="{BB962C8B-B14F-4D97-AF65-F5344CB8AC3E}">
        <p14:creationId xmlns:p14="http://schemas.microsoft.com/office/powerpoint/2010/main" val="19269415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9429C-BA2E-466B-847E-AB14227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基因頻率：被篩選的基因與中性對照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CA59A-AF09-4AF4-AB45-44B28EB5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30 次試驗以治療開始對齊，每條線是各基因突變細胞比例的中位數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C757A-6FAE-4489-B514-C7661710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90eacfa365441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82F89-DEC6-456C-A92C-08646AF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4% vs 1.5%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785A2-FB84-4A38-8826-29043C45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治療開始時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oncogene vs passenger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同突變率，差距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來自篩選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694CF-604D-4424-A67A-0212A563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中位數，n=30。RES 在治療前與 passenger 同一水準：抗藥性在治療前是中性的。</a:t>
            </a:r>
          </a:p>
        </p:txBody>
      </p:sp>
    </p:spTree>
    <p:extLst>
      <p:ext uri="{BB962C8B-B14F-4D97-AF65-F5344CB8AC3E}">
        <p14:creationId xmlns:p14="http://schemas.microsoft.com/office/powerpoint/2010/main" val="1570491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DECE1-FA97-475B-A2BA-D7918748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 次試驗均復發，但事件時間仍有差異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E5201-1112-447D-8DB2-869CBED6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事件定義：先低於起始治療負荷，再回到該負荷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C8E5B-21DD-45FA-BD80-D27F8C9E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a42537dfd3427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CE886-EBC1-4FA8-8031-8A4806C6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30/30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0566D-D71E-412F-A3F4-800BDFD1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觀察到復發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事件時間中位 28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P10/P90=26/29.1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EAB3C-5CD1-4400-84CA-8FA99B5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樣本數為 30，結果限於本批教學參數與觀察窗口。</a:t>
            </a:r>
          </a:p>
        </p:txBody>
      </p:sp>
    </p:spTree>
    <p:extLst>
      <p:ext uri="{BB962C8B-B14F-4D97-AF65-F5344CB8AC3E}">
        <p14:creationId xmlns:p14="http://schemas.microsoft.com/office/powerpoint/2010/main" val="2526796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ECA31-BB8D-4565-A2FB-281B4BE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越早治療越可能治癒：Goldie–Coldman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0CFB7-9A5F-4AEB-8C4E-628A54A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治療起點 100–5,000 細胞，每個大小 200 次；理論沒有任何擬合參數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7F6C3-7D70-429D-A11C-E9DB94C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3fdd7541e8471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D26CA-D200-499E-98E9-654A36E6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≈ 416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D77AC-0A09-4963-88E1-EB336B55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理論 50% 治癒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所需的細胞數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100 細胞：99.5%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1,000 細胞：10%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D879A-9CE1-4C03-B357-F66F2F2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治癒 = 腫瘤滅絕。治療越晚，治療前已存在的抗藥細胞越多。</a:t>
            </a:r>
          </a:p>
        </p:txBody>
      </p:sp>
    </p:spTree>
    <p:extLst>
      <p:ext uri="{BB962C8B-B14F-4D97-AF65-F5344CB8AC3E}">
        <p14:creationId xmlns:p14="http://schemas.microsoft.com/office/powerpoint/2010/main" val="83821604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FC94C-B963-4474-BC48-D7155A47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復發時間在治療開始時大致已經決定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65932-0A1C-44BC-A8B4-4FF38C0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用治療開始那一代的抗藥基因型預測復發延遲，30 次試驗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656B7-C338-46B3-9472-950236A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fb3d959cc2458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F814C-7B01-4039-9FD2-43096F50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24/30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690CB-C1B6-4E07-ABE4-F7E70F3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完全命中的試驗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平均誤差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0.2 代（基準 2.0）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谷底：ρ* ≈ 70%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9BB14-F4B9-4E99-B2D6-566F3DA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帶 oncogene 的抗藥細胞長得快，是基準預測偏晚的原因。</a:t>
            </a:r>
          </a:p>
        </p:txBody>
      </p:sp>
    </p:spTree>
    <p:extLst>
      <p:ext uri="{BB962C8B-B14F-4D97-AF65-F5344CB8AC3E}">
        <p14:creationId xmlns:p14="http://schemas.microsoft.com/office/powerpoint/2010/main" val="166541100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8B63B-40A9-4528-B5E4-7C59128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殺傷率要壓過最強的抗藥細胞才能治癒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EC50E-634C-404F-95EA-2A76ECAA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抗藥細胞殺傷率 k_R × 突變率 μ 的治癒機率，每格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F0628-ECDE-40F9-AB53-741B61F7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83820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24000"/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</a:tblGrid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μ ＼ k_R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43%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37%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13%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63%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286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67%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F512-888E-4108-89EE-322CED5C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0.30 → 0.41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29FDF-DEE2-45BA-AD37-A30EE781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單純抗藥 → 帶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oncogene 的抗藥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細胞停止成長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的殺傷率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3ED54-3FAB-42A6-84A7-8F497FCC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治癒邊界由最強的抗藥基因型決定，不是一般的抗藥細胞。</a:t>
            </a:r>
          </a:p>
        </p:txBody>
      </p:sp>
    </p:spTree>
    <p:extLst>
      <p:ext uri="{BB962C8B-B14F-4D97-AF65-F5344CB8AC3E}">
        <p14:creationId xmlns:p14="http://schemas.microsoft.com/office/powerpoint/2010/main" val="96170722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F599C-B1FD-4823-99B1-A7E11D76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適應性治療只有在細胞互相競爭時才有用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3BCFB-BAA9-4F87-A217-E345469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間歇用藥 vs 持續用藥的惡化時間中位數，每種設定 30 對試驗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984CD-B116-4024-A200-2E69756A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9dbc1abffd4e6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55A89-C4F5-4FB1-BC41-38F46AF8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×1.14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0C1FD-5059-4C19-962F-62DF9F3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有競爭時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間歇用藥延後惡化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無競爭時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反而較差（×0.85）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5726F-E722-473F-A696-51E3BB5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主模型沒有競爭，因此在主模型中持續用藥較好。</a:t>
            </a:r>
          </a:p>
        </p:txBody>
      </p:sp>
    </p:spTree>
    <p:extLst>
      <p:ext uri="{BB962C8B-B14F-4D97-AF65-F5344CB8AC3E}">
        <p14:creationId xmlns:p14="http://schemas.microsoft.com/office/powerpoint/2010/main" val="51779085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68557-1204-4E32-978E-0307C91A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控制實驗：TSG 功能優勢改變生長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CC102-063B-4BA3-A9E0-143A1666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保留 oncogene 與突變設定，比較無 TSG 優勢、one-hit 和 two-hit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9FD6-DE33-45A3-A061-A30A6E13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ef53473ae34f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457B6-B6B5-49E7-A2E2-57E64B53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控制變因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3F31D-6BD4-4333-882F-3C1925B6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相同突變機會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oncogene 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差異來自 TSG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功能與達標門檻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4EEB1-30CD-4872-8287-DE8BD1D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每組 30 次，無治療，固定 18 代。下一頁保留試驗變異範圍。</a:t>
            </a:r>
          </a:p>
        </p:txBody>
      </p:sp>
    </p:spTree>
    <p:extLst>
      <p:ext uri="{BB962C8B-B14F-4D97-AF65-F5344CB8AC3E}">
        <p14:creationId xmlns:p14="http://schemas.microsoft.com/office/powerpoint/2010/main" val="6386396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EEDA1-B8EC-4729-915C-9442B4A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one-hit 組的第 18 代中位負荷較高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036B1-CFE9-4A26-80EE-05146E9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比較同一時間點，並呈現兩組試驗變異的重疊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5FC7C-074E-4291-938A-C7422244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e279fa75b40d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BE795-38E5-476B-982A-9C4E3A4B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+28.1%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03029-8167-41DC-B53B-9A46587A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94,617.5 / 73,879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變異範圍仍重疊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95CD-B7B8-4639-9FCF-1D184BC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n=30。實線中位，虛線 P10/P90，非信賴區間。</a:t>
            </a:r>
          </a:p>
        </p:txBody>
      </p:sp>
    </p:spTree>
    <p:extLst>
      <p:ext uri="{BB962C8B-B14F-4D97-AF65-F5344CB8AC3E}">
        <p14:creationId xmlns:p14="http://schemas.microsoft.com/office/powerpoint/2010/main" val="81923969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C7541-B8BE-4675-9003-6E9F21E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達標比例揭示門檻差異的機制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FE962-15D1-4931-A728-097B3751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這裡計算功能喪失比例，與基因熱圖的 any hit 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CF5BE-AEA8-4D33-90B3-B49C381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a68ef42ff2486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286FB-2859-4678-BD62-81B5A1A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同基因兩擊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1003-FF4F-4438-A45C-3DC5DD50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 達標需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累積第二等位基因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0% 對應 −2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0.99% 對應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6FB59-EE86-488B-838E-BF502095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n=30，中位曲線。加 0.01 後轉換，避免零值無法取對數。</a:t>
            </a:r>
          </a:p>
        </p:txBody>
      </p:sp>
    </p:spTree>
    <p:extLst>
      <p:ext uri="{BB962C8B-B14F-4D97-AF65-F5344CB8AC3E}">
        <p14:creationId xmlns:p14="http://schemas.microsoft.com/office/powerpoint/2010/main" val="25137412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BDBFC-4B04-4CDA-A7E9-A1271524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終點分布：two-hit 與對照組幾乎相同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1315E-7527-4B10-A77D-830A9D9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0：無 TSG 優勢　1：one-hit　2：two-hit，每組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9F170-0224-4C67-9B22-E963F955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f24fb5eb4048c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F7F5-6133-4377-A364-6D5DA0E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870FC-BE0C-4832-8715-D3316D72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9E551-F226-416D-931F-98A2CF79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147251809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B16E4-6D69-4706-BE04-02E885A4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機制假設：少量生產者即可形成共享效益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FF30F-31C9-42BC-BF87-E2369E37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先看模型規則，再看 ON/OFF 模擬是否符合預期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E75A2-A508-4F3B-84B3-141A439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a8b83a7203476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B367-80B1-48D0-B7DA-B4EAFBA6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f = 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5EC7F-A7C0-4C1A-8F40-37B83959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 = 3 個百分點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達最大效益的一半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實際生產者 0–2%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 1.6%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正落在最陡區段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E8A71-CED9-40F0-930C-F5D582F0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顯示 0–10% 生產者區間。上限為 6 個百分點，完整範圍漸近此上限。</a:t>
            </a:r>
          </a:p>
        </p:txBody>
      </p:sp>
    </p:spTree>
    <p:extLst>
      <p:ext uri="{BB962C8B-B14F-4D97-AF65-F5344CB8AC3E}">
        <p14:creationId xmlns:p14="http://schemas.microsoft.com/office/powerpoint/2010/main" val="207446330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F46D9-828D-41F7-9681-188EDC4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ON 組的中位負荷提高 52.5%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53AFF-E6A8-4CC4-ADC6-9BD374D0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相同位點與突變機會，啟用共享死亡降低效益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9DF9E-E2DF-4F3B-AF77-28177C0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0cedee072b4b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8E40-AA5C-4D48-964E-A54AFDD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+52.5%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932EB-2E79-4F53-BF64-E8A345E9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共享存活效益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使整個族群受益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6DD83-34E1-4C7F-9D36-4931018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n=30，實線中位、虛線 P10/P90。其他參數固定，不施加治療。</a:t>
            </a:r>
          </a:p>
        </p:txBody>
      </p:sp>
    </p:spTree>
    <p:extLst>
      <p:ext uri="{BB962C8B-B14F-4D97-AF65-F5344CB8AC3E}">
        <p14:creationId xmlns:p14="http://schemas.microsoft.com/office/powerpoint/2010/main" val="108017224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EEC86-BD2E-4623-B2D7-8A56A010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生產者仍是少數，共享效益已可影響全族群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4733C-5BC7-4306-B6B9-2F72607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把生產者比例與負荷差異連起來解釋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610ED-AB0B-4275-9F47-34B65A2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4c84d72f644f5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875C-5103-48DA-A4DC-D2AB225C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670EB-7B74-482D-8AD5-D6F704A2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 第 18 代中位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對應死亡率降低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約 2.67 個百分點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非生產者同樣受益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78331-C466-4361-9F80-95935B87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OFF 為同一中性位點的突變比例。兩組保留相同位點與機會。</a:t>
            </a:r>
          </a:p>
        </p:txBody>
      </p:sp>
    </p:spTree>
    <p:extLst>
      <p:ext uri="{BB962C8B-B14F-4D97-AF65-F5344CB8AC3E}">
        <p14:creationId xmlns:p14="http://schemas.microsoft.com/office/powerpoint/2010/main" val="51195732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A9E19-D16C-4A9D-B6C9-20E9CE0E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終點散點：共享效益與隨機變異並存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BB7B5-D88A-43D5-841B-60CDE47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0：OFF　條件 1：ON，固定第 18 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7ABA9-E069-48A9-A117-1F085FCA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ef0c2008d8423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C9206-B4BE-493E-A1DC-7DCB338B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DC153-9FEA-4AE7-A07D-6932816B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A1CA0-2852-4AEF-8A99-73C03C2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56323686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F4CC-CAEC-4023-9D70-B624BA66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高死亡率組的等大小樣本較多樣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C1FC2-1287-4539-BA11-EFFCF878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首次達標後無放回取 5,000 細胞，每組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0B2C6-E9EB-4543-99B0-58CBE09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aeb28ebd7744b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77E88-E45F-4AA9-B600-653964E1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1.06 / 1.80</a:t>
            </a:r>
          </a:p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2.83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E74ED-AF2E-4C70-B74F-6DAAC9C7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三組 H 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達標世代中位數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8、14、26.5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59953-D29B-4EA4-B735-9E81606A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每點為一次試驗，黑色大點為中位數。比較等大小樣本，達標時間仍不同。</a:t>
            </a:r>
          </a:p>
        </p:txBody>
      </p:sp>
    </p:spTree>
    <p:extLst>
      <p:ext uri="{BB962C8B-B14F-4D97-AF65-F5344CB8AC3E}">
        <p14:creationId xmlns:p14="http://schemas.microsoft.com/office/powerpoint/2010/main" val="155673312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40E26-C187-44C2-9D15-2297300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結果支持的機制與下一步實驗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2541-4A6A-4C13-A0B2-2D8F4285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每一個解釋，都對應可改動的程式參數和可量測指標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114CE-A82E-4C53-9DFA-F897D734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333750"/>
                <a:gridCol w="4857750"/>
              </a:tblGrid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觀察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程式中的可能機制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下一步與指標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抗藥佔優與復發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kill_R 要壓過最強抗藥型（已掃描）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加入免疫或空間結構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比較治癒邊界是否移動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ON 負荷較高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b(f) 讓非生產者也受益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掃描 b_max、K，加分泌成本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負荷差異、生產者比例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高死亡組 H 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周轉與達標時間共同影響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固定世代和負荷分別比較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H、達標率與代數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2A79E-F016-4CF8-9587-A451925D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這些是指定參數下的模擬觀察。後續需敏感度分析與資料校準。</a:t>
            </a:r>
          </a:p>
        </p:txBody>
      </p:sp>
    </p:spTree>
    <p:extLst>
      <p:ext uri="{BB962C8B-B14F-4D97-AF65-F5344CB8AC3E}">
        <p14:creationId xmlns:p14="http://schemas.microsoft.com/office/powerpoint/2010/main" val="192429366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59594-157A-4E26-B350-4D7A87A7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程式與數學如何共同解釋模擬結果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56EA7-EDE7-47A6-9D3C-4D63081A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資料表示決定狀態，抽樣規則決定轉移，統計決定解讀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D3AED-B7FD-4D95-9BD7-4BDCFECD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2762250"/>
                <a:gridCol w="3714750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程式物件／步驟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數學意義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可解釋的結果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population + therapy_generation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完整狀態 Sₜ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相同負荷的不同後續行為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survivors / triples / mutation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Binomial 抽樣與 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生長、選擇與新基因型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simulate + 多次試驗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 的路徑抽樣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復發比例與試驗間變異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summarize + 取樣 + tests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指標、比較與不變量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可追溯並驗證的分析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76eadf43f43b4"/>
          <a:stretch xmlns:a="http://schemas.openxmlformats.org/drawingml/2006/main"/>
        </p:blipFill>
        <p:spPr>
          <a:xfrm xmlns:a="http://schemas.openxmlformats.org/drawingml/2006/main">
            <a:off x="1505379" y="5381625"/>
            <a:ext cx="9181242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9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2026-10-15T01:21:54.3550000Z</dcterms:created>
  <dcterms:modified xsi:type="dcterms:W3CDTF">2026-10-15T01:21:54.3550000Z</dcterms:modified>
</coreProperties>
</file>