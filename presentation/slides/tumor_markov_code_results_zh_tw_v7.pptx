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slides/charts/chart2.xml" ContentType="application/vnd.openxmlformats-officedocument.drawingml.chart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3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4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5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charts/chart6.xml" ContentType="application/vnd.openxmlformats-officedocument.drawingml.chart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slides/charts/chart7.xml" ContentType="application/vnd.openxmlformats-officedocument.drawingml.chart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8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9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slides/charts/chart10.xml" ContentType="application/vnd.openxmlformats-officedocument.drawingml.chart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slides/charts/chart11.xml" ContentType="application/vnd.openxmlformats-officedocument.drawingml.chart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slides/charts/chart12.xml" ContentType="application/vnd.openxmlformats-officedocument.drawingml.chart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slides/charts/chart13.xml" ContentType="application/vnd.openxmlformats-officedocument.drawingml.chart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slides/charts/chart14.xml" ContentType="application/vnd.openxmlformats-officedocument.drawingml.chart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slides/charts/chart15.xml" ContentType="application/vnd.openxmlformats-officedocument.drawingml.chart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slides/charts/chart16.xml" ContentType="application/vnd.openxmlformats-officedocument.drawingml.chart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a0a5cc2fd04987" /><Relationship Type="http://schemas.openxmlformats.org/officeDocument/2006/relationships/extended-properties" Target="/docProps/app.xml" Id="R92af2edf55024a44" /><Relationship Type="http://schemas.openxmlformats.org/officeDocument/2006/relationships/officeDocument" Target="/ppt/presentation.xml" Id="R1aec230892c74c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f790141d9d4af7"/>
  </p:sldMasterIdLst>
  <p:notesMasterIdLst>
    <p:notesMasterId xmlns:r="http://schemas.openxmlformats.org/officeDocument/2006/relationships" r:id="R563d506aa4c64b5e"/>
  </p:notesMasterIdLst>
  <p:sldIdLst>
    <p:sldId xmlns:r="http://schemas.openxmlformats.org/officeDocument/2006/relationships" id="256" r:id="Rb5c4411581bf4891"/>
    <p:sldId xmlns:r="http://schemas.openxmlformats.org/officeDocument/2006/relationships" id="257" r:id="Rfd31e607872f472f"/>
    <p:sldId xmlns:r="http://schemas.openxmlformats.org/officeDocument/2006/relationships" id="258" r:id="Rd9431c3cb0da4871"/>
    <p:sldId xmlns:r="http://schemas.openxmlformats.org/officeDocument/2006/relationships" id="259" r:id="Rcb02fc38953344fd"/>
    <p:sldId xmlns:r="http://schemas.openxmlformats.org/officeDocument/2006/relationships" id="260" r:id="Rfe586d5943564f6b"/>
    <p:sldId xmlns:r="http://schemas.openxmlformats.org/officeDocument/2006/relationships" id="261" r:id="Rd0945049e12b4e6b"/>
    <p:sldId xmlns:r="http://schemas.openxmlformats.org/officeDocument/2006/relationships" id="262" r:id="Raca2b5dbe1c24b29"/>
    <p:sldId xmlns:r="http://schemas.openxmlformats.org/officeDocument/2006/relationships" id="263" r:id="R6a87f971ad614ca7"/>
    <p:sldId xmlns:r="http://schemas.openxmlformats.org/officeDocument/2006/relationships" id="264" r:id="Rd0b5ded53e1b419c"/>
    <p:sldId xmlns:r="http://schemas.openxmlformats.org/officeDocument/2006/relationships" id="265" r:id="R5c767af3abb444b8"/>
    <p:sldId xmlns:r="http://schemas.openxmlformats.org/officeDocument/2006/relationships" id="266" r:id="R59622c8775894121"/>
    <p:sldId xmlns:r="http://schemas.openxmlformats.org/officeDocument/2006/relationships" id="267" r:id="R09fbce59ecaf4f66"/>
    <p:sldId xmlns:r="http://schemas.openxmlformats.org/officeDocument/2006/relationships" id="268" r:id="Raa08c8a9246a4a0b"/>
    <p:sldId xmlns:r="http://schemas.openxmlformats.org/officeDocument/2006/relationships" id="269" r:id="R68f676c6b7b547a8"/>
    <p:sldId xmlns:r="http://schemas.openxmlformats.org/officeDocument/2006/relationships" id="270" r:id="R03d2cf49861f4ec4"/>
    <p:sldId xmlns:r="http://schemas.openxmlformats.org/officeDocument/2006/relationships" id="271" r:id="Rc6395342a12645bb"/>
    <p:sldId xmlns:r="http://schemas.openxmlformats.org/officeDocument/2006/relationships" id="272" r:id="R55bd9670e46e4041"/>
    <p:sldId xmlns:r="http://schemas.openxmlformats.org/officeDocument/2006/relationships" id="273" r:id="R64d5be7be36b4226"/>
    <p:sldId xmlns:r="http://schemas.openxmlformats.org/officeDocument/2006/relationships" id="274" r:id="R56c51b4b8dbe4587"/>
    <p:sldId xmlns:r="http://schemas.openxmlformats.org/officeDocument/2006/relationships" id="275" r:id="Rb42b9d79ce904c14"/>
    <p:sldId xmlns:r="http://schemas.openxmlformats.org/officeDocument/2006/relationships" id="276" r:id="Ra3904ba1e4a74a42"/>
    <p:sldId xmlns:r="http://schemas.openxmlformats.org/officeDocument/2006/relationships" id="277" r:id="R58413fff1c7e4d88"/>
    <p:sldId xmlns:r="http://schemas.openxmlformats.org/officeDocument/2006/relationships" id="278" r:id="R18b0396148bf4fff"/>
    <p:sldId xmlns:r="http://schemas.openxmlformats.org/officeDocument/2006/relationships" id="279" r:id="R8be1195b86a34f03"/>
    <p:sldId xmlns:r="http://schemas.openxmlformats.org/officeDocument/2006/relationships" id="280" r:id="R2e093b93ff5b42af"/>
    <p:sldId xmlns:r="http://schemas.openxmlformats.org/officeDocument/2006/relationships" id="281" r:id="R58000ddc00ed43ae"/>
    <p:sldId xmlns:r="http://schemas.openxmlformats.org/officeDocument/2006/relationships" id="282" r:id="R6f6b2ad0850b4bdf"/>
    <p:sldId xmlns:r="http://schemas.openxmlformats.org/officeDocument/2006/relationships" id="283" r:id="R12fbfad4c9704edd"/>
    <p:sldId xmlns:r="http://schemas.openxmlformats.org/officeDocument/2006/relationships" id="284" r:id="R3a7d379170874da8"/>
    <p:sldId xmlns:r="http://schemas.openxmlformats.org/officeDocument/2006/relationships" id="285" r:id="Rf2e4fd0e83e84212"/>
    <p:sldId xmlns:r="http://schemas.openxmlformats.org/officeDocument/2006/relationships" id="286" r:id="R97666649687544d4"/>
    <p:sldId xmlns:r="http://schemas.openxmlformats.org/officeDocument/2006/relationships" id="287" r:id="Rf64af0741b864d23"/>
    <p:sldId xmlns:r="http://schemas.openxmlformats.org/officeDocument/2006/relationships" id="288" r:id="R6d044947d8894d37"/>
    <p:sldId xmlns:r="http://schemas.openxmlformats.org/officeDocument/2006/relationships" id="289" r:id="R7ecadfba903d4e38"/>
    <p:sldId xmlns:r="http://schemas.openxmlformats.org/officeDocument/2006/relationships" id="290" r:id="R0fd109fbecef4696"/>
    <p:sldId xmlns:r="http://schemas.openxmlformats.org/officeDocument/2006/relationships" id="291" r:id="R9e5cb59d6ac842e4"/>
    <p:sldId xmlns:r="http://schemas.openxmlformats.org/officeDocument/2006/relationships" id="292" r:id="R4f5928c606bc4a05"/>
    <p:sldId xmlns:r="http://schemas.openxmlformats.org/officeDocument/2006/relationships" id="293" r:id="R46c2996925c347be"/>
    <p:sldId xmlns:r="http://schemas.openxmlformats.org/officeDocument/2006/relationships" id="294" r:id="R6ff70f971367488e"/>
    <p:sldId xmlns:r="http://schemas.openxmlformats.org/officeDocument/2006/relationships" id="295" r:id="Rb5c69617b06f4986"/>
    <p:sldId xmlns:r="http://schemas.openxmlformats.org/officeDocument/2006/relationships" id="296" r:id="R7b38393130974f7d"/>
    <p:sldId xmlns:r="http://schemas.openxmlformats.org/officeDocument/2006/relationships" id="297" r:id="R0c8e9384c0a34fb3"/>
    <p:sldId xmlns:r="http://schemas.openxmlformats.org/officeDocument/2006/relationships" id="298" r:id="R6a5fb2f75def4964"/>
    <p:sldId xmlns:r="http://schemas.openxmlformats.org/officeDocument/2006/relationships" id="299" r:id="R407f5e4109e244d5"/>
    <p:sldId xmlns:r="http://schemas.openxmlformats.org/officeDocument/2006/relationships" id="300" r:id="Rcfafb0e65ff442b9"/>
    <p:sldId xmlns:r="http://schemas.openxmlformats.org/officeDocument/2006/relationships" id="301" r:id="R2cb1ee17736e406e"/>
    <p:sldId xmlns:r="http://schemas.openxmlformats.org/officeDocument/2006/relationships" id="302" r:id="Ra7619034d8f44509"/>
    <p:sldId xmlns:r="http://schemas.openxmlformats.org/officeDocument/2006/relationships" id="303" r:id="Rfe3dbe2a20094096"/>
    <p:sldId xmlns:r="http://schemas.openxmlformats.org/officeDocument/2006/relationships" id="304" r:id="R1226122f26ab41ba"/>
    <p:sldId xmlns:r="http://schemas.openxmlformats.org/officeDocument/2006/relationships" id="305" r:id="R4018ef909d474956"/>
    <p:sldId xmlns:r="http://schemas.openxmlformats.org/officeDocument/2006/relationships" id="306" r:id="R8466383e526c42cb"/>
    <p:sldId xmlns:r="http://schemas.openxmlformats.org/officeDocument/2006/relationships" id="307" r:id="Rf56cd35e635e4c57"/>
    <p:sldId xmlns:r="http://schemas.openxmlformats.org/officeDocument/2006/relationships" id="308" r:id="R648160116b7545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7610eef574e1b" /><Relationship Type="http://schemas.openxmlformats.org/officeDocument/2006/relationships/slideMaster" Target="/ppt/slideMasters/slideMaster1.xml" Id="R6cf790141d9d4af7" /><Relationship Type="http://schemas.openxmlformats.org/officeDocument/2006/relationships/notesMaster" Target="/ppt/notesMasters/notesMaster1.xml" Id="R563d506aa4c64b5e" /><Relationship Type="http://schemas.openxmlformats.org/officeDocument/2006/relationships/presProps" Target="/ppt/presProps.xml" Id="R80e2719d10ed49ac" /><Relationship Type="http://schemas.openxmlformats.org/officeDocument/2006/relationships/tableStyles" Target="/ppt/tableStyles.xml" Id="R2f44589b54e345e3" /><Relationship Type="http://schemas.openxmlformats.org/officeDocument/2006/relationships/slide" Target="/ppt/slides/slide1.xml" Id="Rb5c4411581bf4891" /><Relationship Type="http://schemas.openxmlformats.org/officeDocument/2006/relationships/slide" Target="/ppt/slides/slide2.xml" Id="Rfd31e607872f472f" /><Relationship Type="http://schemas.openxmlformats.org/officeDocument/2006/relationships/slide" Target="/ppt/slides/slide3.xml" Id="Rd9431c3cb0da4871" /><Relationship Type="http://schemas.openxmlformats.org/officeDocument/2006/relationships/slide" Target="/ppt/slides/slide4.xml" Id="Rcb02fc38953344fd" /><Relationship Type="http://schemas.openxmlformats.org/officeDocument/2006/relationships/slide" Target="/ppt/slides/slide5.xml" Id="Rfe586d5943564f6b" /><Relationship Type="http://schemas.openxmlformats.org/officeDocument/2006/relationships/slide" Target="/ppt/slides/slide6.xml" Id="Rd0945049e12b4e6b" /><Relationship Type="http://schemas.openxmlformats.org/officeDocument/2006/relationships/slide" Target="/ppt/slides/slide7.xml" Id="Raca2b5dbe1c24b29" /><Relationship Type="http://schemas.openxmlformats.org/officeDocument/2006/relationships/slide" Target="/ppt/slides/slide8.xml" Id="R6a87f971ad614ca7" /><Relationship Type="http://schemas.openxmlformats.org/officeDocument/2006/relationships/slide" Target="/ppt/slides/slide9.xml" Id="Rd0b5ded53e1b419c" /><Relationship Type="http://schemas.openxmlformats.org/officeDocument/2006/relationships/slide" Target="/ppt/slides/slide10.xml" Id="R5c767af3abb444b8" /><Relationship Type="http://schemas.openxmlformats.org/officeDocument/2006/relationships/slide" Target="/ppt/slides/slide11.xml" Id="R59622c8775894121" /><Relationship Type="http://schemas.openxmlformats.org/officeDocument/2006/relationships/slide" Target="/ppt/slides/slide12.xml" Id="R09fbce59ecaf4f66" /><Relationship Type="http://schemas.openxmlformats.org/officeDocument/2006/relationships/slide" Target="/ppt/slides/slide13.xml" Id="Raa08c8a9246a4a0b" /><Relationship Type="http://schemas.openxmlformats.org/officeDocument/2006/relationships/slide" Target="/ppt/slides/slide14.xml" Id="R68f676c6b7b547a8" /><Relationship Type="http://schemas.openxmlformats.org/officeDocument/2006/relationships/slide" Target="/ppt/slides/slide15.xml" Id="R03d2cf49861f4ec4" /><Relationship Type="http://schemas.openxmlformats.org/officeDocument/2006/relationships/slide" Target="/ppt/slides/slide16.xml" Id="Rc6395342a12645bb" /><Relationship Type="http://schemas.openxmlformats.org/officeDocument/2006/relationships/slide" Target="/ppt/slides/slide17.xml" Id="R55bd9670e46e4041" /><Relationship Type="http://schemas.openxmlformats.org/officeDocument/2006/relationships/slide" Target="/ppt/slides/slide18.xml" Id="R64d5be7be36b4226" /><Relationship Type="http://schemas.openxmlformats.org/officeDocument/2006/relationships/slide" Target="/ppt/slides/slide19.xml" Id="R56c51b4b8dbe4587" /><Relationship Type="http://schemas.openxmlformats.org/officeDocument/2006/relationships/slide" Target="/ppt/slides/slide20.xml" Id="Rb42b9d79ce904c14" /><Relationship Type="http://schemas.openxmlformats.org/officeDocument/2006/relationships/slide" Target="/ppt/slides/slide21.xml" Id="Ra3904ba1e4a74a42" /><Relationship Type="http://schemas.openxmlformats.org/officeDocument/2006/relationships/slide" Target="/ppt/slides/slide22.xml" Id="R58413fff1c7e4d88" /><Relationship Type="http://schemas.openxmlformats.org/officeDocument/2006/relationships/slide" Target="/ppt/slides/slide23.xml" Id="R18b0396148bf4fff" /><Relationship Type="http://schemas.openxmlformats.org/officeDocument/2006/relationships/slide" Target="/ppt/slides/slide24.xml" Id="R8be1195b86a34f03" /><Relationship Type="http://schemas.openxmlformats.org/officeDocument/2006/relationships/slide" Target="/ppt/slides/slide25.xml" Id="R2e093b93ff5b42af" /><Relationship Type="http://schemas.openxmlformats.org/officeDocument/2006/relationships/slide" Target="/ppt/slides/slide26.xml" Id="R58000ddc00ed43ae" /><Relationship Type="http://schemas.openxmlformats.org/officeDocument/2006/relationships/slide" Target="/ppt/slides/slide27.xml" Id="R6f6b2ad0850b4bdf" /><Relationship Type="http://schemas.openxmlformats.org/officeDocument/2006/relationships/slide" Target="/ppt/slides/slide28.xml" Id="R12fbfad4c9704edd" /><Relationship Type="http://schemas.openxmlformats.org/officeDocument/2006/relationships/slide" Target="/ppt/slides/slide29.xml" Id="R3a7d379170874da8" /><Relationship Type="http://schemas.openxmlformats.org/officeDocument/2006/relationships/slide" Target="/ppt/slides/slide30.xml" Id="Rf2e4fd0e83e84212" /><Relationship Type="http://schemas.openxmlformats.org/officeDocument/2006/relationships/slide" Target="/ppt/slides/slide31.xml" Id="R97666649687544d4" /><Relationship Type="http://schemas.openxmlformats.org/officeDocument/2006/relationships/slide" Target="/ppt/slides/slide32.xml" Id="Rf64af0741b864d23" /><Relationship Type="http://schemas.openxmlformats.org/officeDocument/2006/relationships/slide" Target="/ppt/slides/slide33.xml" Id="R6d044947d8894d37" /><Relationship Type="http://schemas.openxmlformats.org/officeDocument/2006/relationships/slide" Target="/ppt/slides/slide34.xml" Id="R7ecadfba903d4e38" /><Relationship Type="http://schemas.openxmlformats.org/officeDocument/2006/relationships/slide" Target="/ppt/slides/slide35.xml" Id="R0fd109fbecef4696" /><Relationship Type="http://schemas.openxmlformats.org/officeDocument/2006/relationships/slide" Target="/ppt/slides/slide36.xml" Id="R9e5cb59d6ac842e4" /><Relationship Type="http://schemas.openxmlformats.org/officeDocument/2006/relationships/slide" Target="/ppt/slides/slide37.xml" Id="R4f5928c606bc4a05" /><Relationship Type="http://schemas.openxmlformats.org/officeDocument/2006/relationships/slide" Target="/ppt/slides/slide38.xml" Id="R46c2996925c347be" /><Relationship Type="http://schemas.openxmlformats.org/officeDocument/2006/relationships/slide" Target="/ppt/slides/slide39.xml" Id="R6ff70f971367488e" /><Relationship Type="http://schemas.openxmlformats.org/officeDocument/2006/relationships/slide" Target="/ppt/slides/slide40.xml" Id="Rb5c69617b06f4986" /><Relationship Type="http://schemas.openxmlformats.org/officeDocument/2006/relationships/slide" Target="/ppt/slides/slide41.xml" Id="R7b38393130974f7d" /><Relationship Type="http://schemas.openxmlformats.org/officeDocument/2006/relationships/slide" Target="/ppt/slides/slide42.xml" Id="R0c8e9384c0a34fb3" /><Relationship Type="http://schemas.openxmlformats.org/officeDocument/2006/relationships/slide" Target="/ppt/slides/slide43.xml" Id="R6a5fb2f75def4964" /><Relationship Type="http://schemas.openxmlformats.org/officeDocument/2006/relationships/slide" Target="/ppt/slides/slide44.xml" Id="R407f5e4109e244d5" /><Relationship Type="http://schemas.openxmlformats.org/officeDocument/2006/relationships/slide" Target="/ppt/slides/slide45.xml" Id="Rcfafb0e65ff442b9" /><Relationship Type="http://schemas.openxmlformats.org/officeDocument/2006/relationships/slide" Target="/ppt/slides/slide46.xml" Id="R2cb1ee17736e406e" /><Relationship Type="http://schemas.openxmlformats.org/officeDocument/2006/relationships/slide" Target="/ppt/slides/slide47.xml" Id="Ra7619034d8f44509" /><Relationship Type="http://schemas.openxmlformats.org/officeDocument/2006/relationships/slide" Target="/ppt/slides/slide48.xml" Id="Rfe3dbe2a20094096" /><Relationship Type="http://schemas.openxmlformats.org/officeDocument/2006/relationships/slide" Target="/ppt/slides/slide49.xml" Id="R1226122f26ab41ba" /><Relationship Type="http://schemas.openxmlformats.org/officeDocument/2006/relationships/slide" Target="/ppt/slides/slide50.xml" Id="R4018ef909d474956" /><Relationship Type="http://schemas.openxmlformats.org/officeDocument/2006/relationships/slide" Target="/ppt/slides/slide51.xml" Id="R8466383e526c42cb" /><Relationship Type="http://schemas.openxmlformats.org/officeDocument/2006/relationships/slide" Target="/ppt/slides/slide52.xml" Id="Rf56cd35e635e4c57" /><Relationship Type="http://schemas.openxmlformats.org/officeDocument/2006/relationships/slide" Target="/ppt/slides/slide53.xml" Id="R648160116b7545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870586b88344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d39f4198714ea8" /><Relationship Type="http://schemas.openxmlformats.org/officeDocument/2006/relationships/notesMaster" Target="/ppt/notesMasters/notesMaster1.xml" Id="R65bb4d8207504a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c20b7fbe50478b" /><Relationship Type="http://schemas.openxmlformats.org/officeDocument/2006/relationships/notesMaster" Target="/ppt/notesMasters/notesMaster1.xml" Id="R1af4c0aeb67a4d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a2db035c774e50" /><Relationship Type="http://schemas.openxmlformats.org/officeDocument/2006/relationships/notesMaster" Target="/ppt/notesMasters/notesMaster1.xml" Id="Rd09e09fac00248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7e6b64dc8a43b8" /><Relationship Type="http://schemas.openxmlformats.org/officeDocument/2006/relationships/notesMaster" Target="/ppt/notesMasters/notesMaster1.xml" Id="Rdab72595c63a4f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d40039d00a4fb3" /><Relationship Type="http://schemas.openxmlformats.org/officeDocument/2006/relationships/notesMaster" Target="/ppt/notesMasters/notesMaster1.xml" Id="R58b5cc60677e4a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502387717148a1" /><Relationship Type="http://schemas.openxmlformats.org/officeDocument/2006/relationships/notesMaster" Target="/ppt/notesMasters/notesMaster1.xml" Id="R539d03927f664c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bc3c0968e14f5f" /><Relationship Type="http://schemas.openxmlformats.org/officeDocument/2006/relationships/notesMaster" Target="/ppt/notesMasters/notesMaster1.xml" Id="R900e6eeb847546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2b636a8e4b4c7d" /><Relationship Type="http://schemas.openxmlformats.org/officeDocument/2006/relationships/notesMaster" Target="/ppt/notesMasters/notesMaster1.xml" Id="Rf5d6037ddb5b4a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beab28180a4cb2" /><Relationship Type="http://schemas.openxmlformats.org/officeDocument/2006/relationships/notesMaster" Target="/ppt/notesMasters/notesMaster1.xml" Id="R4169b2009a394c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f9e3c530f9427d" /><Relationship Type="http://schemas.openxmlformats.org/officeDocument/2006/relationships/notesMaster" Target="/ppt/notesMasters/notesMaster1.xml" Id="Rffd016e027124c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a6854066f149fc" /><Relationship Type="http://schemas.openxmlformats.org/officeDocument/2006/relationships/notesMaster" Target="/ppt/notesMasters/notesMaster1.xml" Id="R9cc7a817e78c4e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f19b0e5f9543f6" /><Relationship Type="http://schemas.openxmlformats.org/officeDocument/2006/relationships/notesMaster" Target="/ppt/notesMasters/notesMaster1.xml" Id="Rf5ec22226ff64f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a7a91588194837" /><Relationship Type="http://schemas.openxmlformats.org/officeDocument/2006/relationships/notesMaster" Target="/ppt/notesMasters/notesMaster1.xml" Id="Ra2e0b68c47bd4a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c6b243768a417c" /><Relationship Type="http://schemas.openxmlformats.org/officeDocument/2006/relationships/notesMaster" Target="/ppt/notesMasters/notesMaster1.xml" Id="Rf7a5b7cfaf8048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1676c0d8f94ea2" /><Relationship Type="http://schemas.openxmlformats.org/officeDocument/2006/relationships/notesMaster" Target="/ppt/notesMasters/notesMaster1.xml" Id="R1c579696d2f543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fb601ede7e4974" /><Relationship Type="http://schemas.openxmlformats.org/officeDocument/2006/relationships/notesMaster" Target="/ppt/notesMasters/notesMaster1.xml" Id="R8ce0c755d7bb44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c0bc071339495e" /><Relationship Type="http://schemas.openxmlformats.org/officeDocument/2006/relationships/notesMaster" Target="/ppt/notesMasters/notesMaster1.xml" Id="R5fd9287abf0346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80a516a5004152" /><Relationship Type="http://schemas.openxmlformats.org/officeDocument/2006/relationships/notesMaster" Target="/ppt/notesMasters/notesMaster1.xml" Id="R3f003617f3ce41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966dea03954cf9" /><Relationship Type="http://schemas.openxmlformats.org/officeDocument/2006/relationships/notesMaster" Target="/ppt/notesMasters/notesMaster1.xml" Id="R8045db23b269455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ee2d695b774d48" /><Relationship Type="http://schemas.openxmlformats.org/officeDocument/2006/relationships/notesMaster" Target="/ppt/notesMasters/notesMaster1.xml" Id="Rcc2f3c2e14a9481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dcbb0b821a4c0c" /><Relationship Type="http://schemas.openxmlformats.org/officeDocument/2006/relationships/notesMaster" Target="/ppt/notesMasters/notesMaster1.xml" Id="R8e37baebdbd441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d6e1b28ec44ee4" /><Relationship Type="http://schemas.openxmlformats.org/officeDocument/2006/relationships/notesMaster" Target="/ppt/notesMasters/notesMaster1.xml" Id="Rddb05f37ad024b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b9c908b8444902" /><Relationship Type="http://schemas.openxmlformats.org/officeDocument/2006/relationships/notesMaster" Target="/ppt/notesMasters/notesMaster1.xml" Id="Re3ece431545447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718e131bc4240d4" /><Relationship Type="http://schemas.openxmlformats.org/officeDocument/2006/relationships/notesMaster" Target="/ppt/notesMasters/notesMaster1.xml" Id="R3bb4dcfb6ab14e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cb370c71174623" /><Relationship Type="http://schemas.openxmlformats.org/officeDocument/2006/relationships/notesMaster" Target="/ppt/notesMasters/notesMaster1.xml" Id="Ref7d5ffd75e540b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3070157809248a1" /><Relationship Type="http://schemas.openxmlformats.org/officeDocument/2006/relationships/notesMaster" Target="/ppt/notesMasters/notesMaster1.xml" Id="R917c20f7e60a460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ec8311a688b4175" /><Relationship Type="http://schemas.openxmlformats.org/officeDocument/2006/relationships/notesMaster" Target="/ppt/notesMasters/notesMaster1.xml" Id="R9883ebf183df4e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1d941a42b0348d2" /><Relationship Type="http://schemas.openxmlformats.org/officeDocument/2006/relationships/notesMaster" Target="/ppt/notesMasters/notesMaster1.xml" Id="Rff204d849eb64d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8f5abad94884ac5" /><Relationship Type="http://schemas.openxmlformats.org/officeDocument/2006/relationships/notesMaster" Target="/ppt/notesMasters/notesMaster1.xml" Id="R18e6486e988642e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16394b1c5e14369" /><Relationship Type="http://schemas.openxmlformats.org/officeDocument/2006/relationships/notesMaster" Target="/ppt/notesMasters/notesMaster1.xml" Id="R2fec652e417b48c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7f6a8d7e022490d" /><Relationship Type="http://schemas.openxmlformats.org/officeDocument/2006/relationships/notesMaster" Target="/ppt/notesMasters/notesMaster1.xml" Id="R6ef0188ee3e446c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c0f7d32a0624c80" /><Relationship Type="http://schemas.openxmlformats.org/officeDocument/2006/relationships/notesMaster" Target="/ppt/notesMasters/notesMaster1.xml" Id="Rbe8630db3617497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45d1306afaa4a4c" /><Relationship Type="http://schemas.openxmlformats.org/officeDocument/2006/relationships/notesMaster" Target="/ppt/notesMasters/notesMaster1.xml" Id="Ra7fa4e2cd5ea467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614917136c74fc8" /><Relationship Type="http://schemas.openxmlformats.org/officeDocument/2006/relationships/notesMaster" Target="/ppt/notesMasters/notesMaster1.xml" Id="Rc9ca68796c3a415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ef8d99a0aab42d7" /><Relationship Type="http://schemas.openxmlformats.org/officeDocument/2006/relationships/notesMaster" Target="/ppt/notesMasters/notesMaster1.xml" Id="R73c86bc7eace46a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faf082a06b54fae" /><Relationship Type="http://schemas.openxmlformats.org/officeDocument/2006/relationships/notesMaster" Target="/ppt/notesMasters/notesMaster1.xml" Id="R7d1532e6d9a442a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8ed61cb4a794931" /><Relationship Type="http://schemas.openxmlformats.org/officeDocument/2006/relationships/notesMaster" Target="/ppt/notesMasters/notesMaster1.xml" Id="R640156b496144d5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2c7e56221944c1d" /><Relationship Type="http://schemas.openxmlformats.org/officeDocument/2006/relationships/notesMaster" Target="/ppt/notesMasters/notesMaster1.xml" Id="R7d91ac2d5c05495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08100f3880542a3" /><Relationship Type="http://schemas.openxmlformats.org/officeDocument/2006/relationships/notesMaster" Target="/ppt/notesMasters/notesMaster1.xml" Id="R4012e65a09b9420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466ea06e7e64298" /><Relationship Type="http://schemas.openxmlformats.org/officeDocument/2006/relationships/notesMaster" Target="/ppt/notesMasters/notesMaster1.xml" Id="Reb580152c17a4d5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12f2a252ada40f1" /><Relationship Type="http://schemas.openxmlformats.org/officeDocument/2006/relationships/notesMaster" Target="/ppt/notesMasters/notesMaster1.xml" Id="Rceb2381b9264429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d9b89f062c94c53" /><Relationship Type="http://schemas.openxmlformats.org/officeDocument/2006/relationships/notesMaster" Target="/ppt/notesMasters/notesMaster1.xml" Id="R2e9286894b1143d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95a036bd4684ef1" /><Relationship Type="http://schemas.openxmlformats.org/officeDocument/2006/relationships/notesMaster" Target="/ppt/notesMasters/notesMaster1.xml" Id="R0595cf1912554d2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a0805c48cd944be" /><Relationship Type="http://schemas.openxmlformats.org/officeDocument/2006/relationships/notesMaster" Target="/ppt/notesMasters/notesMaster1.xml" Id="R5d32bfe4a6af442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cf8b386a2234a57" /><Relationship Type="http://schemas.openxmlformats.org/officeDocument/2006/relationships/notesMaster" Target="/ppt/notesMasters/notesMaster1.xml" Id="R32fa700079c9418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1964a614a97442e" /><Relationship Type="http://schemas.openxmlformats.org/officeDocument/2006/relationships/notesMaster" Target="/ppt/notesMasters/notesMaster1.xml" Id="R06f6d068db2e468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a8d88ff586547de" /><Relationship Type="http://schemas.openxmlformats.org/officeDocument/2006/relationships/notesMaster" Target="/ppt/notesMasters/notesMaster1.xml" Id="R1e42aba4982b474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703e0642a104bff" /><Relationship Type="http://schemas.openxmlformats.org/officeDocument/2006/relationships/notesMaster" Target="/ppt/notesMasters/notesMaster1.xml" Id="R8e28340359f840c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1c5bb461e7e4a4f" /><Relationship Type="http://schemas.openxmlformats.org/officeDocument/2006/relationships/notesMaster" Target="/ppt/notesMasters/notesMaster1.xml" Id="R735b3c2193094ac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a5f28136dd549eb" /><Relationship Type="http://schemas.openxmlformats.org/officeDocument/2006/relationships/notesMaster" Target="/ppt/notesMasters/notesMaster1.xml" Id="R0820875b2c3c4b4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2d721f8915a4f63" /><Relationship Type="http://schemas.openxmlformats.org/officeDocument/2006/relationships/notesMaster" Target="/ppt/notesMasters/notesMaster1.xml" Id="R40f5ff0a340a4e1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665439c3bdf475e" /><Relationship Type="http://schemas.openxmlformats.org/officeDocument/2006/relationships/notesMaster" Target="/ppt/notesMasters/notesMaster1.xml" Id="Rdc772a08110f4cd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0e1dbf011f341e1" /><Relationship Type="http://schemas.openxmlformats.org/officeDocument/2006/relationships/notesMaster" Target="/ppt/notesMasters/notesMaster1.xml" Id="Re708e5b7cc524d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以實作為主線。先建立資料與參數的語意，再追蹤simulate的一代更新，接著理解突變抽樣與Markov核，最後追溯結果、統計處理與測試。所有數學在對應概念頁直接說明，沒有附錄。結果沿用已核對的30次模擬資料。</a:t>
            </a:r>
          </a:p>
          <a:p xmlns:a="http://schemas.openxmlformats.org/drawingml/2006/main">
            <a:r>
              <a:t>LaTeX source: S_t=(\mathbf{N}_t,A_t),\qquad S_{t+1}\mid S_t=s\sim P(s,\cdot)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開場圖只看總量，先提出下降後回升的研究問題。資料是TSG twohit、IL11off，30次trial，前30代完整觀察。曲線是log10總量加1之後的中位與百分位；治療各trial各自達門檻後開始。本圖本身不能回答是什麼基因型再擴張，需由接下來的程式規則與組成圖解釋。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run_metadata.json。參數為教學假設，未用臨床資料校準。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集中參數，Result承載單次試驗。driver_count、suppressor_loss把基因型轉為表型，growth_probabilities將表型轉為機率，il11_environment計算共享環境。simulate執行同步更新，mutate_offspring重新分類子代。summarize只讀族群統計。main安排多次試驗，plot_therapy_ensemble、run_comparisons、run_il11_comparison產生圖與CSV，therapy_outcome從history識別復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modeling_cancer.py:32-255, 258-279, 639-762。參數為教學假設，未用臨床資料校準。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使用不可變dataclass。n_genes是基因座數，而非總位元數。driver三個位點、resistance一個位點、TSG兩個位點和IL11一個保留位點互不重疊。validate檢查每個機率，以及三子代機率加總不超過1。更換設定使用dataclasses.replace，不修改原config。這些是模型假設，不是估計的病人參數。</a:t>
            </a:r>
          </a:p>
          <a:p xmlns:a="http://schemas.openxmlformats.org/drawingml/2006/main">
            <a:r>
              <a:t>LaTeX source: \mu=0.001,\quad d_0=0.30,\quad q_0=0.04,\quad N_0=100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modeling_cancer.py:32-36, 49-54, 60-60。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population={0:90,8:10}表示90個未突變細胞與10個抗藥細胞。整數8的二進位第3位為1，因此具有resistance_gene=3。初始基因型0並不是第0個細胞，而是所有位元為0的基因型。字典副本避免後續更新污染已保存的快照。這是基因型計數，不追蹤每個細胞的家系。</a:t>
            </a:r>
          </a:p>
          <a:p xmlns:a="http://schemas.openxmlformats.org/drawingml/2006/main">
            <a:r>
              <a:t>LaTeX source: \mathbf{N}_t=(N_{g,t})_g,\qquad T_t=\sum_gN_{g,t}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modeling_cancer.py:207-209, 214-218。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driver_count針對config.driver_genes中的位點把布林結果加總。bool(genotype &amp; mask)判定該位元是否非零。1&lt;&lt;index生成單位元遮罩。位元OR會保留已有突變，因此不可逆突變可以自然表示。抗藥突變本身不增加growth_probabilities中的生長優勢。</a:t>
            </a:r>
          </a:p>
          <a:p xmlns:a="http://schemas.openxmlformats.org/drawingml/2006/main">
            <a:r>
              <a:t>LaTeX source: I_R(g)=\mathbf{1}\{\mathrm{bit}_3(g)=1\},\qquad 9=2^0+2^3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modeling_cancer.py:105-108。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=config.n_genes+config.suppressor_genes.index(gene)，把TSG的第二等位基因放在20和21。suppressor_alleles把兩個位元各轉成0/1再相加。例(1&lt;&lt;4)|(1&lt;&lt;5)對two-hit為False，而(1&lt;&lt;4)|(1&lt;&lt;20)為True。one-hit條件h=1表示任一等位基因失活即可，不改變基因組大小。總位元L=20+2=22。</a:t>
            </a:r>
          </a:p>
          <a:p xmlns:a="http://schemas.openxmlformats.org/drawingml/2006/main">
            <a:r>
              <a:t>LaTeX source: I_T(g)=\mathbf{1}\{\exists j:\ a_j(g)\geq h\},\qquad h\in\{1,2\}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modeling_cancer.py:110-114, 117-121。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ogene和suppressor是布林值，Python乘法將它們當0或1。driver達門檻降低死亡0.08並增加三子代機率0.12；TSG達門檻另加相同效果。不是每多一個driver就反覆加成。driver_hits預設1，因此任一oncogene可達標。基準均值1.428，單類優勢均值0.78*2.16=1.6848，兩類優勢0.86*2.28=1.9608。</a:t>
            </a:r>
          </a:p>
          <a:p xmlns:a="http://schemas.openxmlformats.org/drawingml/2006/main">
            <a:r>
              <a:t>LaTeX source: d_g=\max\{0,0.30-0.08I_O(g)-0.08I_T(g)-b\},\quad q_g=0.04+0.12I_O(g)+0.12I_T(g)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modeling_cancer.py:125-132。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勻混合假設讓非生產者也獲得相同死亡降低。半飽和參數K=0.02，當f=K時b=bmax/2。il11_environment在每一代繁殖前呼叫一次。新子代突變在最後一步發生，所以新生產者不會回頭改變這一代已執行的存活抽樣。開關OFF保留第6位作passenger，以保持相同突變機會。</a:t>
            </a:r>
          </a:p>
          <a:p xmlns:a="http://schemas.openxmlformats.org/drawingml/2006/main">
            <a:r>
              <a:t>LaTeX source: f_t=\frac{\sum_g N_{g,t}I_{IL11}(g)}{T_t},\qquad b_t=\frac{0.06f_t}{0.02+f_t}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modeling_cancer.py:138-144。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e使用同步世代。記錄t代，檢查停止條件，依當前總量更新治療開關，計算IL11，再對所有父基因型存活與分裂，最後讓全部子代突變。新一代完全取代父代。把這個順序讀清楚可以避免把新突變誤當成本次存活的原因。</a:t>
            </a:r>
          </a:p>
          <a:p xmlns:a="http://schemas.openxmlformats.org/drawingml/2006/main">
            <a:r>
              <a:t>LaTeX source: S_t\longmapsto (\alpha_t,b_t)\longmapsto (U_g,V_g,B_g)_g\longmapsto\mathbf{N}_{t+1}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modeling_cancer.py:214-255。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止檢查在治療開關更新之前，已停止的族群不再繁殖。max_cells不是硬截斷細胞數，若上一代更新產生超過上限的細胞，程式保留完整該代再停止。計算上限不是生物吸收狀態。執行鏈若需要時間齊次狀態，可擴充(N,A,t,C)，其中C保存執行或停止模式。</a:t>
            </a:r>
          </a:p>
          <a:p xmlns:a="http://schemas.openxmlformats.org/drawingml/2006/main">
            <a:r>
              <a:t>LaTeX source: \tau=\inf\{t:T_t=0\ \mathrm{or}\ T_t\geq T_{\rm target}\ \mathrm{or}\ T_t\geq T_{\max}\ \mathrm{or}\ t=G\}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modeling_cancer.py:219-229。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therapy_generation記錄首次啟動的當前generation。transition t到t+1使用剛更新的治療控制alpha。門檻以下若先前已治療仍繼續，因為therapy_generation不會重設None。自然存活與治療存活相乘，不能直接把兩種死亡率相加。基準敏感死亡delta=1-.7*.1=.93，抗藥delta=1-.7*.96=.328。</a:t>
            </a:r>
          </a:p>
          <a:p xmlns:a="http://schemas.openxmlformats.org/drawingml/2006/main">
            <a:r>
              <a:t>LaTeX source: \alpha_t=A_t\vee\mathbf{1}\{\mathrm{therapy}\wedge T_t\geq20000\},\quad\delta_g=1-(1-d_g)(1-\alpha_t k_g)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modeling_cancer.py:230-234, 241-244。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A是當前門檻更新前的持續治療狀態，alpha為本次transition的治療狀態。完整狀態必須有A，因為下降到門檻以下後仍保持治療。停止模式C屬於程式控制，而非所有條件都是生物吸收。</a:t>
            </a:r>
          </a:p>
          <a:p xmlns:a="http://schemas.openxmlformats.org/drawingml/2006/main">
            <a:r>
              <a:t>LaTeX source: S_t=(\mathbf{N}_t,A_t),\qquad A_{t+1}=\alpha_t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modeling_cancer.py:214-244。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條件於state，父細胞死亡和分裂獨立同分布。第一次Binomial抽存活數，第二次在存活者中抽三子代數，故第二次試驗數是survivors而非count。每個存活者基準產生2個子代，三子代者再多1。U=0時V=0，沒有父代存活便不留下後代。每類使用批次Binomial與逐細胞Bernoulli在分布上等價。</a:t>
            </a:r>
          </a:p>
          <a:p xmlns:a="http://schemas.openxmlformats.org/drawingml/2006/main">
            <a:r>
              <a:t>LaTeX source: U_g\sim\mathrm{Bin}(n_g,1-\delta_g),\quad V_g\mid U_g\sim\mathrm{Bin}(U_g,q_g),\quad B_g=2U_g+V_g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modeling_cancer.py:238-240, 245-251。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準未治療delta=.3、q=.04。單個父細胞有0個子代的機率.3，2個子代.7*.96=.672，3個子代.7*.04=.028。均值0+2*.672+3*.028=1.428。治療下敏感均值.07*2.04=.1428，抗藥.672*2.04=1.37088，因而有選擇差異。期望不是一次試驗的必然細胞數。</a:t>
            </a:r>
          </a:p>
          <a:p xmlns:a="http://schemas.openxmlformats.org/drawingml/2006/main">
            <a:r>
              <a:t>LaTeX source: m_g(s)=\mathrm{E}[B_g^{(1)}\mid s]=(1-\delta_g(s))(2+q_g)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tion在函數入口先複製，updated在每一個gene開始時再複製。從舊population讀，向updated寫，避免本輪新基因型再處理同一個位元。當進入下一個gene時已接收前一輪更新，因此可在同一代新增兩個或更多不同位元。已為1的位元跳過，不允許回復突變。算法生成與每個子代每個未突變位元獨立Bernoulli相同的聯合分布。</a:t>
            </a:r>
          </a:p>
          <a:p xmlns:a="http://schemas.openxmlformats.org/drawingml/2006/main">
            <a:r>
              <a:t>LaTeX source: X_{g,j}\sim\mathrm{Bin}(N_g,\mu),\qquad g\longmapsto g\cup\{j\}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modeling_cancer.py:151-162。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例子抽樣數2是教學示意，不是由mu=.001必然得到。當gene=3遮罩為8，2個細胞由key0移至key8，總數100不變。dictionary.get容許新key存在或不存在。最後移除零數目。測試mu=0時完全不變，mu=1時全部移到滿位元基因型。</a:t>
            </a:r>
          </a:p>
          <a:p xmlns:a="http://schemas.openxmlformats.org/drawingml/2006/main">
            <a:r>
              <a:t>LaTeX source: \sum_hN_h^{\rm after\ mutation}=\sum_gB_g,\qquad g\subseteq 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modeling_cancer.py:163-169。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基因型表示為已突變位元集合g與h。只有g是h子集時可達。新增位元有|h|-|g|個，各以mu突變；保持0的L-|h|個位元各以1-mu不突變。已為1的位元不需再抽。當g不是h子集時Qgh=0。對任意g每列和1。給定Bg，Ygh聯合為Multinomial，這是逐位元拆分的等價數學表達，程式沒有真的建立Q。</a:t>
            </a:r>
          </a:p>
          <a:p xmlns:a="http://schemas.openxmlformats.org/drawingml/2006/main">
            <a:r>
              <a:t>LaTeX source: Q_{gh}=\mu^{|h|-|g|}(1-\mu)^{22-|h|}\quad(g\subseteq h),\qquad Q_{gh}=0\quad(g\nsubseteq h)</a:t>
            </a:r>
          </a:p>
          <a:p xmlns:a="http://schemas.openxmlformats.org/drawingml/2006/main">
            <a:r>
              <a:t>LaTeX source: (Y_{gh})_h\mid B_g\sim\mathrm{Multinomial}\bigl(B_g,(Q_{gh})_h\bigr),\qquad N_{h,t+1}=\sum_gY_{gh}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modeling_cancer.py:147-169。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簡化只保留敏感S與抗藥R且關閉其他優勢。Q=[[.999,.001],[0,1]]，治療下繁殖均值mS=.1428、mR=1.37088，所以M=diag(m)Q。第一列和.1428，第二列和1.37088，並不是機率矩陣。這個兩類簡化例是教學縮減，不能當成原模型所有基因型的兩類精確閉合。</a:t>
            </a:r>
          </a:p>
          <a:p xmlns:a="http://schemas.openxmlformats.org/drawingml/2006/main">
            <a:r>
              <a:t>LaTeX source: M_{gh}(s)=m_g(s)Q_{gh},\qquad\mathrm{E}[\mathbf{N}_{t+1}\mid S_t=s]=\mathbf{n}M(s)</a:t>
            </a:r>
          </a:p>
          <a:p xmlns:a="http://schemas.openxmlformats.org/drawingml/2006/main">
            <a:r>
              <a:t>LaTeX source: (100,5)M_{\rm on}=(14.26572,\ 6.86868)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modeling_cancer.py:238-253。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是所有基因型計數向量，A保存是否已開始治療，Config固定。IL11可由N計算，無需額外加入狀態。只用總細胞數T通常不具Markov性，因為相同T但抗藥比例或driver比例不同會有不同轉移。這裡的Markov鏈是理想隨機模型，實作中seed讓偽亂數路徑可重現。程式停止控制與復發歷史判讀需另外擴充狀態。</a:t>
            </a:r>
          </a:p>
          <a:p xmlns:a="http://schemas.openxmlformats.org/drawingml/2006/main">
            <a:r>
              <a:t>LaTeX source: S_t=(\mathbf{N}_t,A_t),\quad P_{ss'}=\Pr(S_{t+1}=s'\mid S_t=s)</a:t>
            </a:r>
          </a:p>
          <a:p xmlns:a="http://schemas.openxmlformats.org/drawingml/2006/main">
            <a:r>
              <a:t>LaTeX source: \Pr(S_{t+1}\mid S_t,S_{t-1},\ldots)=\Pr(S_{t+1}\mid S_t)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z_h是子基因型h的形式變數。u_g(z)=sumQgh zh是一個子代的生成函數。單個父細胞死亡時為常數delta，產生2或3個獨立子代時分別為u²和u³，依對應概率加權得到Fg。這同時捕捉子代數與突變種類的聯合分布。程式以Binomial分批實作這個規則。</a:t>
            </a:r>
          </a:p>
          <a:p xmlns:a="http://schemas.openxmlformats.org/drawingml/2006/main">
            <a:r>
              <a:t>LaTeX source: u_g(\mathbf{z})=\sum_hQ_{gh}z_h</a:t>
            </a:r>
          </a:p>
          <a:p xmlns:a="http://schemas.openxmlformats.org/drawingml/2006/main">
            <a:r>
              <a:t>LaTeX source: F_g(\mathbf{z}\mid s)=\delta_g+(1-\delta_g)\left[(1-q_g)u_g(\mathbf{z})^2+q_gu_g(\mathbf{z})^3\right]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給定s，ng個同基因型父細胞獨立，故該類生成函數Fg^ng。各類再相乘得到H。取z向量對應nprime的多項式係數得到下一代完整計數概率；另外要求下一代治療開關aprime等於本次更新後alpha。這個精確核定義於生物轉移的未停止狀態。停止控制可擴充狀態(N,A,t,C)。</a:t>
            </a:r>
          </a:p>
          <a:p xmlns:a="http://schemas.openxmlformats.org/drawingml/2006/main">
            <a:r>
              <a:t>LaTeX source: H_s(\mathbf{z})=\prod_g F_g(\mathbf{z}\mid s)^{n_g}</a:t>
            </a:r>
          </a:p>
          <a:p xmlns:a="http://schemas.openxmlformats.org/drawingml/2006/main">
            <a:r>
              <a:t>LaTeX source: P_{ss'}=\mathbf{1}\{a'=\alpha(s)\}\,[\mathbf{z}^{\mathbf{n}'}]H_s(\mathbf{z})</a:t>
            </a:r>
          </a:p>
          <a:p xmlns:a="http://schemas.openxmlformats.org/drawingml/2006/main">
            <a:r>
              <a:t>LaTeX source: [\mathbf{z}^{\mathbf{n}'}]\ :\ \mathrm{coefficient\ of}\ \prod_h z_h^{n'_h}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狀態順序0,1,2,3,dagger。基準單父子代0,2,3機率.3,.672,.028。例如2個父細胞都死亡=.09，一死一產2=.4032，一死一產3=.0168，其餘進入overflow概率.49。3個父細胞對應.027,.18144,.00756,.784。dagger是首次N&gt;=4後不再觀察的人工吸收，不是環境飽和或完整模型中的生物吸收。每列總和1。</a:t>
            </a:r>
          </a:p>
          <a:p xmlns:a="http://schemas.openxmlformats.org/drawingml/2006/main">
            <a:r>
              <a:t>LaTeX source: P_{ij}=\Pr(S_{t+1}=j\mid S_t=i),\qquad\sum_jP_{ij}=1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本簡報採橫向row probability vector。pi_t(i)是現在在狀態i的概率，Pij是由i走到j的條件概率，對所有i加總得到pi_next(j)。因此維度(1×K)(K×K)=(1×K)。若改column convention可寫p_next=Ptranspose p，不是左右哪個固定正確，而是索引與向量方向必須一致。pi0=[0,1,0,0,0]表示初始確定在一個細胞，pi1=P第二列。</a:t>
            </a:r>
          </a:p>
          <a:p xmlns:a="http://schemas.openxmlformats.org/drawingml/2006/main">
            <a:r>
              <a:t>LaTeX source: \pi_{t+1}(j)=\sum_i\pi_t(i)P_{ij},\qquad\boldsymbol{\pi}_{t+1}=\boldsymbol{\pi}_tP</a:t>
            </a:r>
          </a:p>
          <a:p xmlns:a="http://schemas.openxmlformats.org/drawingml/2006/main">
            <a:r>
              <a:t>LaTeX source: (1\times K)(K\times K)=(1\times K)</a:t>
            </a:r>
          </a:p>
          <a:p xmlns:a="http://schemas.openxmlformats.org/drawingml/2006/main">
            <a:r>
              <a:t>LaTeX source: \boldsymbol{\pi}_0=(0,1,0,0,0),\quad\boldsymbol{\pi}_1=(0.30,0,0.672,0.028,0)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一個細胞兩代後滅絕概率=.3*1+.672*.09+.028*.027=.361236。每一項是經過0、2、3個細胞中間狀態的路徑概率。完整pi2由pi0P²計算且總和1。一條simulate路徑只抽中其中一些狀態；P連乘描述全部可能路徑的分布。路徑probability初始pi0(s0)乘沿途P，不將實際抽中的計數向量直接乘P。</a:t>
            </a:r>
          </a:p>
          <a:p xmlns:a="http://schemas.openxmlformats.org/drawingml/2006/main">
            <a:r>
              <a:t>LaTeX source: (P^2)_{ij}=\sum_kP_{ik}P_{kj},\qquad\boldsymbol{\pi}_t=\boldsymbol{\pi}_0P^t</a:t>
            </a:r>
          </a:p>
          <a:p xmlns:a="http://schemas.openxmlformats.org/drawingml/2006/main">
            <a:r>
              <a:t>LaTeX source: \Pr(N_2=0)=0.30+0.672(0.09)+0.028(0.027)=0.361236</a:t>
            </a:r>
          </a:p>
          <a:p xmlns:a="http://schemas.openxmlformats.org/drawingml/2006/main">
            <a:r>
              <a:t>LaTeX source: \Pr(s_0,\ldots,s_T)=\pi_0(s_0)\prod_{t=0}^{T-1}P_{s_t s_{t+1}}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兩個索引是完整族群狀態，元素機率，推進pi。Q索引是單細胞父與子基因型，元素突變概率。M索引也是基因型，但元素期望子代數，列和m，不保證1。固定環境時E[Nt]=N0M^t；當IL11與治療由隨機state決定時E[Nnext]=E[Nt M(St)]，一般不等於E[Nt] M(E[St])。完整P可固定，因不同state的環境寫在不同列。</a:t>
            </a:r>
          </a:p>
          <a:p xmlns:a="http://schemas.openxmlformats.org/drawingml/2006/main">
            <a:r>
              <a:t>LaTeX source: \mathrm{E}[\mathbf{N}_{t+1}]=\mathrm{E}[\mathbf{N}_tM(S_t)],\quad\mathrm{E}[\mathbf{N}_t]=\mathbf{N}_0M^t\ \mathrm{only\ if}\ M\ \mathrm{is\ fixed}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nnon用自然對數。richness=len(population)只看種類，不看大小比例。例{a:50,b:50}的H=ln2≈.693，而{a:99,b:1}的H≈.056，比較相同richness但均勻度不同。exp(H)稱有效基因型數。零族群Shannon=0且effective_genotypes另外定為0，避免exp(0)=1誤表示仍有一種細胞。基因型多樣性不是家系多樣性。</a:t>
            </a:r>
          </a:p>
          <a:p xmlns:a="http://schemas.openxmlformats.org/drawingml/2006/main">
            <a:r>
              <a:t>LaTeX source: p_g=\frac{N_g}{T},\quad H=-\sum_gp_g\log p_g,\quad D=1-\sum_gp_g^2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modeling_cancer.py:174-178, 181-182。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apy_generation對應history的generation索引，因從0開始每代記錄。baseline可overshoot20,000。after排除啟動代。declined一旦true保持true，防止單純持續增長被叫復發。完整分類依序relapse、extinction、no_relapse_observed、no_initial_response；未開始治療另為therapy_not_started。若要在Markov狀態內實時識別這個歷史事件，需加入baseline與declined，不只是N,A。</a:t>
            </a:r>
          </a:p>
          <a:p xmlns:a="http://schemas.openxmlformats.org/drawingml/2006/main">
            <a:r>
              <a:t>LaTeX source: T_*=T_{t_{\rm therapy}},\quad t_{\rm relapse}=\inf\{t&gt;t_{\rm therapy}:T_t\geq T_*,\ \exists u&lt;t:T_u&lt;T_*\}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modeling_cancer.py:261-268, 270-274。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同參數、seed與相同執行環境通常重現該偽亂數路徑。不同trial不共用同一Generator，避免意外耦合。main另外執行one/twohit與IL11組，比較時不施加治療。seed是重現標記，不是模型狀態或生物參數。套件版本存在metadata，有助查詢環境變化。</a:t>
            </a:r>
          </a:p>
          <a:p xmlns:a="http://schemas.openxmlformats.org/drawingml/2006/main">
            <a:r>
              <a:t>LaTeX source: S_{t+1}^{(r)}\mid S_t^{(r)}=s\sim P(s,\cdot),\quad r=1,\ldots,30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modeling_cancer.py:739-742, 752-753, 756-756。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ot_therapy_ensemble依絕對generation對齊，不是對齊治療起始。停止於celllimit的trial後續是缺失，不能填0或延續最後值。extinction後細胞數為0；抗藥比例及基因頻率無分母，因此缺失。percentiles是trial間變異，不是confidenceinterval。多種曲線的中位數不必相加。有效n下降時需小心條件選擇。</a:t>
            </a:r>
          </a:p>
          <a:p xmlns:a="http://schemas.openxmlformats.org/drawingml/2006/main">
            <a:r>
              <a:t>LaTeX source: \widehat{Q}_{p,t}=\mathrm{quantile}_p\{X_t^{(r)}:\ X_t^{(r)}\ \mathrm{observed}\},\quad p\in\{0.1,0.5,0.9\}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modeling_cancer.py:645-645, 651-655, 672-673。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_at_size從最後達標族群取sample，不是連續時間精確N=5000時的整個腫瘤。超幾何分布是無放回抽樣，與multinomial的有放回近似不同。未達標trial回None並記錄。高死亡可能較慢而累積更多mutation機會，故高H不能單獨歸因於death造成多樣性。下一步固定時間與固定大小分別比較。</a:t>
            </a:r>
          </a:p>
          <a:p xmlns:a="http://schemas.openxmlformats.org/drawingml/2006/main">
            <a:r>
              <a:t>LaTeX source: \mathbf{X}\sim\mathrm{MultiHypergeom}(\mathbf{N},5000),\qquad\sum_gX_g=5000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modeling_cancer.py:382-390。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有五個unittest方法涵蓋IL11共享、ensemble缺失與滅絕、同一TSG兩擊、突變守恆與獨立性、seed重現及參數驗證。mu=.2只有一個TSG兩位元可突變時，0/1/2擊概率.64/.32/.04，10萬樣本比例容許.006誤差。測試能抓算法錯誤，但不能證明教學參數符合生物數據。</a:t>
            </a:r>
          </a:p>
          <a:p xmlns:a="http://schemas.openxmlformats.org/drawingml/2006/main">
            <a:r>
              <a:t>LaTeX source: K\sim\mathrm{Bin}(2,0.2):\quad\Pr(K=0,1,2)=(0.64,0.32,0.04)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test_modeling_cancer.py: SuppressorTests。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主治療30次用twohit且IL11off。onehit/twohit18代無治療保持相同loci與oncogene，只改TSG門檻且不同seed組。IL11on/off18代無治療相同loci及同一replicate seed，族群分歧後不代表逐細胞配對。deathrate.2/.35/.45首次達5000後固定樣本，達標代數不同。這些比較估計的是指定教學參數情況的行為。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modeling_cancer.py:393-477, 575-628, 723-760。參數為教學假設，未用臨床資料校準。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問題承接前半部程式規則。治療降低敏感細胞存活，但抗藥細胞仍可增長。因此需用負荷、抗藥比例、多樣性與事件分布共同判讀。以下結果皆來自30次預設試驗，曲線按絕對generation對齊，每trial治療起始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在原始細胞數上計算percentiles再轉換log10(N+1)。每組治療開始世代中位15，各自達到門檻才治療，所以不畫一條共同啟動線。總、敏感、抗藥各自中位數不必相加。813.5是每個trial最低負荷的中位數，不是中位曲線最低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resistant_percent在存活且觀察中的trial計算。第15代中位1.1585%、第18代90.5163%、第20代99.9293%。抗藥比例增加不等同突變率增加，也不證明所有細胞同一家系。按代數保留n，這個窗口全部30個trial存活。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ective_genotypes=exp(Shannon)，有相同Shannon的均勻組成需這麼多基因型。它描述基因型多樣性，不是祖先家系數。直接使用trajectory已記錄trial百分位，前30代全部trial仍觀察且存活。圖中突變持續、不同基因型生長與選擇共同影響多樣性，不能僅由負荷推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outputs/trajectory.csv: effective_genotypes。參數為教學假設，未用臨床資料校準。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原始dashboard面板C。celllimit停止後不能再列為觀察，曲線中的observed_n下降。不把它誤解成治療成功。所有30次試驗最終celllimit，沒有extinction。therapy_started計算每代已達啟動門檻的trial累計。主曲線與heatmap限制0-30，是因為該窗口全部30仍存活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outputs/trajectory.csv, run_metadata.json。參數為教學假設，未用臨床資料校準。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重現30個therapy seeds並逐代核對therapy_trajectories.csv的total/resistant共1119列。基因頻率是各trial中該位點任一等位基因突變的比例。TSG顯示any hit，不等於two-hit功能喪失。每格為30次試驗的平均頻率。採0-30代的完整共同窗口。色階1。頻率之間可能因共現而關聯，這張圖不提供因果關係或家系識別。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outputs/01_tumor_dashboard panels E/F; regenerated populations from recorded seeds。參數為教學假設，未用臨床資料校準。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重現30個therapy seeds並逐代核對therapy_trajectories.csv的total/resistant共1119列。基因頻率是各trial中該位點任一等位基因突變的比例。TSG顯示any hit，不等於two-hit功能喪失。每格為30次試驗頻率的樣本SD，ddof=1。採0-30代的完整共同窗口。色階0.5。頻率之間可能因共現而關聯，這張圖不提供因果關係或家系識別。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outputs/01_tumor_dashboard panels E/F; regenerated populations from recorded seeds。參數為教學假設，未用臨床資料校準。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觀察組成機制再看事件分布。relapse_generation範圍23到31，中位28，P10/P90為26/29.1。這批30/30不代表任何參數下都必然復發，更不能推論病人必然復發。未觀察事件需有截尾資料與其他分類，本批均完整觀察復發後才celllim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outputs/therapy_replicates.csv。參數為教學假設，未用臨床資料校準。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對照組保持相同基因組及oncogene規則，只把TSG deathreduction和triplebonus設0。onehit/twohit只改同一TSG門檻。新重現30個對照seed並核對comparisons.csv終點。三條中位線按18代固定時間，不治療，避免治療選擇乾擾。此圖對應02_scenario_comparisons左面板。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outputs/comparisons.csv, one_hit_vs_two_hit.csv。參數為教學假設，未用臨床資料校準。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onehit中位94617.5，twohit73879，兩組中位比1.2807，即高28.1%。不是每個onehittrial都大於每個twohittrial。這是功能門檻改變下的教學模型結果，無pvalue聲稱。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hit只要任一等位基因即可達標，twohit同基因兩等位基因，所以達標比例可能跨量級。為保留0並可顯示稀少twohit，顯式轉換log10(p_percent+.01)；0%=-2，.99%=0，9.99%=1。原始fig03面板B用symlog；這裡改用明確注明的平滑對數表示而非假裝沿用同一軸。資料用suppressor_fra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outputs/one_hit_vs_two_hit.csv: suppressor_fraction。參數為教學假設，未用臨床資料校準。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這是原始fig03面板C的固定18代endpoint散點。所有trial逐點保留，加上中位數。兩組不同seeds，並非配對點。可看到分布重疊，避免把中位28.1%差異當成每一個trial都相同。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outputs/one_hit_vs_two_hit.csv: generation 18。參數為教學假設，未用臨床資料校準。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原始fig05全範圍面板。x是生產者百分比，y是死亡降低百分點，公式bmaxf/(K+f)指定上限6個百分點。f=100%時5.882百分點，接近但不等於6。這是模型假設的視覺化，不能當成模擬或生物實驗證據。低比例敏感度由下一頁放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outputs/05_il11_benefit_curve.svg: full-range panel。參數為教學假設，未用臨床資料校準。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原始fig05低比例放大面板。曲線來自指定公式而不是隨機模擬或實驗擬合。f=.02時b=.03，f=.1時b=.05。bmax=.06，不會超過6個百分點。半飽和參數是教學假設，可能影響結果。所有細胞均受益，未考慮分泌成本或空間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outputs/05_il11_benefit_curve.svg, Config。參數為教學假設，未用臨床資料校準。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OFF中位72455.5、ON110469.5，比值1.52465。每rep同seed，但族群分歧後隨機數消耗不同，不是逐細胞配對。控制相同20loci避免突變機會變化。未治療18代。52.5%是兩組中位比，不是pairedtrial提升平均。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fig04面板B。il11_percent是生產者比例，中位ON第18代1.603%，OFF位點中性但仍可能突變。ON所算shareddeathreduction中位2.6694百分點。比例中位與benefit中位因單調轉換一致但為每trial計算，不能把生產者數少誤解為只有少數細胞受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outputs/il11_comparison.csv: il11_percent, shared_death_reduction。參數為教學假設，未用臨床資料校準。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原始fig04面板C。同seed保持experiment可重現，但不能當成逐細胞配對。散點呈現原始30個endpoint，黑點為中位。看差異也看重疊，不聲稱實驗資料校準或統計顯著性。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outputs/il11_comparison.csv: generation 18。參數為教學假設，未用臨床資料校準。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原始fig02右面板。d=.2,.35,.45均30/30到達取樣目標。Shannon中位1.06236,1.80123,2.83497；達標generation中位8,14,26.5。較慢達標可累積更多mutation，因此不能單獨認定death提高多樣性。取樣控制的是樣本數，沒有控制演化時間。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outputs/comparisons.csv: death_rate。參數為教學假設，未用臨床資料校準。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抗藥殺傷率掃描用replace修改resistanttherapy kill，其餘保持固定。IL11掃描bmax與K，加入producercost或spatialrestriction。多樣性固定代數及固定樣本大小分開比較並保留未達標trial。先定義指標再新增experiment，存CSV與metadata及tests。需生物資料校準後再談實際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modeling_cancer.py: Config, simulate, mutate_offspring。參數為教學假設，未用臨床資料校準。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tion對應基因型計數向量，therapy_generation保存持續治療控制。growth_probabilities和il11_environment定義狀態相依環境，二項抽樣生成存活与子代，逐位元mutation等價於Q。這些規則共同定義巨大P，simulate只抽其中一條路徑。多次試驗估計結果分布；tests檢查實作語意，資料校準另需實驗證據。讀完應能追蹤程式每個變數的來源、分布與作用時點。</a:t>
            </a:r>
          </a:p>
          <a:p xmlns:a="http://schemas.openxmlformats.org/drawingml/2006/main">
            <a:r>
              <a:t>LaTeX source: \boldsymbol{\pi}_{t+1}=\boldsymbol{\pi}_tP,\qquad\mathrm{E}[\mathbf{N}_{t+1}\mid S_t=s]=\mathbf{n}M(s)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來源：本專案 modeling_cancer.py, test_modeling_cancer.py。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0b9eec9f542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1ada3a124e4b09" /><Relationship Type="http://schemas.openxmlformats.org/officeDocument/2006/relationships/slideLayout" Target="/ppt/slideLayouts/slideLayout1.xml" Id="R86ef210364b644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ef210364b644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ca66987824aa3" /><Relationship Type="http://schemas.openxmlformats.org/officeDocument/2006/relationships/image" Target="/ppt/media/image.png" Id="Ra66615b0a4ed4c13" /><Relationship Type="http://schemas.openxmlformats.org/officeDocument/2006/relationships/notesSlide" Target="/ppt/notesSlides/notesSlide1.xml" Id="R670f546b9e2a41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dbcf949f84b86" /><Relationship Type="http://schemas.openxmlformats.org/officeDocument/2006/relationships/chart" Target="/ppt/slides/charts/chart1.xml" Id="Rd0408538820040d7" /><Relationship Type="http://schemas.openxmlformats.org/officeDocument/2006/relationships/notesSlide" Target="/ppt/notesSlides/notesSlide2.xml" Id="R6afb51ea1dbe4a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a8b6fb99e47a3" /><Relationship Type="http://schemas.openxmlformats.org/officeDocument/2006/relationships/notesSlide" Target="/ppt/notesSlides/notesSlide3.xml" Id="R1e6ab33c292643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134f0a4ad4dc5" /><Relationship Type="http://schemas.openxmlformats.org/officeDocument/2006/relationships/image" Target="/ppt/media/image2.png" Id="R46e4ea4c84ae463e" /><Relationship Type="http://schemas.openxmlformats.org/officeDocument/2006/relationships/notesSlide" Target="/ppt/notesSlides/notesSlide4.xml" Id="Rc6c7c9d874c241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c385d01564aea" /><Relationship Type="http://schemas.openxmlformats.org/officeDocument/2006/relationships/image" Target="/ppt/media/image3.png" Id="R5bc5420773324c0d" /><Relationship Type="http://schemas.openxmlformats.org/officeDocument/2006/relationships/notesSlide" Target="/ppt/notesSlides/notesSlide5.xml" Id="Rc13de34dd46349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1a8546e814bc7" /><Relationship Type="http://schemas.openxmlformats.org/officeDocument/2006/relationships/image" Target="/ppt/media/image4.png" Id="Rc2bf2c33ea284814" /><Relationship Type="http://schemas.openxmlformats.org/officeDocument/2006/relationships/notesSlide" Target="/ppt/notesSlides/notesSlide6.xml" Id="Rad1ea0ac0d0e48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f006f0f574698" /><Relationship Type="http://schemas.openxmlformats.org/officeDocument/2006/relationships/image" Target="/ppt/media/image5.png" Id="R866a59cc42334377" /><Relationship Type="http://schemas.openxmlformats.org/officeDocument/2006/relationships/notesSlide" Target="/ppt/notesSlides/notesSlide7.xml" Id="R3f3dac3f5875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00f94f6064906" /><Relationship Type="http://schemas.openxmlformats.org/officeDocument/2006/relationships/image" Target="/ppt/media/image6.png" Id="R575b0b36d8724c60" /><Relationship Type="http://schemas.openxmlformats.org/officeDocument/2006/relationships/notesSlide" Target="/ppt/notesSlides/notesSlide8.xml" Id="Rb78c31a0bc9843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7bc0cd693421e" /><Relationship Type="http://schemas.openxmlformats.org/officeDocument/2006/relationships/image" Target="/ppt/media/image7.png" Id="R54d193c6994c4207" /><Relationship Type="http://schemas.openxmlformats.org/officeDocument/2006/relationships/notesSlide" Target="/ppt/notesSlides/notesSlide9.xml" Id="R5c9c653dfdf448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379aac5384ead" /><Relationship Type="http://schemas.openxmlformats.org/officeDocument/2006/relationships/image" Target="/ppt/media/image8.png" Id="Rc818c38615384b50" /><Relationship Type="http://schemas.openxmlformats.org/officeDocument/2006/relationships/notesSlide" Target="/ppt/notesSlides/notesSlide10.xml" Id="R220dc612e35c42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bba376a524be0" /><Relationship Type="http://schemas.openxmlformats.org/officeDocument/2006/relationships/image" Target="/ppt/media/image9.png" Id="R8893d374a4214e67" /><Relationship Type="http://schemas.openxmlformats.org/officeDocument/2006/relationships/notesSlide" Target="/ppt/notesSlides/notesSlide11.xml" Id="Rf3ba472653be4d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71f88d11d4e9e" /><Relationship Type="http://schemas.openxmlformats.org/officeDocument/2006/relationships/image" Target="/ppt/media/image10.png" Id="R473d5e4feae04eb2" /><Relationship Type="http://schemas.openxmlformats.org/officeDocument/2006/relationships/notesSlide" Target="/ppt/notesSlides/notesSlide12.xml" Id="R5cc1d9a75a1c48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8a807ed5d4435" /><Relationship Type="http://schemas.openxmlformats.org/officeDocument/2006/relationships/image" Target="/ppt/media/image11.png" Id="R4862e11762dd45bf" /><Relationship Type="http://schemas.openxmlformats.org/officeDocument/2006/relationships/notesSlide" Target="/ppt/notesSlides/notesSlide13.xml" Id="R475b1ae7ec654b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90a53ff274630" /><Relationship Type="http://schemas.openxmlformats.org/officeDocument/2006/relationships/image" Target="/ppt/media/image12.png" Id="R3b821d3ac2fd4ae9" /><Relationship Type="http://schemas.openxmlformats.org/officeDocument/2006/relationships/notesSlide" Target="/ppt/notesSlides/notesSlide14.xml" Id="Rb07529f780de48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e7046eb8a4075" /><Relationship Type="http://schemas.openxmlformats.org/officeDocument/2006/relationships/image" Target="/ppt/media/image13.png" Id="R9494365092d24852" /><Relationship Type="http://schemas.openxmlformats.org/officeDocument/2006/relationships/notesSlide" Target="/ppt/notesSlides/notesSlide15.xml" Id="R94800f46f5fa42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cd6055fd04ee6" /><Relationship Type="http://schemas.openxmlformats.org/officeDocument/2006/relationships/image" Target="/ppt/media/image14.png" Id="R3d15bf511fde42eb" /><Relationship Type="http://schemas.openxmlformats.org/officeDocument/2006/relationships/notesSlide" Target="/ppt/notesSlides/notesSlide16.xml" Id="R5cfb293c8b804d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0fc7d6b114a22" /><Relationship Type="http://schemas.openxmlformats.org/officeDocument/2006/relationships/image" Target="/ppt/media/image15.png" Id="R148486ac52354697" /><Relationship Type="http://schemas.openxmlformats.org/officeDocument/2006/relationships/notesSlide" Target="/ppt/notesSlides/notesSlide17.xml" Id="R94ed94b8031644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7099888df4b25" /><Relationship Type="http://schemas.openxmlformats.org/officeDocument/2006/relationships/image" Target="/ppt/media/image16.png" Id="R619c2aaaeb6b41f2" /><Relationship Type="http://schemas.openxmlformats.org/officeDocument/2006/relationships/image" Target="/ppt/media/image17.png" Id="R3da0f7ea16434bd7" /><Relationship Type="http://schemas.openxmlformats.org/officeDocument/2006/relationships/notesSlide" Target="/ppt/notesSlides/notesSlide18.xml" Id="R272a1834625743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458174a7045a7" /><Relationship Type="http://schemas.openxmlformats.org/officeDocument/2006/relationships/image" Target="/ppt/media/image18.png" Id="R3e73c94df66e4e61" /><Relationship Type="http://schemas.openxmlformats.org/officeDocument/2006/relationships/image" Target="/ppt/media/image19.png" Id="R347fa95a815d4165" /><Relationship Type="http://schemas.openxmlformats.org/officeDocument/2006/relationships/notesSlide" Target="/ppt/notesSlides/notesSlide19.xml" Id="Rcbe0183806db4b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792b4cc634bd9" /><Relationship Type="http://schemas.openxmlformats.org/officeDocument/2006/relationships/image" Target="/ppt/media/image20.png" Id="R753ccfc9eb1a4622" /><Relationship Type="http://schemas.openxmlformats.org/officeDocument/2006/relationships/image" Target="/ppt/media/image21.png" Id="R6addee8aba914e44" /><Relationship Type="http://schemas.openxmlformats.org/officeDocument/2006/relationships/notesSlide" Target="/ppt/notesSlides/notesSlide20.xml" Id="R594d68bc1a6b4c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5899dadc440e4" /><Relationship Type="http://schemas.openxmlformats.org/officeDocument/2006/relationships/image" Target="/ppt/media/image22.png" Id="R8cdcec80985943b8" /><Relationship Type="http://schemas.openxmlformats.org/officeDocument/2006/relationships/image" Target="/ppt/media/image23.png" Id="R1a00b8886da44b16" /><Relationship Type="http://schemas.openxmlformats.org/officeDocument/2006/relationships/notesSlide" Target="/ppt/notesSlides/notesSlide21.xml" Id="Ra7f8ff3e95d044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5617bdf7a4c6d" /><Relationship Type="http://schemas.openxmlformats.org/officeDocument/2006/relationships/image" Target="/ppt/media/image24.png" Id="Rabddb1faf36b45e8" /><Relationship Type="http://schemas.openxmlformats.org/officeDocument/2006/relationships/image" Target="/ppt/media/image25.png" Id="Ra5e0ce71a8d9491a" /><Relationship Type="http://schemas.openxmlformats.org/officeDocument/2006/relationships/image" Target="/ppt/media/image26.png" Id="Rf2570ceceec0432b" /><Relationship Type="http://schemas.openxmlformats.org/officeDocument/2006/relationships/notesSlide" Target="/ppt/notesSlides/notesSlide22.xml" Id="R6caa2325f9cc47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988aed9f64016" /><Relationship Type="http://schemas.openxmlformats.org/officeDocument/2006/relationships/image" Target="/ppt/media/image27.png" Id="Rebac6346c28b4229" /><Relationship Type="http://schemas.openxmlformats.org/officeDocument/2006/relationships/notesSlide" Target="/ppt/notesSlides/notesSlide23.xml" Id="R4b63b3e897824f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b94ee62234e50" /><Relationship Type="http://schemas.openxmlformats.org/officeDocument/2006/relationships/image" Target="/ppt/media/image28.png" Id="Rda3ed20143354174" /><Relationship Type="http://schemas.openxmlformats.org/officeDocument/2006/relationships/image" Target="/ppt/media/image29.png" Id="Rc0008644cee14e85" /><Relationship Type="http://schemas.openxmlformats.org/officeDocument/2006/relationships/image" Target="/ppt/media/image30.png" Id="R2dde45282d434f9e" /><Relationship Type="http://schemas.openxmlformats.org/officeDocument/2006/relationships/notesSlide" Target="/ppt/notesSlides/notesSlide24.xml" Id="R7804cb0aa7cd46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dbdca7eed43d2" /><Relationship Type="http://schemas.openxmlformats.org/officeDocument/2006/relationships/image" Target="/ppt/media/image31.png" Id="Ra28c8ca1b30c498f" /><Relationship Type="http://schemas.openxmlformats.org/officeDocument/2006/relationships/image" Target="/ppt/media/image32.png" Id="R844187d3764b49a4" /><Relationship Type="http://schemas.openxmlformats.org/officeDocument/2006/relationships/image" Target="/ppt/media/image33.png" Id="R840a7089b55e4838" /><Relationship Type="http://schemas.openxmlformats.org/officeDocument/2006/relationships/notesSlide" Target="/ppt/notesSlides/notesSlide25.xml" Id="R263a60a3f8da455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6956bf938421b" /><Relationship Type="http://schemas.openxmlformats.org/officeDocument/2006/relationships/image" Target="/ppt/media/image34.png" Id="Rc61ce34b3a854895" /><Relationship Type="http://schemas.openxmlformats.org/officeDocument/2006/relationships/notesSlide" Target="/ppt/notesSlides/notesSlide26.xml" Id="Rbc627430bf874e6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6e7e2884f4651" /><Relationship Type="http://schemas.openxmlformats.org/officeDocument/2006/relationships/image" Target="/ppt/media/image35.png" Id="R1f79cbba2fc24477" /><Relationship Type="http://schemas.openxmlformats.org/officeDocument/2006/relationships/notesSlide" Target="/ppt/notesSlides/notesSlide27.xml" Id="Rd06f97d47b4e4d4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14b3afcba44a6" /><Relationship Type="http://schemas.openxmlformats.org/officeDocument/2006/relationships/image" Target="/ppt/media/image36.png" Id="Rf7d2eca0b4df4a3a" /><Relationship Type="http://schemas.openxmlformats.org/officeDocument/2006/relationships/notesSlide" Target="/ppt/notesSlides/notesSlide28.xml" Id="Rc47633d6fcff40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f6fbe61724d86" /><Relationship Type="http://schemas.openxmlformats.org/officeDocument/2006/relationships/image" Target="/ppt/media/image37.png" Id="Ra0de5aebab184672" /><Relationship Type="http://schemas.openxmlformats.org/officeDocument/2006/relationships/notesSlide" Target="/ppt/notesSlides/notesSlide29.xml" Id="Rc2f46f15fa0f4bd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3fb2600f847c0" /><Relationship Type="http://schemas.openxmlformats.org/officeDocument/2006/relationships/image" Target="/ppt/media/image38.png" Id="R8bb5eb39b7624166" /><Relationship Type="http://schemas.openxmlformats.org/officeDocument/2006/relationships/notesSlide" Target="/ppt/notesSlides/notesSlide30.xml" Id="R212eab2341dd482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160a3a0834549" /><Relationship Type="http://schemas.openxmlformats.org/officeDocument/2006/relationships/image" Target="/ppt/media/image39.png" Id="Rab6c8d66b5b8454f" /><Relationship Type="http://schemas.openxmlformats.org/officeDocument/2006/relationships/notesSlide" Target="/ppt/notesSlides/notesSlide31.xml" Id="R1cd04f1807074a5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26578eeb64c90" /><Relationship Type="http://schemas.openxmlformats.org/officeDocument/2006/relationships/image" Target="/ppt/media/image40.png" Id="R4a96dd566e514061" /><Relationship Type="http://schemas.openxmlformats.org/officeDocument/2006/relationships/notesSlide" Target="/ppt/notesSlides/notesSlide32.xml" Id="R5db7d9833ce44c4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5fc8cab424e93" /><Relationship Type="http://schemas.openxmlformats.org/officeDocument/2006/relationships/notesSlide" Target="/ppt/notesSlides/notesSlide33.xml" Id="R37075bcaf516428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16830091c4ecc" /><Relationship Type="http://schemas.openxmlformats.org/officeDocument/2006/relationships/notesSlide" Target="/ppt/notesSlides/notesSlide34.xml" Id="R983b82f9bd45452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78dff82d144a1" /><Relationship Type="http://schemas.openxmlformats.org/officeDocument/2006/relationships/chart" Target="/ppt/slides/charts/chart2.xml" Id="R67e187903f9445c7" /><Relationship Type="http://schemas.openxmlformats.org/officeDocument/2006/relationships/notesSlide" Target="/ppt/notesSlides/notesSlide35.xml" Id="R4a1a53d2d409429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3da450e534f10" /><Relationship Type="http://schemas.openxmlformats.org/officeDocument/2006/relationships/chart" Target="/ppt/slides/charts/chart3.xml" Id="R2833d23289f74b39" /><Relationship Type="http://schemas.openxmlformats.org/officeDocument/2006/relationships/notesSlide" Target="/ppt/notesSlides/notesSlide36.xml" Id="Rded7cc01a3c74a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f1f193b254901" /><Relationship Type="http://schemas.openxmlformats.org/officeDocument/2006/relationships/chart" Target="/ppt/slides/charts/chart4.xml" Id="Rd752487aafd14d3b" /><Relationship Type="http://schemas.openxmlformats.org/officeDocument/2006/relationships/notesSlide" Target="/ppt/notesSlides/notesSlide37.xml" Id="Rd0d2466e65fa491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f920d2c154509" /><Relationship Type="http://schemas.openxmlformats.org/officeDocument/2006/relationships/chart" Target="/ppt/slides/charts/chart5.xml" Id="Re1da5fe438394efa" /><Relationship Type="http://schemas.openxmlformats.org/officeDocument/2006/relationships/notesSlide" Target="/ppt/notesSlides/notesSlide38.xml" Id="Rd9f9b976ad7a460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58c56f7d249ac" /><Relationship Type="http://schemas.openxmlformats.org/officeDocument/2006/relationships/notesSlide" Target="/ppt/notesSlides/notesSlide39.xml" Id="R675eeef9ed0041a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e55a047a445b8" /><Relationship Type="http://schemas.openxmlformats.org/officeDocument/2006/relationships/notesSlide" Target="/ppt/notesSlides/notesSlide40.xml" Id="R8defcefefbf040f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8c81a75fa48e9" /><Relationship Type="http://schemas.openxmlformats.org/officeDocument/2006/relationships/chart" Target="/ppt/slides/charts/chart6.xml" Id="R2776647352e24356" /><Relationship Type="http://schemas.openxmlformats.org/officeDocument/2006/relationships/notesSlide" Target="/ppt/notesSlides/notesSlide41.xml" Id="R7806c7c5f7e14d1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57b491d7646bf" /><Relationship Type="http://schemas.openxmlformats.org/officeDocument/2006/relationships/chart" Target="/ppt/slides/charts/chart7.xml" Id="R2d2b796c49614f70" /><Relationship Type="http://schemas.openxmlformats.org/officeDocument/2006/relationships/notesSlide" Target="/ppt/notesSlides/notesSlide42.xml" Id="R546b69f4b37046a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7f107ef0e4893" /><Relationship Type="http://schemas.openxmlformats.org/officeDocument/2006/relationships/chart" Target="/ppt/slides/charts/chart8.xml" Id="Rb77fdd2f74834445" /><Relationship Type="http://schemas.openxmlformats.org/officeDocument/2006/relationships/notesSlide" Target="/ppt/notesSlides/notesSlide43.xml" Id="Rbd052b1ca84d447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1e4adc82a46d2" /><Relationship Type="http://schemas.openxmlformats.org/officeDocument/2006/relationships/chart" Target="/ppt/slides/charts/chart9.xml" Id="R22f32f9e16084733" /><Relationship Type="http://schemas.openxmlformats.org/officeDocument/2006/relationships/notesSlide" Target="/ppt/notesSlides/notesSlide44.xml" Id="Rdd943e8ddf7149a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fefe620dd4e81" /><Relationship Type="http://schemas.openxmlformats.org/officeDocument/2006/relationships/chart" Target="/ppt/slides/charts/chart10.xml" Id="Re72658fa6c834602" /><Relationship Type="http://schemas.openxmlformats.org/officeDocument/2006/relationships/notesSlide" Target="/ppt/notesSlides/notesSlide45.xml" Id="Rc227ab169d6b435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a214dbfb6417d" /><Relationship Type="http://schemas.openxmlformats.org/officeDocument/2006/relationships/chart" Target="/ppt/slides/charts/chart11.xml" Id="R59addff9cde946cd" /><Relationship Type="http://schemas.openxmlformats.org/officeDocument/2006/relationships/notesSlide" Target="/ppt/notesSlides/notesSlide46.xml" Id="R3e5d49810d6e4e2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783e3b98f4f0d" /><Relationship Type="http://schemas.openxmlformats.org/officeDocument/2006/relationships/chart" Target="/ppt/slides/charts/chart12.xml" Id="Ra6e4e21a72b642e8" /><Relationship Type="http://schemas.openxmlformats.org/officeDocument/2006/relationships/notesSlide" Target="/ppt/notesSlides/notesSlide47.xml" Id="Ra5770ed6b0524c4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19234065142d8" /><Relationship Type="http://schemas.openxmlformats.org/officeDocument/2006/relationships/chart" Target="/ppt/slides/charts/chart13.xml" Id="Rfb5ea1e3db76423c" /><Relationship Type="http://schemas.openxmlformats.org/officeDocument/2006/relationships/notesSlide" Target="/ppt/notesSlides/notesSlide48.xml" Id="R58da6da97e0144b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fc7e4b24545e5" /><Relationship Type="http://schemas.openxmlformats.org/officeDocument/2006/relationships/chart" Target="/ppt/slides/charts/chart14.xml" Id="R1fc5da0faf5d44e1" /><Relationship Type="http://schemas.openxmlformats.org/officeDocument/2006/relationships/notesSlide" Target="/ppt/notesSlides/notesSlide49.xml" Id="R005c8c14bc3147e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5b076768847dd" /><Relationship Type="http://schemas.openxmlformats.org/officeDocument/2006/relationships/chart" Target="/ppt/slides/charts/chart15.xml" Id="Rdf02ca0038394c11" /><Relationship Type="http://schemas.openxmlformats.org/officeDocument/2006/relationships/notesSlide" Target="/ppt/notesSlides/notesSlide50.xml" Id="Re8ee3292d3a8416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f0cda93be40af" /><Relationship Type="http://schemas.openxmlformats.org/officeDocument/2006/relationships/chart" Target="/ppt/slides/charts/chart16.xml" Id="R4698ba20405949cf" /><Relationship Type="http://schemas.openxmlformats.org/officeDocument/2006/relationships/notesSlide" Target="/ppt/notesSlides/notesSlide51.xml" Id="R73b09a566bc142d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c0dacdf8b4c49" /><Relationship Type="http://schemas.openxmlformats.org/officeDocument/2006/relationships/notesSlide" Target="/ppt/notesSlides/notesSlide52.xml" Id="Re6d294c0f0244bc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1ba00cbf940c7" /><Relationship Type="http://schemas.openxmlformats.org/officeDocument/2006/relationships/image" Target="/ppt/media/image41.png" Id="R2aab373456574ba0" /><Relationship Type="http://schemas.openxmlformats.org/officeDocument/2006/relationships/notesSlide" Target="/ppt/notesSlides/notesSlide53.xml" Id="R12b7a9fcea09492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2.1271047983648077</c:v>
              </c:pt>
              <c:pt idx="2">
                <c:v>2.2664668954402414</c:v>
              </c:pt>
              <c:pt idx="3">
                <c:v>2.4026052419199146</c:v>
              </c:pt>
              <c:pt idx="4">
                <c:v>2.5471591213274176</c:v>
              </c:pt>
              <c:pt idx="5">
                <c:v>2.6893088591236203</c:v>
              </c:pt>
              <c:pt idx="6">
                <c:v>2.853393977450666</c:v>
              </c:pt>
              <c:pt idx="7">
                <c:v>3.00774777800074</c:v>
              </c:pt>
              <c:pt idx="8">
                <c:v>3.1604685311190375</c:v>
              </c:pt>
              <c:pt idx="9">
                <c:v>3.313972618860607</c:v>
              </c:pt>
              <c:pt idx="10">
                <c:v>3.463430091902802</c:v>
              </c:pt>
              <c:pt idx="11">
                <c:v>3.6252198190376075</c:v>
              </c:pt>
              <c:pt idx="12">
                <c:v>3.783917865040467</c:v>
              </c:pt>
              <c:pt idx="13">
                <c:v>3.94527158150771</c:v>
              </c:pt>
              <c:pt idx="14">
                <c:v>4.106625993991235</c:v>
              </c:pt>
              <c:pt idx="15">
                <c:v>4.225172250540992</c:v>
              </c:pt>
              <c:pt idx="16">
                <c:v>3.4965975763237087</c:v>
              </c:pt>
              <c:pt idx="17">
                <c:v>2.9095025414054154</c:v>
              </c:pt>
              <c:pt idx="18">
                <c:v>2.8112397727532894</c:v>
              </c:pt>
              <c:pt idx="19">
                <c:v>2.8518085142282374</c:v>
              </c:pt>
              <c:pt idx="20">
                <c:v>2.971229447276241</c:v>
              </c:pt>
              <c:pt idx="21">
                <c:v>3.118859695409587</c:v>
              </c:pt>
              <c:pt idx="22">
                <c:v>3.2631387712181423</c:v>
              </c:pt>
              <c:pt idx="23">
                <c:v>3.419526195575769</c:v>
              </c:pt>
              <c:pt idx="24">
                <c:v>3.570367785823503</c:v>
              </c:pt>
              <c:pt idx="25">
                <c:v>3.722428241979694</c:v>
              </c:pt>
              <c:pt idx="26">
                <c:v>3.881647094493409</c:v>
              </c:pt>
              <c:pt idx="27">
                <c:v>4.0500586541298595</c:v>
              </c:pt>
              <c:pt idx="28">
                <c:v>4.2175839520335225</c:v>
              </c:pt>
              <c:pt idx="29">
                <c:v>4.38660061601695</c:v>
              </c:pt>
              <c:pt idx="30">
                <c:v>4.562047686596289</c:v>
              </c:pt>
            </c:numLit>
          </c:val>
          <c:smooth val="0"/>
        </c:ser>
        <c:ser>
          <c:idx val="1"/>
          <c:order val="1"/>
          <c:tx>
            <c:v>總量中位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2.6133131614554594</c:v>
              </c:pt>
              <c:pt idx="5">
                <c:v>2.7611758131557314</c:v>
              </c:pt>
              <c:pt idx="6">
                <c:v>2.9229848157088827</c:v>
              </c:pt>
              <c:pt idx="7">
                <c:v>3.0764583877121514</c:v>
              </c:pt>
              <c:pt idx="8">
                <c:v>3.226084115975824</c:v>
              </c:pt>
              <c:pt idx="9">
                <c:v>3.3930484664167784</c:v>
              </c:pt>
              <c:pt idx="10">
                <c:v>3.550289516984764</c:v>
              </c:pt>
              <c:pt idx="11">
                <c:v>3.704193429194155</c:v>
              </c:pt>
              <c:pt idx="12">
                <c:v>3.868879446237088</c:v>
              </c:pt>
              <c:pt idx="13">
                <c:v>4.0349491466763725</c:v>
              </c:pt>
              <c:pt idx="14">
                <c:v>4.198368377590366</c:v>
              </c:pt>
              <c:pt idx="15">
                <c:v>4.3466560922695425</c:v>
              </c:pt>
              <c:pt idx="16">
                <c:v>3.5923433345820435</c:v>
              </c:pt>
              <c:pt idx="17">
                <c:v>3.057856208741888</c:v>
              </c:pt>
              <c:pt idx="18">
                <c:v>2.976808337338066</c:v>
              </c:pt>
              <c:pt idx="19">
                <c:v>3.0136796972911926</c:v>
              </c:pt>
              <c:pt idx="20">
                <c:v>3.1484484035233837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2.2043913319193</c:v>
              </c:pt>
              <c:pt idx="2">
                <c:v>2.3443922736851106</c:v>
              </c:pt>
              <c:pt idx="3">
                <c:v>2.5110808455391185</c:v>
              </c:pt>
              <c:pt idx="4">
                <c:v>2.67015304519218</c:v>
              </c:pt>
              <c:pt idx="5">
                <c:v>2.8260099777911005</c:v>
              </c:pt>
              <c:pt idx="6">
                <c:v>2.988648125235751</c:v>
              </c:pt>
              <c:pt idx="7">
                <c:v>3.1497424147134043</c:v>
              </c:pt>
              <c:pt idx="8">
                <c:v>3.30033456800233</c:v>
              </c:pt>
              <c:pt idx="9">
                <c:v>3.460942922888959</c:v>
              </c:pt>
              <c:pt idx="10">
                <c:v>3.621892588317354</c:v>
              </c:pt>
              <c:pt idx="11">
                <c:v>3.7810369386211318</c:v>
              </c:pt>
              <c:pt idx="12">
                <c:v>3.9408898574862166</c:v>
              </c:pt>
              <c:pt idx="13">
                <c:v>4.099760035863399</c:v>
              </c:pt>
              <c:pt idx="14">
                <c:v>4.265070301288256</c:v>
              </c:pt>
              <c:pt idx="15">
                <c:v>4.429123793669563</c:v>
              </c:pt>
              <c:pt idx="16">
                <c:v>4.389655055024599</c:v>
              </c:pt>
              <c:pt idx="17">
                <c:v>3.5904963118145647</c:v>
              </c:pt>
              <c:pt idx="18">
                <c:v>3.208602574462532</c:v>
              </c:pt>
              <c:pt idx="19">
                <c:v>3.338017993470887</c:v>
              </c:pt>
              <c:pt idx="20">
                <c:v>3.4946554141568607</c:v>
              </c:pt>
              <c:pt idx="21">
                <c:v>3.6561844771146426</c:v>
              </c:pt>
              <c:pt idx="22">
                <c:v>3.8176512945182424</c:v>
              </c:pt>
              <c:pt idx="23">
                <c:v>3.995626420883029</c:v>
              </c:pt>
              <c:pt idx="24">
                <c:v>4.161362011924947</c:v>
              </c:pt>
              <c:pt idx="25">
                <c:v>4.312359332565591</c:v>
              </c:pt>
              <c:pt idx="26">
                <c:v>4.489757448726724</c:v>
              </c:pt>
              <c:pt idx="27">
                <c:v>4.686465556196019</c:v>
              </c:pt>
              <c:pt idx="28">
                <c:v>4.883206465052513</c:v>
              </c:pt>
              <c:pt idx="29">
                <c:v>5.08168316194663</c:v>
              </c:pt>
              <c:pt idx="30">
                <c:v>5.282400264729029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log₁₀(細胞數+1)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總量 P10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2.1271047983648077</c:v>
              </c:pt>
              <c:pt idx="2">
                <c:v>2.2664668954402414</c:v>
              </c:pt>
              <c:pt idx="3">
                <c:v>2.4026052419199146</c:v>
              </c:pt>
              <c:pt idx="4">
                <c:v>2.5471591213274176</c:v>
              </c:pt>
              <c:pt idx="5">
                <c:v>2.6893088591236203</c:v>
              </c:pt>
              <c:pt idx="6">
                <c:v>2.853393977450666</c:v>
              </c:pt>
              <c:pt idx="7">
                <c:v>3.00774777800074</c:v>
              </c:pt>
              <c:pt idx="8">
                <c:v>3.1604685311190375</c:v>
              </c:pt>
              <c:pt idx="9">
                <c:v>3.313972618860607</c:v>
              </c:pt>
              <c:pt idx="10">
                <c:v>3.463430091902802</c:v>
              </c:pt>
              <c:pt idx="11">
                <c:v>3.6252198190376075</c:v>
              </c:pt>
              <c:pt idx="12">
                <c:v>3.783917865040467</c:v>
              </c:pt>
              <c:pt idx="13">
                <c:v>3.94527158150771</c:v>
              </c:pt>
              <c:pt idx="14">
                <c:v>4.106625993991235</c:v>
              </c:pt>
              <c:pt idx="15">
                <c:v>4.225172250540992</c:v>
              </c:pt>
              <c:pt idx="16">
                <c:v>3.4965975763237087</c:v>
              </c:pt>
              <c:pt idx="17">
                <c:v>2.9095025414054154</c:v>
              </c:pt>
              <c:pt idx="18">
                <c:v>2.8112397727532894</c:v>
              </c:pt>
              <c:pt idx="19">
                <c:v>2.8518085142282374</c:v>
              </c:pt>
              <c:pt idx="20">
                <c:v>2.971229447276241</c:v>
              </c:pt>
              <c:pt idx="21">
                <c:v>3.118859695409587</c:v>
              </c:pt>
              <c:pt idx="22">
                <c:v>3.2631387712181423</c:v>
              </c:pt>
              <c:pt idx="23">
                <c:v>3.419526195575769</c:v>
              </c:pt>
              <c:pt idx="24">
                <c:v>3.570367785823503</c:v>
              </c:pt>
              <c:pt idx="25">
                <c:v>3.722428241979694</c:v>
              </c:pt>
              <c:pt idx="26">
                <c:v>3.881647094493409</c:v>
              </c:pt>
              <c:pt idx="27">
                <c:v>4.0500586541298595</c:v>
              </c:pt>
              <c:pt idx="28">
                <c:v>4.2175839520335225</c:v>
              </c:pt>
              <c:pt idx="29">
                <c:v>4.38660061601695</c:v>
              </c:pt>
              <c:pt idx="30">
                <c:v>4.562047686596289</c:v>
              </c:pt>
            </c:numLit>
          </c:val>
          <c:smooth val="0"/>
        </c:ser>
        <c:ser>
          <c:idx val="1"/>
          <c:order val="1"/>
          <c:tx>
            <c:v>總量 中位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28575">
              <a:solidFill>
                <a:srgbClr val="173042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2.6133131614554594</c:v>
              </c:pt>
              <c:pt idx="5">
                <c:v>2.7611758131557314</c:v>
              </c:pt>
              <c:pt idx="6">
                <c:v>2.9229848157088827</c:v>
              </c:pt>
              <c:pt idx="7">
                <c:v>3.0764583877121514</c:v>
              </c:pt>
              <c:pt idx="8">
                <c:v>3.226084115975824</c:v>
              </c:pt>
              <c:pt idx="9">
                <c:v>3.3930484664167784</c:v>
              </c:pt>
              <c:pt idx="10">
                <c:v>3.550289516984764</c:v>
              </c:pt>
              <c:pt idx="11">
                <c:v>3.704193429194155</c:v>
              </c:pt>
              <c:pt idx="12">
                <c:v>3.868879446237088</c:v>
              </c:pt>
              <c:pt idx="13">
                <c:v>4.0349491466763725</c:v>
              </c:pt>
              <c:pt idx="14">
                <c:v>4.198368377590366</c:v>
              </c:pt>
              <c:pt idx="15">
                <c:v>4.3466560922695425</c:v>
              </c:pt>
              <c:pt idx="16">
                <c:v>3.5923433345820435</c:v>
              </c:pt>
              <c:pt idx="17">
                <c:v>3.057856208741888</c:v>
              </c:pt>
              <c:pt idx="18">
                <c:v>2.976808337338066</c:v>
              </c:pt>
              <c:pt idx="19">
                <c:v>3.0136796972911926</c:v>
              </c:pt>
              <c:pt idx="20">
                <c:v>3.1484484035233837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ser>
          <c:idx val="2"/>
          <c:order val="2"/>
          <c:tx>
            <c:v>總量 P90</c:v>
          </c:tx>
          <c:spPr>
            <a:solidFill xmlns:a="http://schemas.openxmlformats.org/drawingml/2006/main">
              <a:srgbClr val="A5B4BD"/>
            </a:solidFill>
            <a:ln xmlns:a="http://schemas.openxmlformats.org/drawingml/2006/main" w="12383">
              <a:solidFill>
                <a:srgbClr val="A5B4B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2.2043913319193</c:v>
              </c:pt>
              <c:pt idx="2">
                <c:v>2.3443922736851106</c:v>
              </c:pt>
              <c:pt idx="3">
                <c:v>2.5110808455391185</c:v>
              </c:pt>
              <c:pt idx="4">
                <c:v>2.67015304519218</c:v>
              </c:pt>
              <c:pt idx="5">
                <c:v>2.8260099777911005</c:v>
              </c:pt>
              <c:pt idx="6">
                <c:v>2.988648125235751</c:v>
              </c:pt>
              <c:pt idx="7">
                <c:v>3.1497424147134043</c:v>
              </c:pt>
              <c:pt idx="8">
                <c:v>3.30033456800233</c:v>
              </c:pt>
              <c:pt idx="9">
                <c:v>3.460942922888959</c:v>
              </c:pt>
              <c:pt idx="10">
                <c:v>3.621892588317354</c:v>
              </c:pt>
              <c:pt idx="11">
                <c:v>3.7810369386211318</c:v>
              </c:pt>
              <c:pt idx="12">
                <c:v>3.9408898574862166</c:v>
              </c:pt>
              <c:pt idx="13">
                <c:v>4.099760035863399</c:v>
              </c:pt>
              <c:pt idx="14">
                <c:v>4.265070301288256</c:v>
              </c:pt>
              <c:pt idx="15">
                <c:v>4.429123793669563</c:v>
              </c:pt>
              <c:pt idx="16">
                <c:v>4.389655055024599</c:v>
              </c:pt>
              <c:pt idx="17">
                <c:v>3.5904963118145647</c:v>
              </c:pt>
              <c:pt idx="18">
                <c:v>3.208602574462532</c:v>
              </c:pt>
              <c:pt idx="19">
                <c:v>3.338017993470887</c:v>
              </c:pt>
              <c:pt idx="20">
                <c:v>3.4946554141568607</c:v>
              </c:pt>
              <c:pt idx="21">
                <c:v>3.6561844771146426</c:v>
              </c:pt>
              <c:pt idx="22">
                <c:v>3.8176512945182424</c:v>
              </c:pt>
              <c:pt idx="23">
                <c:v>3.995626420883029</c:v>
              </c:pt>
              <c:pt idx="24">
                <c:v>4.161362011924947</c:v>
              </c:pt>
              <c:pt idx="25">
                <c:v>4.312359332565591</c:v>
              </c:pt>
              <c:pt idx="26">
                <c:v>4.489757448726724</c:v>
              </c:pt>
              <c:pt idx="27">
                <c:v>4.686465556196019</c:v>
              </c:pt>
              <c:pt idx="28">
                <c:v>4.883206465052513</c:v>
              </c:pt>
              <c:pt idx="29">
                <c:v>5.08168316194663</c:v>
              </c:pt>
              <c:pt idx="30">
                <c:v>5.282400264729029</c:v>
              </c:pt>
            </c:numLit>
          </c:val>
          <c:smooth val="0"/>
        </c:ser>
        <c:ser>
          <c:idx val="3"/>
          <c:order val="3"/>
          <c:tx>
            <c:v>敏感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2.0043213737826426</c:v>
              </c:pt>
              <c:pt idx="1">
                <c:v>2.155336037465062</c:v>
              </c:pt>
              <c:pt idx="2">
                <c:v>2.3064250275506875</c:v>
              </c:pt>
              <c:pt idx="3">
                <c:v>2.4690852991231202</c:v>
              </c:pt>
              <c:pt idx="4">
                <c:v>2.6127838567197355</c:v>
              </c:pt>
              <c:pt idx="5">
                <c:v>2.7607993116307177</c:v>
              </c:pt>
              <c:pt idx="6">
                <c:v>2.9229848157088827</c:v>
              </c:pt>
              <c:pt idx="7">
                <c:v>3.076276255404218</c:v>
              </c:pt>
              <c:pt idx="8">
                <c:v>3.225180008177683</c:v>
              </c:pt>
              <c:pt idx="9">
                <c:v>3.3896975482063856</c:v>
              </c:pt>
              <c:pt idx="10">
                <c:v>3.546480969539267</c:v>
              </c:pt>
              <c:pt idx="11">
                <c:v>3.7007037171450192</c:v>
              </c:pt>
              <c:pt idx="12">
                <c:v>3.8643627311058295</c:v>
              </c:pt>
              <c:pt idx="13">
                <c:v>4.030478280622408</c:v>
              </c:pt>
              <c:pt idx="14">
                <c:v>4.1932081084944945</c:v>
              </c:pt>
              <c:pt idx="15">
                <c:v>4.341038631677523</c:v>
              </c:pt>
              <c:pt idx="16">
                <c:v>3.5518767631329724</c:v>
              </c:pt>
              <c:pt idx="17">
                <c:v>2.7209857441537393</c:v>
              </c:pt>
              <c:pt idx="18">
                <c:v>1.8779469516291882</c:v>
              </c:pt>
              <c:pt idx="19">
                <c:v>1.041392685158225</c:v>
              </c:pt>
              <c:pt idx="20">
                <c:v>0.47712125471966244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</c:numLit>
          </c:val>
          <c:smooth val="0"/>
        </c:ser>
        <c:ser>
          <c:idx val="4"/>
          <c:order val="4"/>
          <c:tx>
            <c:v>抗藥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0.3010299956639812</c:v>
              </c:pt>
              <c:pt idx="5">
                <c:v>0.3010299956639812</c:v>
              </c:pt>
              <c:pt idx="6">
                <c:v>0.3979400086720376</c:v>
              </c:pt>
              <c:pt idx="7">
                <c:v>0.6020599913279624</c:v>
              </c:pt>
              <c:pt idx="8">
                <c:v>0.8750612633917001</c:v>
              </c:pt>
              <c:pt idx="9">
                <c:v>1.146128035678238</c:v>
              </c:pt>
              <c:pt idx="10">
                <c:v>1.3324384599156054</c:v>
              </c:pt>
              <c:pt idx="11">
                <c:v>1.5185139398778875</c:v>
              </c:pt>
              <c:pt idx="12">
                <c:v>1.7323937598229686</c:v>
              </c:pt>
              <c:pt idx="13">
                <c:v>1.9637878273455551</c:v>
              </c:pt>
              <c:pt idx="14">
                <c:v>2.156851901070011</c:v>
              </c:pt>
              <c:pt idx="15">
                <c:v>2.368286884902131</c:v>
              </c:pt>
              <c:pt idx="16">
                <c:v>2.5446880223026773</c:v>
              </c:pt>
              <c:pt idx="17">
                <c:v>2.6919651027673606</c:v>
              </c:pt>
              <c:pt idx="18">
                <c:v>2.8394780473741985</c:v>
              </c:pt>
              <c:pt idx="19">
                <c:v>2.9925535178321354</c:v>
              </c:pt>
              <c:pt idx="20">
                <c:v>3.145662470707546</c:v>
              </c:pt>
              <c:pt idx="21">
                <c:v>3.311541958401195</c:v>
              </c:pt>
              <c:pt idx="22">
                <c:v>3.485011214578573</c:v>
              </c:pt>
              <c:pt idx="23">
                <c:v>3.6497241859295224</c:v>
              </c:pt>
              <c:pt idx="24">
                <c:v>3.8159760009719856</c:v>
              </c:pt>
              <c:pt idx="25">
                <c:v>3.982384315837214</c:v>
              </c:pt>
              <c:pt idx="26">
                <c:v>4.161547673125727</c:v>
              </c:pt>
              <c:pt idx="27">
                <c:v>4.343211590179747</c:v>
              </c:pt>
              <c:pt idx="28">
                <c:v>4.524649224492139</c:v>
              </c:pt>
              <c:pt idx="29">
                <c:v>4.712009571558551</c:v>
              </c:pt>
              <c:pt idx="30">
                <c:v>4.899888868343318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log₁₀(細胞數+1)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0.19744267482129593</c:v>
              </c:pt>
              <c:pt idx="9">
                <c:v>0.18054980762297582</c:v>
              </c:pt>
              <c:pt idx="10">
                <c:v>0.33525710930291086</c:v>
              </c:pt>
              <c:pt idx="11">
                <c:v>0.4160723885843469</c:v>
              </c:pt>
              <c:pt idx="12">
                <c:v>0.5654083607617898</c:v>
              </c:pt>
              <c:pt idx="13">
                <c:v>0.5949509741839755</c:v>
              </c:pt>
              <c:pt idx="14">
                <c:v>0.6778366717541702</c:v>
              </c:pt>
              <c:pt idx="15">
                <c:v>0.7713988539458436</c:v>
              </c:pt>
              <c:pt idx="16">
                <c:v>1.2715392721152023</c:v>
              </c:pt>
              <c:pt idx="17">
                <c:v>11.072552877520904</c:v>
              </c:pt>
              <c:pt idx="18">
                <c:v>53.83176966775693</c:v>
              </c:pt>
              <c:pt idx="19">
                <c:v>91.65322742730349</c:v>
              </c:pt>
              <c:pt idx="20">
                <c:v>99.13285001412297</c:v>
              </c:pt>
              <c:pt idx="21">
                <c:v>99.8474473185217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ser>
          <c:idx val="1"/>
          <c:order val="1"/>
          <c:tx>
            <c:v>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0.21139069792202722</c:v>
              </c:pt>
              <c:pt idx="5">
                <c:v>0.1814935834936362</c:v>
              </c:pt>
              <c:pt idx="6">
                <c:v>0.1722613226921587</c:v>
              </c:pt>
              <c:pt idx="7">
                <c:v>0.27076826372853313</c:v>
              </c:pt>
              <c:pt idx="8">
                <c:v>0.3801961055906622</c:v>
              </c:pt>
              <c:pt idx="9">
                <c:v>0.5722157057102331</c:v>
              </c:pt>
              <c:pt idx="10">
                <c:v>0.6521585572968972</c:v>
              </c:pt>
              <c:pt idx="11">
                <c:v>0.7198031578880025</c:v>
              </c:pt>
              <c:pt idx="12">
                <c:v>0.7878172383869663</c:v>
              </c:pt>
              <c:pt idx="13">
                <c:v>0.9377077802833242</c:v>
              </c:pt>
              <c:pt idx="14">
                <c:v>0.9639218397945047</c:v>
              </c:pt>
              <c:pt idx="15">
                <c:v>1.15852021288647</c:v>
              </c:pt>
              <c:pt idx="16">
                <c:v>9.18287808790291</c:v>
              </c:pt>
              <c:pt idx="17">
                <c:v>50.208329489615814</c:v>
              </c:pt>
              <c:pt idx="18">
                <c:v>90.51630973348739</c:v>
              </c:pt>
              <c:pt idx="19">
                <c:v>99.24015659748152</c:v>
              </c:pt>
              <c:pt idx="20">
                <c:v>99.92933589718953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0</c:v>
              </c:pt>
              <c:pt idx="1">
                <c:v>0.6116735695658844</c:v>
              </c:pt>
              <c:pt idx="2">
                <c:v>0.5747413663851273</c:v>
              </c:pt>
              <c:pt idx="3">
                <c:v>0.9224622669428826</c:v>
              </c:pt>
              <c:pt idx="4">
                <c:v>0.727602456482614</c:v>
              </c:pt>
              <c:pt idx="5">
                <c:v>1.1371711285995987</c:v>
              </c:pt>
              <c:pt idx="6">
                <c:v>1.1825152515811272</c:v>
              </c:pt>
              <c:pt idx="7">
                <c:v>1.3424726644740033</c:v>
              </c:pt>
              <c:pt idx="8">
                <c:v>1.2224647003139957</c:v>
              </c:pt>
              <c:pt idx="9">
                <c:v>1.5262415939183827</c:v>
              </c:pt>
              <c:pt idx="10">
                <c:v>1.4378059605733826</c:v>
              </c:pt>
              <c:pt idx="11">
                <c:v>1.4964971310911326</c:v>
              </c:pt>
              <c:pt idx="12">
                <c:v>1.622528496107583</c:v>
              </c:pt>
              <c:pt idx="13">
                <c:v>1.832253376364307</c:v>
              </c:pt>
              <c:pt idx="14">
                <c:v>1.9197058830294254</c:v>
              </c:pt>
              <c:pt idx="15">
                <c:v>2.244312716976146</c:v>
              </c:pt>
              <c:pt idx="16">
                <c:v>17.913746829784422</c:v>
              </c:pt>
              <c:pt idx="17">
                <c:v>66.03895955074833</c:v>
              </c:pt>
              <c:pt idx="18">
                <c:v>95.37497705460893</c:v>
              </c:pt>
              <c:pt idx="19">
                <c:v>99.67818821904426</c:v>
              </c:pt>
              <c:pt idx="20">
                <c:v>100</c:v>
              </c:pt>
              <c:pt idx="21">
                <c:v>100</c:v>
              </c:pt>
              <c:pt idx="22">
                <c:v>100</c:v>
              </c:pt>
              <c:pt idx="23">
                <c:v>100</c:v>
              </c:pt>
              <c:pt idx="24">
                <c:v>100</c:v>
              </c:pt>
              <c:pt idx="25">
                <c:v>100</c:v>
              </c:pt>
              <c:pt idx="26">
                <c:v>100</c:v>
              </c:pt>
              <c:pt idx="27">
                <c:v>100</c:v>
              </c:pt>
              <c:pt idx="28">
                <c:v>100</c:v>
              </c:pt>
              <c:pt idx="29">
                <c:v>100</c:v>
              </c:pt>
              <c:pt idx="30">
                <c:v>100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抗藥細胞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P10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12383">
              <a:solidFill>
                <a:srgbClr val="6C5B9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1.0376294797355234</c:v>
              </c:pt>
              <c:pt idx="2">
                <c:v>1.1268153414209645</c:v>
              </c:pt>
              <c:pt idx="3">
                <c:v>1.2466467722484689</c:v>
              </c:pt>
              <c:pt idx="4">
                <c:v>1.3215285169591242</c:v>
              </c:pt>
              <c:pt idx="5">
                <c:v>1.5052819351508486</c:v>
              </c:pt>
              <c:pt idx="6">
                <c:v>1.662942696544194</c:v>
              </c:pt>
              <c:pt idx="7">
                <c:v>1.8860535490458707</c:v>
              </c:pt>
              <c:pt idx="8">
                <c:v>2.136161225348883</c:v>
              </c:pt>
              <c:pt idx="9">
                <c:v>2.4265230899679797</c:v>
              </c:pt>
              <c:pt idx="10">
                <c:v>2.693037685628764</c:v>
              </c:pt>
              <c:pt idx="11">
                <c:v>2.941313496609524</c:v>
              </c:pt>
              <c:pt idx="12">
                <c:v>3.343069906392109</c:v>
              </c:pt>
              <c:pt idx="13">
                <c:v>3.8042204127220836</c:v>
              </c:pt>
              <c:pt idx="14">
                <c:v>4.280653902451069</c:v>
              </c:pt>
              <c:pt idx="15">
                <c:v>4.975110517319269</c:v>
              </c:pt>
              <c:pt idx="16">
                <c:v>6.600401294276712</c:v>
              </c:pt>
              <c:pt idx="17">
                <c:v>7.338357895304835</c:v>
              </c:pt>
              <c:pt idx="18">
                <c:v>4.453171873312803</c:v>
              </c:pt>
              <c:pt idx="19">
                <c:v>3.847482387922712</c:v>
              </c:pt>
              <c:pt idx="20">
                <c:v>4.005475507436986</c:v>
              </c:pt>
              <c:pt idx="21">
                <c:v>4.638045592555594</c:v>
              </c:pt>
              <c:pt idx="22">
                <c:v>5.200657168536479</c:v>
              </c:pt>
              <c:pt idx="23">
                <c:v>5.548732149466799</c:v>
              </c:pt>
              <c:pt idx="24">
                <c:v>5.946660841641011</c:v>
              </c:pt>
              <c:pt idx="25">
                <c:v>6.329088204818775</c:v>
              </c:pt>
              <c:pt idx="26">
                <c:v>6.97495724503456</c:v>
              </c:pt>
              <c:pt idx="27">
                <c:v>7.980014472387137</c:v>
              </c:pt>
              <c:pt idx="28">
                <c:v>8.89776242563396</c:v>
              </c:pt>
              <c:pt idx="29">
                <c:v>9.94425899380532</c:v>
              </c:pt>
              <c:pt idx="30">
                <c:v>11.112402461805624</c:v>
              </c:pt>
            </c:numLit>
          </c:val>
          <c:smooth val="0"/>
        </c:ser>
        <c:ser>
          <c:idx val="1"/>
          <c:order val="1"/>
          <c:tx>
            <c:v>中位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28575">
              <a:solidFill>
                <a:srgbClr val="6C5B9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1.1245826434208193</c:v>
              </c:pt>
              <c:pt idx="2">
                <c:v>1.2793481052632922</c:v>
              </c:pt>
              <c:pt idx="3">
                <c:v>1.4159224760237767</c:v>
              </c:pt>
              <c:pt idx="4">
                <c:v>1.6598272319534797</c:v>
              </c:pt>
              <c:pt idx="5">
                <c:v>1.8242443343836119</c:v>
              </c:pt>
              <c:pt idx="6">
                <c:v>2.036337923181051</c:v>
              </c:pt>
              <c:pt idx="7">
                <c:v>2.335391032753164</c:v>
              </c:pt>
              <c:pt idx="8">
                <c:v>2.6206532644191625</c:v>
              </c:pt>
              <c:pt idx="9">
                <c:v>2.8770070552427467</c:v>
              </c:pt>
              <c:pt idx="10">
                <c:v>3.22476938118167</c:v>
              </c:pt>
              <c:pt idx="11">
                <c:v>3.6958751787161983</c:v>
              </c:pt>
              <c:pt idx="12">
                <c:v>4.261324166221646</c:v>
              </c:pt>
              <c:pt idx="13">
                <c:v>4.94454662955361</c:v>
              </c:pt>
              <c:pt idx="14">
                <c:v>5.726261213736414</c:v>
              </c:pt>
              <c:pt idx="15">
                <c:v>6.519335921669012</c:v>
              </c:pt>
              <c:pt idx="16">
                <c:v>8.860869278615645</c:v>
              </c:pt>
              <c:pt idx="17">
                <c:v>10.540905402195804</c:v>
              </c:pt>
              <c:pt idx="18">
                <c:v>7.53850789001267</c:v>
              </c:pt>
              <c:pt idx="19">
                <c:v>6.3197102820875175</c:v>
              </c:pt>
              <c:pt idx="20">
                <c:v>6.568236319395009</c:v>
              </c:pt>
              <c:pt idx="21">
                <c:v>7.079186111154868</c:v>
              </c:pt>
              <c:pt idx="22">
                <c:v>7.67955078034411</c:v>
              </c:pt>
              <c:pt idx="23">
                <c:v>8.695411804489941</c:v>
              </c:pt>
              <c:pt idx="24">
                <c:v>9.94811835569863</c:v>
              </c:pt>
              <c:pt idx="25">
                <c:v>11.419155451555168</c:v>
              </c:pt>
              <c:pt idx="26">
                <c:v>12.477569822430137</c:v>
              </c:pt>
              <c:pt idx="27">
                <c:v>13.968605513571347</c:v>
              </c:pt>
              <c:pt idx="28">
                <c:v>15.433491864354837</c:v>
              </c:pt>
              <c:pt idx="29">
                <c:v>17.40937055423389</c:v>
              </c:pt>
              <c:pt idx="30">
                <c:v>19.444327768641198</c:v>
              </c:pt>
            </c:numLit>
          </c:val>
          <c:smooth val="0"/>
        </c:ser>
        <c:ser>
          <c:idx val="2"/>
          <c:order val="2"/>
          <c:tx>
            <c:v>P90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12383">
              <a:solidFill>
                <a:srgbClr val="6C5B9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3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</c:numLit>
          </c:cat>
          <c:val>
            <c:numLit>
              <c:formatCode>#,##0</c:formatCode>
              <c:ptCount val="31"/>
              <c:pt idx="0">
                <c:v>1</c:v>
              </c:pt>
              <c:pt idx="1">
                <c:v>1.2572031553363767</c:v>
              </c:pt>
              <c:pt idx="2">
                <c:v>1.4616868382388017</c:v>
              </c:pt>
              <c:pt idx="3">
                <c:v>1.6050770966178192</c:v>
              </c:pt>
              <c:pt idx="4">
                <c:v>1.855600248472056</c:v>
              </c:pt>
              <c:pt idx="5">
                <c:v>2.0273900626876675</c:v>
              </c:pt>
              <c:pt idx="6">
                <c:v>2.4311455651263456</c:v>
              </c:pt>
              <c:pt idx="7">
                <c:v>2.7567142017305737</c:v>
              </c:pt>
              <c:pt idx="8">
                <c:v>3.1953148961254687</c:v>
              </c:pt>
              <c:pt idx="9">
                <c:v>3.683474036833992</c:v>
              </c:pt>
              <c:pt idx="10">
                <c:v>4.245516297990508</c:v>
              </c:pt>
              <c:pt idx="11">
                <c:v>4.886874635518003</c:v>
              </c:pt>
              <c:pt idx="12">
                <c:v>5.781989781002207</c:v>
              </c:pt>
              <c:pt idx="13">
                <c:v>6.764031139280565</c:v>
              </c:pt>
              <c:pt idx="14">
                <c:v>7.90819399219119</c:v>
              </c:pt>
              <c:pt idx="15">
                <c:v>9.62372071859246</c:v>
              </c:pt>
              <c:pt idx="16">
                <c:v>12.186416826879118</c:v>
              </c:pt>
              <c:pt idx="17">
                <c:v>14.684049253663957</c:v>
              </c:pt>
              <c:pt idx="18">
                <c:v>10.405442751308907</c:v>
              </c:pt>
              <c:pt idx="19">
                <c:v>9.566373535200237</c:v>
              </c:pt>
              <c:pt idx="20">
                <c:v>9.993637584322919</c:v>
              </c:pt>
              <c:pt idx="21">
                <c:v>11.141351182792576</c:v>
              </c:pt>
              <c:pt idx="22">
                <c:v>12.104761422191812</c:v>
              </c:pt>
              <c:pt idx="23">
                <c:v>13.341261778167697</c:v>
              </c:pt>
              <c:pt idx="24">
                <c:v>15.40202188915918</c:v>
              </c:pt>
              <c:pt idx="25">
                <c:v>17.416803499190912</c:v>
              </c:pt>
              <c:pt idx="26">
                <c:v>19.4118146502744</c:v>
              </c:pt>
              <c:pt idx="27">
                <c:v>21.664574321949132</c:v>
              </c:pt>
              <c:pt idx="28">
                <c:v>24.286992253902785</c:v>
              </c:pt>
              <c:pt idx="29">
                <c:v>26.778971768091345</c:v>
              </c:pt>
              <c:pt idx="30">
                <c:v>29.321464562881552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有效基因型數 exp(H)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有效負荷 n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</c:numLit>
          </c:cat>
          <c:val>
            <c:numLit>
              <c:formatCode>#,##0</c:formatCode>
              <c:ptCount val="41"/>
              <c:pt idx="0">
                <c:v>30</c:v>
              </c:pt>
              <c:pt idx="1">
                <c:v>30</c:v>
              </c:pt>
              <c:pt idx="2">
                <c:v>30</c:v>
              </c:pt>
              <c:pt idx="3">
                <c:v>30</c:v>
              </c:pt>
              <c:pt idx="4">
                <c:v>30</c:v>
              </c:pt>
              <c:pt idx="5">
                <c:v>30</c:v>
              </c:pt>
              <c:pt idx="6">
                <c:v>30</c:v>
              </c:pt>
              <c:pt idx="7">
                <c:v>30</c:v>
              </c:pt>
              <c:pt idx="8">
                <c:v>30</c:v>
              </c:pt>
              <c:pt idx="9">
                <c:v>30</c:v>
              </c:pt>
              <c:pt idx="10">
                <c:v>30</c:v>
              </c:pt>
              <c:pt idx="11">
                <c:v>30</c:v>
              </c:pt>
              <c:pt idx="12">
                <c:v>30</c:v>
              </c:pt>
              <c:pt idx="13">
                <c:v>30</c:v>
              </c:pt>
              <c:pt idx="14">
                <c:v>30</c:v>
              </c:pt>
              <c:pt idx="15">
                <c:v>30</c:v>
              </c:pt>
              <c:pt idx="16">
                <c:v>30</c:v>
              </c:pt>
              <c:pt idx="17">
                <c:v>30</c:v>
              </c:pt>
              <c:pt idx="18">
                <c:v>30</c:v>
              </c:pt>
              <c:pt idx="19">
                <c:v>30</c:v>
              </c:pt>
              <c:pt idx="20">
                <c:v>30</c:v>
              </c:pt>
              <c:pt idx="21">
                <c:v>30</c:v>
              </c:pt>
              <c:pt idx="22">
                <c:v>30</c:v>
              </c:pt>
              <c:pt idx="23">
                <c:v>30</c:v>
              </c:pt>
              <c:pt idx="24">
                <c:v>30</c:v>
              </c:pt>
              <c:pt idx="25">
                <c:v>30</c:v>
              </c:pt>
              <c:pt idx="26">
                <c:v>30</c:v>
              </c:pt>
              <c:pt idx="27">
                <c:v>30</c:v>
              </c:pt>
              <c:pt idx="28">
                <c:v>30</c:v>
              </c:pt>
              <c:pt idx="29">
                <c:v>30</c:v>
              </c:pt>
              <c:pt idx="30">
                <c:v>30</c:v>
              </c:pt>
              <c:pt idx="31">
                <c:v>30</c:v>
              </c:pt>
              <c:pt idx="32">
                <c:v>29</c:v>
              </c:pt>
              <c:pt idx="33">
                <c:v>29</c:v>
              </c:pt>
              <c:pt idx="34">
                <c:v>29</c:v>
              </c:pt>
              <c:pt idx="35">
                <c:v>25</c:v>
              </c:pt>
              <c:pt idx="36">
                <c:v>22</c:v>
              </c:pt>
              <c:pt idx="37">
                <c:v>14</c:v>
              </c:pt>
              <c:pt idx="38">
                <c:v>8</c:v>
              </c:pt>
              <c:pt idx="39">
                <c:v>2</c:v>
              </c:pt>
              <c:pt idx="40">
                <c:v>1</c:v>
              </c:pt>
            </c:numLit>
          </c:val>
          <c:smooth val="0"/>
        </c:ser>
        <c:ser>
          <c:idx val="1"/>
          <c:order val="1"/>
          <c:tx>
            <c:v>存活且觀察 n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</c:numLit>
          </c:cat>
          <c:val>
            <c:numLit>
              <c:formatCode>#,##0</c:formatCode>
              <c:ptCount val="41"/>
              <c:pt idx="0">
                <c:v>30</c:v>
              </c:pt>
              <c:pt idx="1">
                <c:v>30</c:v>
              </c:pt>
              <c:pt idx="2">
                <c:v>30</c:v>
              </c:pt>
              <c:pt idx="3">
                <c:v>30</c:v>
              </c:pt>
              <c:pt idx="4">
                <c:v>30</c:v>
              </c:pt>
              <c:pt idx="5">
                <c:v>30</c:v>
              </c:pt>
              <c:pt idx="6">
                <c:v>30</c:v>
              </c:pt>
              <c:pt idx="7">
                <c:v>30</c:v>
              </c:pt>
              <c:pt idx="8">
                <c:v>30</c:v>
              </c:pt>
              <c:pt idx="9">
                <c:v>30</c:v>
              </c:pt>
              <c:pt idx="10">
                <c:v>30</c:v>
              </c:pt>
              <c:pt idx="11">
                <c:v>30</c:v>
              </c:pt>
              <c:pt idx="12">
                <c:v>30</c:v>
              </c:pt>
              <c:pt idx="13">
                <c:v>30</c:v>
              </c:pt>
              <c:pt idx="14">
                <c:v>30</c:v>
              </c:pt>
              <c:pt idx="15">
                <c:v>30</c:v>
              </c:pt>
              <c:pt idx="16">
                <c:v>30</c:v>
              </c:pt>
              <c:pt idx="17">
                <c:v>30</c:v>
              </c:pt>
              <c:pt idx="18">
                <c:v>30</c:v>
              </c:pt>
              <c:pt idx="19">
                <c:v>30</c:v>
              </c:pt>
              <c:pt idx="20">
                <c:v>30</c:v>
              </c:pt>
              <c:pt idx="21">
                <c:v>30</c:v>
              </c:pt>
              <c:pt idx="22">
                <c:v>30</c:v>
              </c:pt>
              <c:pt idx="23">
                <c:v>30</c:v>
              </c:pt>
              <c:pt idx="24">
                <c:v>30</c:v>
              </c:pt>
              <c:pt idx="25">
                <c:v>30</c:v>
              </c:pt>
              <c:pt idx="26">
                <c:v>30</c:v>
              </c:pt>
              <c:pt idx="27">
                <c:v>30</c:v>
              </c:pt>
              <c:pt idx="28">
                <c:v>30</c:v>
              </c:pt>
              <c:pt idx="29">
                <c:v>30</c:v>
              </c:pt>
              <c:pt idx="30">
                <c:v>30</c:v>
              </c:pt>
              <c:pt idx="31">
                <c:v>30</c:v>
              </c:pt>
              <c:pt idx="32">
                <c:v>29</c:v>
              </c:pt>
              <c:pt idx="33">
                <c:v>29</c:v>
              </c:pt>
              <c:pt idx="34">
                <c:v>29</c:v>
              </c:pt>
              <c:pt idx="35">
                <c:v>25</c:v>
              </c:pt>
              <c:pt idx="36">
                <c:v>22</c:v>
              </c:pt>
              <c:pt idx="37">
                <c:v>14</c:v>
              </c:pt>
              <c:pt idx="38">
                <c:v>8</c:v>
              </c:pt>
              <c:pt idx="39">
                <c:v>2</c:v>
              </c:pt>
              <c:pt idx="40">
                <c:v>1</c:v>
              </c:pt>
            </c:numLit>
          </c:val>
          <c:smooth val="0"/>
        </c:ser>
        <c:ser>
          <c:idx val="2"/>
          <c:order val="2"/>
          <c:tx>
            <c:v>已啟動治療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12383">
              <a:solidFill>
                <a:srgbClr val="6C5B9C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</c:numLit>
          </c:cat>
          <c:val>
            <c:numLit>
              <c:formatCode>#,##0</c:formatCode>
              <c:ptCount val="4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2</c:v>
              </c:pt>
              <c:pt idx="15">
                <c:v>25</c:v>
              </c:pt>
              <c:pt idx="16">
                <c:v>30</c:v>
              </c:pt>
              <c:pt idx="17">
                <c:v>30</c:v>
              </c:pt>
              <c:pt idx="18">
                <c:v>30</c:v>
              </c:pt>
              <c:pt idx="19">
                <c:v>30</c:v>
              </c:pt>
              <c:pt idx="20">
                <c:v>30</c:v>
              </c:pt>
              <c:pt idx="21">
                <c:v>30</c:v>
              </c:pt>
              <c:pt idx="22">
                <c:v>30</c:v>
              </c:pt>
              <c:pt idx="23">
                <c:v>30</c:v>
              </c:pt>
              <c:pt idx="24">
                <c:v>30</c:v>
              </c:pt>
              <c:pt idx="25">
                <c:v>30</c:v>
              </c:pt>
              <c:pt idx="26">
                <c:v>30</c:v>
              </c:pt>
              <c:pt idx="27">
                <c:v>30</c:v>
              </c:pt>
              <c:pt idx="28">
                <c:v>30</c:v>
              </c:pt>
              <c:pt idx="29">
                <c:v>30</c:v>
              </c:pt>
              <c:pt idx="30">
                <c:v>30</c:v>
              </c:pt>
              <c:pt idx="31">
                <c:v>30</c:v>
              </c:pt>
              <c:pt idx="32">
                <c:v>30</c:v>
              </c:pt>
              <c:pt idx="33">
                <c:v>30</c:v>
              </c:pt>
              <c:pt idx="34">
                <c:v>30</c:v>
              </c:pt>
              <c:pt idx="35">
                <c:v>30</c:v>
              </c:pt>
              <c:pt idx="36">
                <c:v>30</c:v>
              </c:pt>
              <c:pt idx="37">
                <c:v>30</c:v>
              </c:pt>
              <c:pt idx="38">
                <c:v>30</c:v>
              </c:pt>
              <c:pt idx="39">
                <c:v>30</c:v>
              </c:pt>
              <c:pt idx="40">
                <c:v>30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32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試驗數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復發試驗數</c:v>
          </c:tx>
          <c:spPr>
            <a:solidFill xmlns:a="http://schemas.openxmlformats.org/drawingml/2006/main">
              <a:srgbClr val="A74F3D"/>
            </a:solidFill>
          </c:spPr>
          <c:cat>
            <c:numLit>
              <c:formatCode>General</c:formatCode>
              <c:ptCount val="9"/>
              <c:pt idx="0">
                <c:v>23</c:v>
              </c:pt>
              <c:pt idx="1">
                <c:v>24</c:v>
              </c:pt>
              <c:pt idx="2">
                <c:v>25</c:v>
              </c:pt>
              <c:pt idx="3">
                <c:v>26</c:v>
              </c:pt>
              <c:pt idx="4">
                <c:v>27</c:v>
              </c:pt>
              <c:pt idx="5">
                <c:v>28</c:v>
              </c:pt>
              <c:pt idx="6">
                <c:v>29</c:v>
              </c:pt>
              <c:pt idx="7">
                <c:v>30</c:v>
              </c:pt>
              <c:pt idx="8">
                <c:v>31</c:v>
              </c:pt>
            </c:numLit>
          </c:cat>
          <c:val>
            <c:numLit>
              <c:formatCode>0</c:formatCode>
              <c:ptCount val="9"/>
              <c:pt idx="0">
                <c:v>1</c:v>
              </c:pt>
              <c:pt idx="1">
                <c:v>0</c:v>
              </c:pt>
              <c:pt idx="2">
                <c:v>1</c:v>
              </c:pt>
              <c:pt idx="3">
                <c:v>5</c:v>
              </c:pt>
              <c:pt idx="4">
                <c:v>6</c:v>
              </c:pt>
              <c:pt idx="5">
                <c:v>8</c:v>
              </c:pt>
              <c:pt idx="6">
                <c:v>6</c:v>
              </c:pt>
              <c:pt idx="7">
                <c:v>2</c:v>
              </c:pt>
              <c:pt idx="8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首次復發世代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試驗數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無 TSG 優勢</c:v>
          </c:tx>
          <c:spPr>
            <a:solidFill xmlns:a="http://schemas.openxmlformats.org/drawingml/2006/main">
              <a:srgbClr val="657580"/>
            </a:solidFill>
            <a:ln xmlns:a="http://schemas.openxmlformats.org/drawingml/2006/main" w="28575">
              <a:solidFill>
                <a:srgbClr val="657580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142.5</c:v>
              </c:pt>
              <c:pt idx="2">
                <c:v>204.5</c:v>
              </c:pt>
              <c:pt idx="3">
                <c:v>300.5</c:v>
              </c:pt>
              <c:pt idx="4">
                <c:v>423.5</c:v>
              </c:pt>
              <c:pt idx="5">
                <c:v>617</c:v>
              </c:pt>
              <c:pt idx="6">
                <c:v>883</c:v>
              </c:pt>
              <c:pt idx="7">
                <c:v>1287</c:v>
              </c:pt>
              <c:pt idx="8">
                <c:v>1829.5</c:v>
              </c:pt>
              <c:pt idx="9">
                <c:v>2606.5</c:v>
              </c:pt>
              <c:pt idx="10">
                <c:v>3778.5</c:v>
              </c:pt>
              <c:pt idx="11">
                <c:v>5424</c:v>
              </c:pt>
              <c:pt idx="12">
                <c:v>7813</c:v>
              </c:pt>
              <c:pt idx="13">
                <c:v>11321</c:v>
              </c:pt>
              <c:pt idx="14">
                <c:v>16515.5</c:v>
              </c:pt>
              <c:pt idx="15">
                <c:v>23969</c:v>
              </c:pt>
              <c:pt idx="16">
                <c:v>35159</c:v>
              </c:pt>
              <c:pt idx="17">
                <c:v>51773.5</c:v>
              </c:pt>
              <c:pt idx="18">
                <c:v>76445.5</c:v>
              </c:pt>
            </c:numLit>
          </c:val>
          <c:smooth val="0"/>
        </c:ser>
        <c:ser>
          <c:idx val="1"/>
          <c:order val="1"/>
          <c:tx>
            <c:v>one-hit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197</c:v>
              </c:pt>
              <c:pt idx="3">
                <c:v>284.5</c:v>
              </c:pt>
              <c:pt idx="4">
                <c:v>410</c:v>
              </c:pt>
              <c:pt idx="5">
                <c:v>583.5</c:v>
              </c:pt>
              <c:pt idx="6">
                <c:v>831</c:v>
              </c:pt>
              <c:pt idx="7">
                <c:v>1205</c:v>
              </c:pt>
              <c:pt idx="8">
                <c:v>1729.5</c:v>
              </c:pt>
              <c:pt idx="9">
                <c:v>2512.5</c:v>
              </c:pt>
              <c:pt idx="10">
                <c:v>3694.5</c:v>
              </c:pt>
              <c:pt idx="11">
                <c:v>5422.5</c:v>
              </c:pt>
              <c:pt idx="12">
                <c:v>8086.5</c:v>
              </c:pt>
              <c:pt idx="13">
                <c:v>12064.5</c:v>
              </c:pt>
              <c:pt idx="14">
                <c:v>17911.5</c:v>
              </c:pt>
              <c:pt idx="15">
                <c:v>27139</c:v>
              </c:pt>
              <c:pt idx="16">
                <c:v>40731</c:v>
              </c:pt>
              <c:pt idx="17">
                <c:v>61654</c:v>
              </c:pt>
              <c:pt idx="18">
                <c:v>94617.5</c:v>
              </c:pt>
            </c:numLit>
          </c:val>
          <c:smooth val="0"/>
        </c:ser>
        <c:ser>
          <c:idx val="2"/>
          <c:order val="2"/>
          <c:tx>
            <c:v>two-hit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198</c:v>
              </c:pt>
              <c:pt idx="3">
                <c:v>286.5</c:v>
              </c:pt>
              <c:pt idx="4">
                <c:v>406</c:v>
              </c:pt>
              <c:pt idx="5">
                <c:v>573</c:v>
              </c:pt>
              <c:pt idx="6">
                <c:v>833.5</c:v>
              </c:pt>
              <c:pt idx="7">
                <c:v>1200.5</c:v>
              </c:pt>
              <c:pt idx="8">
                <c:v>1755.5</c:v>
              </c:pt>
              <c:pt idx="9">
                <c:v>2518</c:v>
              </c:pt>
              <c:pt idx="10">
                <c:v>3597</c:v>
              </c:pt>
              <c:pt idx="11">
                <c:v>5176</c:v>
              </c:pt>
              <c:pt idx="12">
                <c:v>7480</c:v>
              </c:pt>
              <c:pt idx="13">
                <c:v>10883</c:v>
              </c:pt>
              <c:pt idx="14">
                <c:v>15894</c:v>
              </c:pt>
              <c:pt idx="15">
                <c:v>23030</c:v>
              </c:pt>
              <c:pt idx="16">
                <c:v>33809</c:v>
              </c:pt>
              <c:pt idx="17">
                <c:v>49886</c:v>
              </c:pt>
              <c:pt idx="18">
                <c:v>73879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one-hit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132.7</c:v>
              </c:pt>
              <c:pt idx="2">
                <c:v>178.7</c:v>
              </c:pt>
              <c:pt idx="3">
                <c:v>256</c:v>
              </c:pt>
              <c:pt idx="4">
                <c:v>370.5</c:v>
              </c:pt>
              <c:pt idx="5">
                <c:v>533.3</c:v>
              </c:pt>
              <c:pt idx="6">
                <c:v>756.3</c:v>
              </c:pt>
              <c:pt idx="7">
                <c:v>1079.7</c:v>
              </c:pt>
              <c:pt idx="8">
                <c:v>1572.8</c:v>
              </c:pt>
              <c:pt idx="9">
                <c:v>2331.6</c:v>
              </c:pt>
              <c:pt idx="10">
                <c:v>3375.5</c:v>
              </c:pt>
              <c:pt idx="11">
                <c:v>4890.9</c:v>
              </c:pt>
              <c:pt idx="12">
                <c:v>7254.8</c:v>
              </c:pt>
              <c:pt idx="13">
                <c:v>10640.7</c:v>
              </c:pt>
              <c:pt idx="14">
                <c:v>15780.7</c:v>
              </c:pt>
              <c:pt idx="15">
                <c:v>23577.1</c:v>
              </c:pt>
              <c:pt idx="16">
                <c:v>35262.5</c:v>
              </c:pt>
              <c:pt idx="17">
                <c:v>53111.3</c:v>
              </c:pt>
              <c:pt idx="18">
                <c:v>81349.8</c:v>
              </c:pt>
            </c:numLit>
          </c:val>
          <c:smooth val="0"/>
        </c:ser>
        <c:ser>
          <c:idx val="1"/>
          <c:order val="1"/>
          <c:tx>
            <c:v>one-hit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197</c:v>
              </c:pt>
              <c:pt idx="3">
                <c:v>284.5</c:v>
              </c:pt>
              <c:pt idx="4">
                <c:v>410</c:v>
              </c:pt>
              <c:pt idx="5">
                <c:v>583.5</c:v>
              </c:pt>
              <c:pt idx="6">
                <c:v>831</c:v>
              </c:pt>
              <c:pt idx="7">
                <c:v>1205</c:v>
              </c:pt>
              <c:pt idx="8">
                <c:v>1729.5</c:v>
              </c:pt>
              <c:pt idx="9">
                <c:v>2512.5</c:v>
              </c:pt>
              <c:pt idx="10">
                <c:v>3694.5</c:v>
              </c:pt>
              <c:pt idx="11">
                <c:v>5422.5</c:v>
              </c:pt>
              <c:pt idx="12">
                <c:v>8086.5</c:v>
              </c:pt>
              <c:pt idx="13">
                <c:v>12064.5</c:v>
              </c:pt>
              <c:pt idx="14">
                <c:v>17911.5</c:v>
              </c:pt>
              <c:pt idx="15">
                <c:v>27139</c:v>
              </c:pt>
              <c:pt idx="16">
                <c:v>40731</c:v>
              </c:pt>
              <c:pt idx="17">
                <c:v>61654</c:v>
              </c:pt>
              <c:pt idx="18">
                <c:v>94617.5</c:v>
              </c:pt>
            </c:numLit>
          </c:val>
          <c:smooth val="0"/>
        </c:ser>
        <c:ser>
          <c:idx val="2"/>
          <c:order val="2"/>
          <c:tx>
            <c:v>one-hit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153.3</c:v>
              </c:pt>
              <c:pt idx="2">
                <c:v>219</c:v>
              </c:pt>
              <c:pt idx="3">
                <c:v>330.5</c:v>
              </c:pt>
              <c:pt idx="4">
                <c:v>484.1</c:v>
              </c:pt>
              <c:pt idx="5">
                <c:v>704.9</c:v>
              </c:pt>
              <c:pt idx="6">
                <c:v>1021.5</c:v>
              </c:pt>
              <c:pt idx="7">
                <c:v>1438.6000000000001</c:v>
              </c:pt>
              <c:pt idx="8">
                <c:v>2125.4</c:v>
              </c:pt>
              <c:pt idx="9">
                <c:v>3047.1000000000004</c:v>
              </c:pt>
              <c:pt idx="10">
                <c:v>4439.1</c:v>
              </c:pt>
              <c:pt idx="11">
                <c:v>6457.000000000001</c:v>
              </c:pt>
              <c:pt idx="12">
                <c:v>9533.2</c:v>
              </c:pt>
              <c:pt idx="13">
                <c:v>14161.200000000003</c:v>
              </c:pt>
              <c:pt idx="14">
                <c:v>20945.500000000004</c:v>
              </c:pt>
              <c:pt idx="15">
                <c:v>31556.100000000006</c:v>
              </c:pt>
              <c:pt idx="16">
                <c:v>48581.00000000001</c:v>
              </c:pt>
              <c:pt idx="17">
                <c:v>77948</c:v>
              </c:pt>
              <c:pt idx="18">
                <c:v>121569.40000000001</c:v>
              </c:pt>
            </c:numLit>
          </c:val>
          <c:smooth val="0"/>
        </c:ser>
        <c:ser>
          <c:idx val="3"/>
          <c:order val="3"/>
          <c:tx>
            <c:v>two-hit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130.7</c:v>
              </c:pt>
              <c:pt idx="2">
                <c:v>182.6</c:v>
              </c:pt>
              <c:pt idx="3">
                <c:v>246</c:v>
              </c:pt>
              <c:pt idx="4">
                <c:v>361.9</c:v>
              </c:pt>
              <c:pt idx="5">
                <c:v>501.6</c:v>
              </c:pt>
              <c:pt idx="6">
                <c:v>730.8</c:v>
              </c:pt>
              <c:pt idx="7">
                <c:v>1047.7</c:v>
              </c:pt>
              <c:pt idx="8">
                <c:v>1486</c:v>
              </c:pt>
              <c:pt idx="9">
                <c:v>2132.6</c:v>
              </c:pt>
              <c:pt idx="10">
                <c:v>3041.6</c:v>
              </c:pt>
              <c:pt idx="11">
                <c:v>4395.7</c:v>
              </c:pt>
              <c:pt idx="12">
                <c:v>6343</c:v>
              </c:pt>
              <c:pt idx="13">
                <c:v>9139.5</c:v>
              </c:pt>
              <c:pt idx="14">
                <c:v>13210.6</c:v>
              </c:pt>
              <c:pt idx="15">
                <c:v>19225.6</c:v>
              </c:pt>
              <c:pt idx="16">
                <c:v>27830.8</c:v>
              </c:pt>
              <c:pt idx="17">
                <c:v>40613.4</c:v>
              </c:pt>
              <c:pt idx="18">
                <c:v>59720.5</c:v>
              </c:pt>
            </c:numLit>
          </c:val>
          <c:smooth val="0"/>
        </c:ser>
        <c:ser>
          <c:idx val="4"/>
          <c:order val="4"/>
          <c:tx>
            <c:v>two-hit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140</c:v>
              </c:pt>
              <c:pt idx="2">
                <c:v>198</c:v>
              </c:pt>
              <c:pt idx="3">
                <c:v>286.5</c:v>
              </c:pt>
              <c:pt idx="4">
                <c:v>406</c:v>
              </c:pt>
              <c:pt idx="5">
                <c:v>573</c:v>
              </c:pt>
              <c:pt idx="6">
                <c:v>833.5</c:v>
              </c:pt>
              <c:pt idx="7">
                <c:v>1200.5</c:v>
              </c:pt>
              <c:pt idx="8">
                <c:v>1755.5</c:v>
              </c:pt>
              <c:pt idx="9">
                <c:v>2518</c:v>
              </c:pt>
              <c:pt idx="10">
                <c:v>3597</c:v>
              </c:pt>
              <c:pt idx="11">
                <c:v>5176</c:v>
              </c:pt>
              <c:pt idx="12">
                <c:v>7480</c:v>
              </c:pt>
              <c:pt idx="13">
                <c:v>10883</c:v>
              </c:pt>
              <c:pt idx="14">
                <c:v>15894</c:v>
              </c:pt>
              <c:pt idx="15">
                <c:v>23030</c:v>
              </c:pt>
              <c:pt idx="16">
                <c:v>33809</c:v>
              </c:pt>
              <c:pt idx="17">
                <c:v>49886</c:v>
              </c:pt>
              <c:pt idx="18">
                <c:v>73879</c:v>
              </c:pt>
            </c:numLit>
          </c:val>
          <c:smooth val="0"/>
        </c:ser>
        <c:ser>
          <c:idx val="5"/>
          <c:order val="5"/>
          <c:tx>
            <c:v>two-hit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218</c:v>
              </c:pt>
              <c:pt idx="3">
                <c:v>314.4</c:v>
              </c:pt>
              <c:pt idx="4">
                <c:v>466.1</c:v>
              </c:pt>
              <c:pt idx="5">
                <c:v>658.5</c:v>
              </c:pt>
              <c:pt idx="6">
                <c:v>956.1</c:v>
              </c:pt>
              <c:pt idx="7">
                <c:v>1364.4</c:v>
              </c:pt>
              <c:pt idx="8">
                <c:v>1941.4</c:v>
              </c:pt>
              <c:pt idx="9">
                <c:v>2801.4</c:v>
              </c:pt>
              <c:pt idx="10">
                <c:v>4065.2000000000003</c:v>
              </c:pt>
              <c:pt idx="11">
                <c:v>5887.6</c:v>
              </c:pt>
              <c:pt idx="12">
                <c:v>8551.2</c:v>
              </c:pt>
              <c:pt idx="13">
                <c:v>12328.5</c:v>
              </c:pt>
              <c:pt idx="14">
                <c:v>18059</c:v>
              </c:pt>
              <c:pt idx="15">
                <c:v>26616.6</c:v>
              </c:pt>
              <c:pt idx="16">
                <c:v>39331</c:v>
              </c:pt>
              <c:pt idx="17">
                <c:v>58193.700000000004</c:v>
              </c:pt>
              <c:pt idx="18">
                <c:v>86805.3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6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one-hit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-2</c:v>
              </c:pt>
              <c:pt idx="1">
                <c:v>-2</c:v>
              </c:pt>
              <c:pt idx="2">
                <c:v>-0.031711375136247395</c:v>
              </c:pt>
              <c:pt idx="3">
                <c:v>0.1732209844022645</c:v>
              </c:pt>
              <c:pt idx="4">
                <c:v>0.33560159517360155</c:v>
              </c:pt>
              <c:pt idx="5">
                <c:v>0.41759012821002256</c:v>
              </c:pt>
              <c:pt idx="6">
                <c:v>0.5166123821208795</c:v>
              </c:pt>
              <c:pt idx="7">
                <c:v>0.6286963575783553</c:v>
              </c:pt>
              <c:pt idx="8">
                <c:v>0.7502415151517066</c:v>
              </c:pt>
              <c:pt idx="9">
                <c:v>0.8390228749386778</c:v>
              </c:pt>
              <c:pt idx="10">
                <c:v>0.9223013274512127</c:v>
              </c:pt>
              <c:pt idx="11">
                <c:v>0.9990393191627809</c:v>
              </c:pt>
              <c:pt idx="12">
                <c:v>1.0727993789753105</c:v>
              </c:pt>
              <c:pt idx="13">
                <c:v>1.147547213990546</c:v>
              </c:pt>
              <c:pt idx="14">
                <c:v>1.2161487759422436</c:v>
              </c:pt>
              <c:pt idx="15">
                <c:v>1.2780457068039561</c:v>
              </c:pt>
              <c:pt idx="16">
                <c:v>1.335679326884064</c:v>
              </c:pt>
              <c:pt idx="17">
                <c:v>1.3902233771529904</c:v>
              </c:pt>
              <c:pt idx="18">
                <c:v>1.4455124679056475</c:v>
              </c:pt>
            </c:numLit>
          </c:val>
          <c:smooth val="0"/>
        </c:ser>
        <c:ser>
          <c:idx val="1"/>
          <c:order val="1"/>
          <c:tx>
            <c:v>two-hit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-2</c:v>
              </c:pt>
              <c:pt idx="4">
                <c:v>-2</c:v>
              </c:pt>
              <c:pt idx="5">
                <c:v>-2</c:v>
              </c:pt>
              <c:pt idx="6">
                <c:v>-2</c:v>
              </c:pt>
              <c:pt idx="7">
                <c:v>-2</c:v>
              </c:pt>
              <c:pt idx="8">
                <c:v>-2</c:v>
              </c:pt>
              <c:pt idx="9">
                <c:v>-2</c:v>
              </c:pt>
              <c:pt idx="10">
                <c:v>-2</c:v>
              </c:pt>
              <c:pt idx="11">
                <c:v>-2</c:v>
              </c:pt>
              <c:pt idx="12">
                <c:v>-1.6586779561525875</c:v>
              </c:pt>
              <c:pt idx="13">
                <c:v>-1.5636298228168868</c:v>
              </c:pt>
              <c:pt idx="14">
                <c:v>-1.481466038068009</c:v>
              </c:pt>
              <c:pt idx="15">
                <c:v>-1.4050345730007565</c:v>
              </c:pt>
              <c:pt idx="16">
                <c:v>-1.2923144127261734</c:v>
              </c:pt>
              <c:pt idx="17">
                <c:v>-1.1827160548766085</c:v>
              </c:pt>
              <c:pt idx="18">
                <c:v>-1.0929716522097106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-2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log₁₀(TSG 達標 %+0.01)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TSG one-hit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-0.07500000000000001</c:v>
              </c:pt>
              <c:pt idx="1">
                <c:v>-0.05</c:v>
              </c:pt>
              <c:pt idx="2">
                <c:v>-0.025</c:v>
              </c:pt>
              <c:pt idx="3">
                <c:v>0</c:v>
              </c:pt>
              <c:pt idx="4">
                <c:v>0.025</c:v>
              </c:pt>
              <c:pt idx="5">
                <c:v>0.05</c:v>
              </c:pt>
              <c:pt idx="6">
                <c:v>0.07500000000000001</c:v>
              </c:pt>
              <c:pt idx="7">
                <c:v>-0.07500000000000001</c:v>
              </c:pt>
              <c:pt idx="8">
                <c:v>-0.05</c:v>
              </c:pt>
              <c:pt idx="9">
                <c:v>-0.025</c:v>
              </c:pt>
              <c:pt idx="10">
                <c:v>0</c:v>
              </c:pt>
              <c:pt idx="11">
                <c:v>0.025</c:v>
              </c:pt>
              <c:pt idx="12">
                <c:v>0.05</c:v>
              </c:pt>
              <c:pt idx="13">
                <c:v>0.07500000000000001</c:v>
              </c:pt>
              <c:pt idx="14">
                <c:v>-0.07500000000000001</c:v>
              </c:pt>
              <c:pt idx="15">
                <c:v>-0.05</c:v>
              </c:pt>
              <c:pt idx="16">
                <c:v>-0.025</c:v>
              </c:pt>
              <c:pt idx="17">
                <c:v>0</c:v>
              </c:pt>
              <c:pt idx="18">
                <c:v>0.025</c:v>
              </c:pt>
              <c:pt idx="19">
                <c:v>0.05</c:v>
              </c:pt>
              <c:pt idx="20">
                <c:v>0.07500000000000001</c:v>
              </c:pt>
              <c:pt idx="21">
                <c:v>-0.07500000000000001</c:v>
              </c:pt>
              <c:pt idx="22">
                <c:v>-0.05</c:v>
              </c:pt>
              <c:pt idx="23">
                <c:v>-0.025</c:v>
              </c:pt>
              <c:pt idx="24">
                <c:v>0</c:v>
              </c:pt>
              <c:pt idx="25">
                <c:v>0.025</c:v>
              </c:pt>
              <c:pt idx="26">
                <c:v>0.05</c:v>
              </c:pt>
              <c:pt idx="27">
                <c:v>0.07500000000000001</c:v>
              </c:pt>
              <c:pt idx="28">
                <c:v>-0.07500000000000001</c:v>
              </c:pt>
              <c:pt idx="29">
                <c:v>-0.05</c:v>
              </c:pt>
            </c:numLit>
          </c:xVal>
          <c:yVal>
            <c:numLit>
              <c:formatCode>#,##0</c:formatCode>
              <c:ptCount val="30"/>
              <c:pt idx="0">
                <c:v>81413</c:v>
              </c:pt>
              <c:pt idx="1">
                <c:v>103594</c:v>
              </c:pt>
              <c:pt idx="2">
                <c:v>80781</c:v>
              </c:pt>
              <c:pt idx="3">
                <c:v>82979</c:v>
              </c:pt>
              <c:pt idx="4">
                <c:v>92501</c:v>
              </c:pt>
              <c:pt idx="5">
                <c:v>102714</c:v>
              </c:pt>
              <c:pt idx="6">
                <c:v>82275</c:v>
              </c:pt>
              <c:pt idx="7">
                <c:v>110529</c:v>
              </c:pt>
              <c:pt idx="8">
                <c:v>87142</c:v>
              </c:pt>
              <c:pt idx="9">
                <c:v>92149</c:v>
              </c:pt>
              <c:pt idx="10">
                <c:v>78930</c:v>
              </c:pt>
              <c:pt idx="11">
                <c:v>79794</c:v>
              </c:pt>
              <c:pt idx="12">
                <c:v>90782</c:v>
              </c:pt>
              <c:pt idx="13">
                <c:v>120934</c:v>
              </c:pt>
              <c:pt idx="14">
                <c:v>157239</c:v>
              </c:pt>
              <c:pt idx="15">
                <c:v>100138</c:v>
              </c:pt>
              <c:pt idx="16">
                <c:v>93307</c:v>
              </c:pt>
              <c:pt idx="17">
                <c:v>113742</c:v>
              </c:pt>
              <c:pt idx="18">
                <c:v>82988</c:v>
              </c:pt>
              <c:pt idx="19">
                <c:v>84122</c:v>
              </c:pt>
              <c:pt idx="20">
                <c:v>139291</c:v>
              </c:pt>
              <c:pt idx="21">
                <c:v>91668</c:v>
              </c:pt>
              <c:pt idx="22">
                <c:v>112387</c:v>
              </c:pt>
              <c:pt idx="23">
                <c:v>105883</c:v>
              </c:pt>
              <c:pt idx="24">
                <c:v>95928</c:v>
              </c:pt>
              <c:pt idx="25">
                <c:v>82810</c:v>
              </c:pt>
              <c:pt idx="26">
                <c:v>107366</c:v>
              </c:pt>
              <c:pt idx="27">
                <c:v>127288</c:v>
              </c:pt>
              <c:pt idx="28">
                <c:v>98867</c:v>
              </c:pt>
              <c:pt idx="29">
                <c:v>110972</c:v>
              </c:pt>
            </c:numLit>
          </c:yVal>
        </c:ser>
        <c:ser>
          <c:idx val="1"/>
          <c:order val="1"/>
          <c:tx>
            <c:v>TSG two-hit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0.925</c:v>
              </c:pt>
              <c:pt idx="1">
                <c:v>0.95</c:v>
              </c:pt>
              <c:pt idx="2">
                <c:v>0.975</c:v>
              </c:pt>
              <c:pt idx="3">
                <c:v>1</c:v>
              </c:pt>
              <c:pt idx="4">
                <c:v>1.025</c:v>
              </c:pt>
              <c:pt idx="5">
                <c:v>1.05</c:v>
              </c:pt>
              <c:pt idx="6">
                <c:v>1.075</c:v>
              </c:pt>
              <c:pt idx="7">
                <c:v>0.925</c:v>
              </c:pt>
              <c:pt idx="8">
                <c:v>0.95</c:v>
              </c:pt>
              <c:pt idx="9">
                <c:v>0.975</c:v>
              </c:pt>
              <c:pt idx="10">
                <c:v>1</c:v>
              </c:pt>
              <c:pt idx="11">
                <c:v>1.025</c:v>
              </c:pt>
              <c:pt idx="12">
                <c:v>1.05</c:v>
              </c:pt>
              <c:pt idx="13">
                <c:v>1.075</c:v>
              </c:pt>
              <c:pt idx="14">
                <c:v>0.925</c:v>
              </c:pt>
              <c:pt idx="15">
                <c:v>0.95</c:v>
              </c:pt>
              <c:pt idx="16">
                <c:v>0.975</c:v>
              </c:pt>
              <c:pt idx="17">
                <c:v>1</c:v>
              </c:pt>
              <c:pt idx="18">
                <c:v>1.025</c:v>
              </c:pt>
              <c:pt idx="19">
                <c:v>1.05</c:v>
              </c:pt>
              <c:pt idx="20">
                <c:v>1.075</c:v>
              </c:pt>
              <c:pt idx="21">
                <c:v>0.925</c:v>
              </c:pt>
              <c:pt idx="22">
                <c:v>0.95</c:v>
              </c:pt>
              <c:pt idx="23">
                <c:v>0.975</c:v>
              </c:pt>
              <c:pt idx="24">
                <c:v>1</c:v>
              </c:pt>
              <c:pt idx="25">
                <c:v>1.025</c:v>
              </c:pt>
              <c:pt idx="26">
                <c:v>1.05</c:v>
              </c:pt>
              <c:pt idx="27">
                <c:v>1.075</c:v>
              </c:pt>
              <c:pt idx="28">
                <c:v>0.925</c:v>
              </c:pt>
              <c:pt idx="29">
                <c:v>0.95</c:v>
              </c:pt>
            </c:numLit>
          </c:xVal>
          <c:yVal>
            <c:numLit>
              <c:formatCode>#,##0</c:formatCode>
              <c:ptCount val="30"/>
              <c:pt idx="0">
                <c:v>86767</c:v>
              </c:pt>
              <c:pt idx="1">
                <c:v>87150</c:v>
              </c:pt>
              <c:pt idx="2">
                <c:v>73455</c:v>
              </c:pt>
              <c:pt idx="3">
                <c:v>64576</c:v>
              </c:pt>
              <c:pt idx="4">
                <c:v>75910</c:v>
              </c:pt>
              <c:pt idx="5">
                <c:v>102187</c:v>
              </c:pt>
              <c:pt idx="6">
                <c:v>83966</c:v>
              </c:pt>
              <c:pt idx="7">
                <c:v>77470</c:v>
              </c:pt>
              <c:pt idx="8">
                <c:v>64446</c:v>
              </c:pt>
              <c:pt idx="9">
                <c:v>84209</c:v>
              </c:pt>
              <c:pt idx="10">
                <c:v>67685</c:v>
              </c:pt>
              <c:pt idx="11">
                <c:v>86435</c:v>
              </c:pt>
              <c:pt idx="12">
                <c:v>59993</c:v>
              </c:pt>
              <c:pt idx="13">
                <c:v>66965</c:v>
              </c:pt>
              <c:pt idx="14">
                <c:v>77786</c:v>
              </c:pt>
              <c:pt idx="15">
                <c:v>59910</c:v>
              </c:pt>
              <c:pt idx="16">
                <c:v>56430</c:v>
              </c:pt>
              <c:pt idx="17">
                <c:v>64725</c:v>
              </c:pt>
              <c:pt idx="18">
                <c:v>57284</c:v>
              </c:pt>
              <c:pt idx="19">
                <c:v>74303</c:v>
              </c:pt>
              <c:pt idx="20">
                <c:v>89595</c:v>
              </c:pt>
              <c:pt idx="21">
                <c:v>73184</c:v>
              </c:pt>
              <c:pt idx="22">
                <c:v>74773</c:v>
              </c:pt>
              <c:pt idx="23">
                <c:v>77732</c:v>
              </c:pt>
              <c:pt idx="24">
                <c:v>67734</c:v>
              </c:pt>
              <c:pt idx="25">
                <c:v>73125</c:v>
              </c:pt>
              <c:pt idx="26">
                <c:v>84828</c:v>
              </c:pt>
              <c:pt idx="27">
                <c:v>74838</c:v>
              </c:pt>
              <c:pt idx="28">
                <c:v>58015</c:v>
              </c:pt>
              <c:pt idx="29">
                <c:v>72986</c:v>
              </c:pt>
            </c:numLit>
          </c:yVal>
        </c:ser>
        <c:ser>
          <c:idx val="2"/>
          <c:order val="2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xVal>
          <c:yVal>
            <c:numLit>
              <c:formatCode>#,##0</c:formatCode>
              <c:ptCount val="2"/>
              <c:pt idx="0">
                <c:v>94617.5</c:v>
              </c:pt>
              <c:pt idx="1">
                <c:v>73879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第 18 代細胞數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1.25"/>
          <c:min val="-0.2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條件：0 與 1 對照上方圖例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共享死亡降低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5</c:v>
              </c:pt>
              <c:pt idx="2">
                <c:v>10</c:v>
              </c:pt>
              <c:pt idx="3">
                <c:v>15</c:v>
              </c:pt>
              <c:pt idx="4">
                <c:v>20</c:v>
              </c:pt>
              <c:pt idx="5">
                <c:v>25</c:v>
              </c:pt>
              <c:pt idx="6">
                <c:v>30</c:v>
              </c:pt>
              <c:pt idx="7">
                <c:v>35</c:v>
              </c:pt>
              <c:pt idx="8">
                <c:v>40</c:v>
              </c:pt>
              <c:pt idx="9">
                <c:v>45</c:v>
              </c:pt>
              <c:pt idx="10">
                <c:v>50</c:v>
              </c:pt>
              <c:pt idx="11">
                <c:v>55</c:v>
              </c:pt>
              <c:pt idx="12">
                <c:v>60</c:v>
              </c:pt>
              <c:pt idx="13">
                <c:v>65</c:v>
              </c:pt>
              <c:pt idx="14">
                <c:v>70</c:v>
              </c:pt>
              <c:pt idx="15">
                <c:v>75</c:v>
              </c:pt>
              <c:pt idx="16">
                <c:v>80</c:v>
              </c:pt>
              <c:pt idx="17">
                <c:v>85</c:v>
              </c:pt>
              <c:pt idx="18">
                <c:v>90</c:v>
              </c:pt>
              <c:pt idx="19">
                <c:v>95</c:v>
              </c:pt>
              <c:pt idx="20">
                <c:v>100</c:v>
              </c:pt>
            </c:numLit>
          </c:cat>
          <c:val>
            <c:numLit>
              <c:formatCode>#,##0</c:formatCode>
              <c:ptCount val="21"/>
              <c:pt idx="0">
                <c:v>0</c:v>
              </c:pt>
              <c:pt idx="1">
                <c:v>4.285714285714286</c:v>
              </c:pt>
              <c:pt idx="2">
                <c:v>5</c:v>
              </c:pt>
              <c:pt idx="3">
                <c:v>5.294117647058823</c:v>
              </c:pt>
              <c:pt idx="4">
                <c:v>5.454545454545455</c:v>
              </c:pt>
              <c:pt idx="5">
                <c:v>5.555555555555555</c:v>
              </c:pt>
              <c:pt idx="6">
                <c:v>5.624999999999999</c:v>
              </c:pt>
              <c:pt idx="7">
                <c:v>5.6756756756756745</c:v>
              </c:pt>
              <c:pt idx="8">
                <c:v>5.714285714285714</c:v>
              </c:pt>
              <c:pt idx="9">
                <c:v>5.74468085106383</c:v>
              </c:pt>
              <c:pt idx="10">
                <c:v>5.769230769230769</c:v>
              </c:pt>
              <c:pt idx="11">
                <c:v>5.7894736842105265</c:v>
              </c:pt>
              <c:pt idx="12">
                <c:v>5.806451612903225</c:v>
              </c:pt>
              <c:pt idx="13">
                <c:v>5.82089552238806</c:v>
              </c:pt>
              <c:pt idx="14">
                <c:v>5.833333333333332</c:v>
              </c:pt>
              <c:pt idx="15">
                <c:v>5.844155844155844</c:v>
              </c:pt>
              <c:pt idx="16">
                <c:v>5.853658536585367</c:v>
              </c:pt>
              <c:pt idx="17">
                <c:v>5.862068965517241</c:v>
              </c:pt>
              <c:pt idx="18">
                <c:v>5.869565217391305</c:v>
              </c:pt>
              <c:pt idx="19">
                <c:v>5.876288659793814</c:v>
              </c:pt>
              <c:pt idx="20">
                <c:v>5.88235294117647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IL11⁺ 生產者比例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死亡率降低 (百分點)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共享死亡降低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</c:numLit>
          </c:cat>
          <c:val>
            <c:numLit>
              <c:formatCode>#,##0</c:formatCode>
              <c:ptCount val="21"/>
              <c:pt idx="0">
                <c:v>0</c:v>
              </c:pt>
              <c:pt idx="1">
                <c:v>1.2</c:v>
              </c:pt>
              <c:pt idx="2">
                <c:v>2</c:v>
              </c:pt>
              <c:pt idx="3">
                <c:v>2.571428571428571</c:v>
              </c:pt>
              <c:pt idx="4">
                <c:v>3</c:v>
              </c:pt>
              <c:pt idx="5">
                <c:v>3.333333333333334</c:v>
              </c:pt>
              <c:pt idx="6">
                <c:v>3.5999999999999996</c:v>
              </c:pt>
              <c:pt idx="7">
                <c:v>3.818181818181818</c:v>
              </c:pt>
              <c:pt idx="8">
                <c:v>4</c:v>
              </c:pt>
              <c:pt idx="9">
                <c:v>4.153846153846154</c:v>
              </c:pt>
              <c:pt idx="10">
                <c:v>4.285714285714286</c:v>
              </c:pt>
              <c:pt idx="11">
                <c:v>4.4</c:v>
              </c:pt>
              <c:pt idx="12">
                <c:v>4.5</c:v>
              </c:pt>
              <c:pt idx="13">
                <c:v>4.588235294117647</c:v>
              </c:pt>
              <c:pt idx="14">
                <c:v>4.666666666666667</c:v>
              </c:pt>
              <c:pt idx="15">
                <c:v>4.7368421052631575</c:v>
              </c:pt>
              <c:pt idx="16">
                <c:v>4.8</c:v>
              </c:pt>
              <c:pt idx="17">
                <c:v>4.857142857142857</c:v>
              </c:pt>
              <c:pt idx="18">
                <c:v>4.909090909090909</c:v>
              </c:pt>
              <c:pt idx="19">
                <c:v>4.9565217391304355</c:v>
              </c:pt>
              <c:pt idx="20">
                <c:v>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IL11⁺ 生產者比例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死亡率降低 (百分點)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OFF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134.9</c:v>
              </c:pt>
              <c:pt idx="2">
                <c:v>191.6</c:v>
              </c:pt>
              <c:pt idx="3">
                <c:v>265.4</c:v>
              </c:pt>
              <c:pt idx="4">
                <c:v>376</c:v>
              </c:pt>
              <c:pt idx="5">
                <c:v>537.7</c:v>
              </c:pt>
              <c:pt idx="6">
                <c:v>748.7</c:v>
              </c:pt>
              <c:pt idx="7">
                <c:v>1105.3</c:v>
              </c:pt>
              <c:pt idx="8">
                <c:v>1576.9</c:v>
              </c:pt>
              <c:pt idx="9">
                <c:v>2254.3</c:v>
              </c:pt>
              <c:pt idx="10">
                <c:v>3185.4</c:v>
              </c:pt>
              <c:pt idx="11">
                <c:v>4623.6</c:v>
              </c:pt>
              <c:pt idx="12">
                <c:v>6591</c:v>
              </c:pt>
              <c:pt idx="13">
                <c:v>9501.3</c:v>
              </c:pt>
              <c:pt idx="14">
                <c:v>13846.6</c:v>
              </c:pt>
              <c:pt idx="15">
                <c:v>19974.5</c:v>
              </c:pt>
              <c:pt idx="16">
                <c:v>29159.3</c:v>
              </c:pt>
              <c:pt idx="17">
                <c:v>42647.3</c:v>
              </c:pt>
              <c:pt idx="18">
                <c:v>62907.3</c:v>
              </c:pt>
            </c:numLit>
          </c:val>
          <c:smooth val="0"/>
        </c:ser>
        <c:ser>
          <c:idx val="1"/>
          <c:order val="1"/>
          <c:tx>
            <c:v>OFF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143.5</c:v>
              </c:pt>
              <c:pt idx="2">
                <c:v>207.5</c:v>
              </c:pt>
              <c:pt idx="3">
                <c:v>288.5</c:v>
              </c:pt>
              <c:pt idx="4">
                <c:v>419</c:v>
              </c:pt>
              <c:pt idx="5">
                <c:v>584.5</c:v>
              </c:pt>
              <c:pt idx="6">
                <c:v>835</c:v>
              </c:pt>
              <c:pt idx="7">
                <c:v>1201.5</c:v>
              </c:pt>
              <c:pt idx="8">
                <c:v>1730.5</c:v>
              </c:pt>
              <c:pt idx="9">
                <c:v>2511</c:v>
              </c:pt>
              <c:pt idx="10">
                <c:v>3581.5</c:v>
              </c:pt>
              <c:pt idx="11">
                <c:v>5179.5</c:v>
              </c:pt>
              <c:pt idx="12">
                <c:v>7492.5</c:v>
              </c:pt>
              <c:pt idx="13">
                <c:v>10769.5</c:v>
              </c:pt>
              <c:pt idx="14">
                <c:v>15794.5</c:v>
              </c:pt>
              <c:pt idx="15">
                <c:v>23170</c:v>
              </c:pt>
              <c:pt idx="16">
                <c:v>34006.5</c:v>
              </c:pt>
              <c:pt idx="17">
                <c:v>49479</c:v>
              </c:pt>
              <c:pt idx="18">
                <c:v>72455.5</c:v>
              </c:pt>
            </c:numLit>
          </c:val>
          <c:smooth val="0"/>
        </c:ser>
        <c:ser>
          <c:idx val="2"/>
          <c:order val="2"/>
          <c:tx>
            <c:v>OFF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234.3</c:v>
              </c:pt>
              <c:pt idx="3">
                <c:v>334.20000000000005</c:v>
              </c:pt>
              <c:pt idx="4">
                <c:v>472.70000000000005</c:v>
              </c:pt>
              <c:pt idx="5">
                <c:v>711.7</c:v>
              </c:pt>
              <c:pt idx="6">
                <c:v>1034.4</c:v>
              </c:pt>
              <c:pt idx="7">
                <c:v>1483.8</c:v>
              </c:pt>
              <c:pt idx="8">
                <c:v>2129.7000000000003</c:v>
              </c:pt>
              <c:pt idx="9">
                <c:v>3048.8</c:v>
              </c:pt>
              <c:pt idx="10">
                <c:v>4479.900000000001</c:v>
              </c:pt>
              <c:pt idx="11">
                <c:v>6601.5</c:v>
              </c:pt>
              <c:pt idx="12">
                <c:v>9699.3</c:v>
              </c:pt>
              <c:pt idx="13">
                <c:v>14067.2</c:v>
              </c:pt>
              <c:pt idx="14">
                <c:v>20237.4</c:v>
              </c:pt>
              <c:pt idx="15">
                <c:v>29390</c:v>
              </c:pt>
              <c:pt idx="16">
                <c:v>42937.4</c:v>
              </c:pt>
              <c:pt idx="17">
                <c:v>63182.3</c:v>
              </c:pt>
              <c:pt idx="18">
                <c:v>97037.40000000001</c:v>
              </c:pt>
            </c:numLit>
          </c:val>
          <c:smooth val="0"/>
        </c:ser>
        <c:ser>
          <c:idx val="3"/>
          <c:order val="3"/>
          <c:tx>
            <c:v>ON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134.9</c:v>
              </c:pt>
              <c:pt idx="2">
                <c:v>191.6</c:v>
              </c:pt>
              <c:pt idx="3">
                <c:v>268.7</c:v>
              </c:pt>
              <c:pt idx="4">
                <c:v>377</c:v>
              </c:pt>
              <c:pt idx="5">
                <c:v>539</c:v>
              </c:pt>
              <c:pt idx="6">
                <c:v>799</c:v>
              </c:pt>
              <c:pt idx="7">
                <c:v>1166.5</c:v>
              </c:pt>
              <c:pt idx="8">
                <c:v>1688.1000000000001</c:v>
              </c:pt>
              <c:pt idx="9">
                <c:v>2478.1</c:v>
              </c:pt>
              <c:pt idx="10">
                <c:v>3629.8</c:v>
              </c:pt>
              <c:pt idx="11">
                <c:v>5284.5</c:v>
              </c:pt>
              <c:pt idx="12">
                <c:v>7810</c:v>
              </c:pt>
              <c:pt idx="13">
                <c:v>11493.1</c:v>
              </c:pt>
              <c:pt idx="14">
                <c:v>17143.6</c:v>
              </c:pt>
              <c:pt idx="15">
                <c:v>25173.7</c:v>
              </c:pt>
              <c:pt idx="16">
                <c:v>37266.3</c:v>
              </c:pt>
              <c:pt idx="17">
                <c:v>55748.1</c:v>
              </c:pt>
              <c:pt idx="18">
                <c:v>83885.40000000001</c:v>
              </c:pt>
            </c:numLit>
          </c:val>
          <c:smooth val="0"/>
        </c:ser>
        <c:ser>
          <c:idx val="4"/>
          <c:order val="4"/>
          <c:tx>
            <c:v>ON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143.5</c:v>
              </c:pt>
              <c:pt idx="2">
                <c:v>207.5</c:v>
              </c:pt>
              <c:pt idx="3">
                <c:v>294</c:v>
              </c:pt>
              <c:pt idx="4">
                <c:v>442.5</c:v>
              </c:pt>
              <c:pt idx="5">
                <c:v>637.5</c:v>
              </c:pt>
              <c:pt idx="6">
                <c:v>932</c:v>
              </c:pt>
              <c:pt idx="7">
                <c:v>1359</c:v>
              </c:pt>
              <c:pt idx="8">
                <c:v>1990.5</c:v>
              </c:pt>
              <c:pt idx="9">
                <c:v>2979</c:v>
              </c:pt>
              <c:pt idx="10">
                <c:v>4372.5</c:v>
              </c:pt>
              <c:pt idx="11">
                <c:v>6525.5</c:v>
              </c:pt>
              <c:pt idx="12">
                <c:v>9641.5</c:v>
              </c:pt>
              <c:pt idx="13">
                <c:v>14302.5</c:v>
              </c:pt>
              <c:pt idx="14">
                <c:v>21330.5</c:v>
              </c:pt>
              <c:pt idx="15">
                <c:v>32134.5</c:v>
              </c:pt>
              <c:pt idx="16">
                <c:v>48106</c:v>
              </c:pt>
              <c:pt idx="17">
                <c:v>72365.5</c:v>
              </c:pt>
              <c:pt idx="18">
                <c:v>110469.5</c:v>
              </c:pt>
            </c:numLit>
          </c:val>
          <c:smooth val="0"/>
        </c:ser>
        <c:ser>
          <c:idx val="5"/>
          <c:order val="5"/>
          <c:tx>
            <c:v>ON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#,##0</c:formatCode>
              <c:ptCount val="19"/>
              <c:pt idx="0">
                <c:v>100</c:v>
              </c:pt>
              <c:pt idx="1">
                <c:v>154</c:v>
              </c:pt>
              <c:pt idx="2">
                <c:v>234.3</c:v>
              </c:pt>
              <c:pt idx="3">
                <c:v>353.1</c:v>
              </c:pt>
              <c:pt idx="4">
                <c:v>514.1</c:v>
              </c:pt>
              <c:pt idx="5">
                <c:v>736.8</c:v>
              </c:pt>
              <c:pt idx="6">
                <c:v>1071.5</c:v>
              </c:pt>
              <c:pt idx="7">
                <c:v>1596.4</c:v>
              </c:pt>
              <c:pt idx="8">
                <c:v>2361.4</c:v>
              </c:pt>
              <c:pt idx="9">
                <c:v>3540.1</c:v>
              </c:pt>
              <c:pt idx="10">
                <c:v>5305.5</c:v>
              </c:pt>
              <c:pt idx="11">
                <c:v>7830.900000000001</c:v>
              </c:pt>
              <c:pt idx="12">
                <c:v>11773.7</c:v>
              </c:pt>
              <c:pt idx="13">
                <c:v>17851.6</c:v>
              </c:pt>
              <c:pt idx="14">
                <c:v>27025.9</c:v>
              </c:pt>
              <c:pt idx="15">
                <c:v>41417.3</c:v>
              </c:pt>
              <c:pt idx="16">
                <c:v>63852.100000000006</c:v>
              </c:pt>
              <c:pt idx="17">
                <c:v>98646.90000000001</c:v>
              </c:pt>
              <c:pt idx="18">
                <c:v>153289.30000000002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800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OFF P10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1"/>
          <c:order val="1"/>
          <c:tx>
            <c:v>OFF 中位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28575">
              <a:solidFill>
                <a:srgbClr val="236B8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2"/>
          <c:order val="2"/>
          <c:tx>
            <c:v>OFF P90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12383">
              <a:solidFill>
                <a:srgbClr val="236B8E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</c:numLit>
          </c:val>
          <c:smooth val="0"/>
        </c:ser>
        <c:ser>
          <c:idx val="3"/>
          <c:order val="3"/>
          <c:tx>
            <c:v>ON P10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0.08315287358034826</c:v>
              </c:pt>
              <c:pt idx="8">
                <c:v>0.1839621764259781</c:v>
              </c:pt>
              <c:pt idx="9">
                <c:v>0.31306599715322736</c:v>
              </c:pt>
              <c:pt idx="10">
                <c:v>0.3424138369139368</c:v>
              </c:pt>
              <c:pt idx="11">
                <c:v>0.4849752048926135</c:v>
              </c:pt>
              <c:pt idx="12">
                <c:v>0.4814625790975933</c:v>
              </c:pt>
              <c:pt idx="13">
                <c:v>0.6116455492796693</c:v>
              </c:pt>
              <c:pt idx="14">
                <c:v>0.744482569653181</c:v>
              </c:pt>
              <c:pt idx="15">
                <c:v>0.8391446977552116</c:v>
              </c:pt>
              <c:pt idx="16">
                <c:v>0.9056646287583244</c:v>
              </c:pt>
              <c:pt idx="17">
                <c:v>0.9504783629431804</c:v>
              </c:pt>
              <c:pt idx="18">
                <c:v>1.0566642793789618</c:v>
              </c:pt>
            </c:numLit>
          </c:val>
          <c:smooth val="0"/>
        </c:ser>
        <c:ser>
          <c:idx val="4"/>
          <c:order val="4"/>
          <c:tx>
            <c:v>ON 中位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28575">
              <a:solidFill>
                <a:srgbClr val="A74F3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0.1404494382022472</c:v>
              </c:pt>
              <c:pt idx="4">
                <c:v>0.4223114602179957</c:v>
              </c:pt>
              <c:pt idx="5">
                <c:v>0.5837243100864975</c:v>
              </c:pt>
              <c:pt idx="6">
                <c:v>0.5567728614592964</c:v>
              </c:pt>
              <c:pt idx="7">
                <c:v>0.6534008344833053</c:v>
              </c:pt>
              <c:pt idx="8">
                <c:v>0.6977386713557757</c:v>
              </c:pt>
              <c:pt idx="9">
                <c:v>0.785082189174056</c:v>
              </c:pt>
              <c:pt idx="10">
                <c:v>0.9409743821303281</c:v>
              </c:pt>
              <c:pt idx="11">
                <c:v>0.9948562724812884</c:v>
              </c:pt>
              <c:pt idx="12">
                <c:v>1.0764569789314453</c:v>
              </c:pt>
              <c:pt idx="13">
                <c:v>1.1673422563898512</c:v>
              </c:pt>
              <c:pt idx="14">
                <c:v>1.2495474348802278</c:v>
              </c:pt>
              <c:pt idx="15">
                <c:v>1.3600427137161235</c:v>
              </c:pt>
              <c:pt idx="16">
                <c:v>1.4451565132630977</c:v>
              </c:pt>
              <c:pt idx="17">
                <c:v>1.5227290790474535</c:v>
              </c:pt>
              <c:pt idx="18">
                <c:v>1.603019646699818</c:v>
              </c:pt>
            </c:numLit>
          </c:val>
          <c:smooth val="0"/>
        </c:ser>
        <c:ser>
          <c:idx val="5"/>
          <c:order val="5"/>
          <c:tx>
            <c:v>ON P90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12383">
              <a:solidFill>
                <a:srgbClr val="A74F3D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9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</c:numLit>
          </c:cat>
          <c:val>
            <c:numLit>
              <c:formatCode>0.0</c:formatCode>
              <c:ptCount val="19"/>
              <c:pt idx="0">
                <c:v>0</c:v>
              </c:pt>
              <c:pt idx="1">
                <c:v>0</c:v>
              </c:pt>
              <c:pt idx="2">
                <c:v>0.580692167577414</c:v>
              </c:pt>
              <c:pt idx="3">
                <c:v>0.9328100470957615</c:v>
              </c:pt>
              <c:pt idx="4">
                <c:v>0.9549747419283994</c:v>
              </c:pt>
              <c:pt idx="5">
                <c:v>1.3499989474348988</c:v>
              </c:pt>
              <c:pt idx="6">
                <c:v>1.4675299420034549</c:v>
              </c:pt>
              <c:pt idx="7">
                <c:v>1.4085537577999894</c:v>
              </c:pt>
              <c:pt idx="8">
                <c:v>1.4165799062988031</c:v>
              </c:pt>
              <c:pt idx="9">
                <c:v>1.5577107878262706</c:v>
              </c:pt>
              <c:pt idx="10">
                <c:v>1.6497793468667257</c:v>
              </c:pt>
              <c:pt idx="11">
                <c:v>1.7675494743495375</c:v>
              </c:pt>
              <c:pt idx="12">
                <c:v>1.8393328121040398</c:v>
              </c:pt>
              <c:pt idx="13">
                <c:v>1.9936987310957839</c:v>
              </c:pt>
              <c:pt idx="14">
                <c:v>2.1302813867373427</c:v>
              </c:pt>
              <c:pt idx="15">
                <c:v>2.1257808724402993</c:v>
              </c:pt>
              <c:pt idx="16">
                <c:v>2.200207850261611</c:v>
              </c:pt>
              <c:pt idx="17">
                <c:v>2.279019057027547</c:v>
              </c:pt>
              <c:pt idx="18">
                <c:v>2.3420910852690846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世代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IL11 位點突變細胞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IL11 OFF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-0.07500000000000001</c:v>
              </c:pt>
              <c:pt idx="1">
                <c:v>-0.05</c:v>
              </c:pt>
              <c:pt idx="2">
                <c:v>-0.025</c:v>
              </c:pt>
              <c:pt idx="3">
                <c:v>0</c:v>
              </c:pt>
              <c:pt idx="4">
                <c:v>0.025</c:v>
              </c:pt>
              <c:pt idx="5">
                <c:v>0.05</c:v>
              </c:pt>
              <c:pt idx="6">
                <c:v>0.07500000000000001</c:v>
              </c:pt>
              <c:pt idx="7">
                <c:v>-0.07500000000000001</c:v>
              </c:pt>
              <c:pt idx="8">
                <c:v>-0.05</c:v>
              </c:pt>
              <c:pt idx="9">
                <c:v>-0.025</c:v>
              </c:pt>
              <c:pt idx="10">
                <c:v>0</c:v>
              </c:pt>
              <c:pt idx="11">
                <c:v>0.025</c:v>
              </c:pt>
              <c:pt idx="12">
                <c:v>0.05</c:v>
              </c:pt>
              <c:pt idx="13">
                <c:v>0.07500000000000001</c:v>
              </c:pt>
              <c:pt idx="14">
                <c:v>-0.07500000000000001</c:v>
              </c:pt>
              <c:pt idx="15">
                <c:v>-0.05</c:v>
              </c:pt>
              <c:pt idx="16">
                <c:v>-0.025</c:v>
              </c:pt>
              <c:pt idx="17">
                <c:v>0</c:v>
              </c:pt>
              <c:pt idx="18">
                <c:v>0.025</c:v>
              </c:pt>
              <c:pt idx="19">
                <c:v>0.05</c:v>
              </c:pt>
              <c:pt idx="20">
                <c:v>0.07500000000000001</c:v>
              </c:pt>
              <c:pt idx="21">
                <c:v>-0.07500000000000001</c:v>
              </c:pt>
              <c:pt idx="22">
                <c:v>-0.05</c:v>
              </c:pt>
              <c:pt idx="23">
                <c:v>-0.025</c:v>
              </c:pt>
              <c:pt idx="24">
                <c:v>0</c:v>
              </c:pt>
              <c:pt idx="25">
                <c:v>0.025</c:v>
              </c:pt>
              <c:pt idx="26">
                <c:v>0.05</c:v>
              </c:pt>
              <c:pt idx="27">
                <c:v>0.07500000000000001</c:v>
              </c:pt>
              <c:pt idx="28">
                <c:v>-0.07500000000000001</c:v>
              </c:pt>
              <c:pt idx="29">
                <c:v>-0.05</c:v>
              </c:pt>
            </c:numLit>
          </c:xVal>
          <c:yVal>
            <c:numLit>
              <c:formatCode>#,##0</c:formatCode>
              <c:ptCount val="30"/>
              <c:pt idx="0">
                <c:v>76526</c:v>
              </c:pt>
              <c:pt idx="1">
                <c:v>71046</c:v>
              </c:pt>
              <c:pt idx="2">
                <c:v>115271</c:v>
              </c:pt>
              <c:pt idx="3">
                <c:v>81833</c:v>
              </c:pt>
              <c:pt idx="4">
                <c:v>67380</c:v>
              </c:pt>
              <c:pt idx="5">
                <c:v>80378</c:v>
              </c:pt>
              <c:pt idx="6">
                <c:v>69263</c:v>
              </c:pt>
              <c:pt idx="7">
                <c:v>71474</c:v>
              </c:pt>
              <c:pt idx="8">
                <c:v>65730</c:v>
              </c:pt>
              <c:pt idx="9">
                <c:v>104108</c:v>
              </c:pt>
              <c:pt idx="10">
                <c:v>79728</c:v>
              </c:pt>
              <c:pt idx="11">
                <c:v>61821</c:v>
              </c:pt>
              <c:pt idx="12">
                <c:v>62550</c:v>
              </c:pt>
              <c:pt idx="13">
                <c:v>91123</c:v>
              </c:pt>
              <c:pt idx="14">
                <c:v>64231</c:v>
              </c:pt>
              <c:pt idx="15">
                <c:v>68296</c:v>
              </c:pt>
              <c:pt idx="16">
                <c:v>96826</c:v>
              </c:pt>
              <c:pt idx="17">
                <c:v>86126</c:v>
              </c:pt>
              <c:pt idx="18">
                <c:v>88169</c:v>
              </c:pt>
              <c:pt idx="19">
                <c:v>87314</c:v>
              </c:pt>
              <c:pt idx="20">
                <c:v>72758</c:v>
              </c:pt>
              <c:pt idx="21">
                <c:v>71352</c:v>
              </c:pt>
              <c:pt idx="22">
                <c:v>62947</c:v>
              </c:pt>
              <c:pt idx="23">
                <c:v>65789</c:v>
              </c:pt>
              <c:pt idx="24">
                <c:v>76487</c:v>
              </c:pt>
              <c:pt idx="25">
                <c:v>82823</c:v>
              </c:pt>
              <c:pt idx="26">
                <c:v>72153</c:v>
              </c:pt>
              <c:pt idx="27">
                <c:v>60217</c:v>
              </c:pt>
              <c:pt idx="28">
                <c:v>65187</c:v>
              </c:pt>
              <c:pt idx="29">
                <c:v>98940</c:v>
              </c:pt>
            </c:numLit>
          </c:yVal>
        </c:ser>
        <c:ser>
          <c:idx val="1"/>
          <c:order val="1"/>
          <c:tx>
            <c:v>IL11 ON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0.925</c:v>
              </c:pt>
              <c:pt idx="1">
                <c:v>0.95</c:v>
              </c:pt>
              <c:pt idx="2">
                <c:v>0.975</c:v>
              </c:pt>
              <c:pt idx="3">
                <c:v>1</c:v>
              </c:pt>
              <c:pt idx="4">
                <c:v>1.025</c:v>
              </c:pt>
              <c:pt idx="5">
                <c:v>1.05</c:v>
              </c:pt>
              <c:pt idx="6">
                <c:v>1.075</c:v>
              </c:pt>
              <c:pt idx="7">
                <c:v>0.925</c:v>
              </c:pt>
              <c:pt idx="8">
                <c:v>0.95</c:v>
              </c:pt>
              <c:pt idx="9">
                <c:v>0.975</c:v>
              </c:pt>
              <c:pt idx="10">
                <c:v>1</c:v>
              </c:pt>
              <c:pt idx="11">
                <c:v>1.025</c:v>
              </c:pt>
              <c:pt idx="12">
                <c:v>1.05</c:v>
              </c:pt>
              <c:pt idx="13">
                <c:v>1.075</c:v>
              </c:pt>
              <c:pt idx="14">
                <c:v>0.925</c:v>
              </c:pt>
              <c:pt idx="15">
                <c:v>0.95</c:v>
              </c:pt>
              <c:pt idx="16">
                <c:v>0.975</c:v>
              </c:pt>
              <c:pt idx="17">
                <c:v>1</c:v>
              </c:pt>
              <c:pt idx="18">
                <c:v>1.025</c:v>
              </c:pt>
              <c:pt idx="19">
                <c:v>1.05</c:v>
              </c:pt>
              <c:pt idx="20">
                <c:v>1.075</c:v>
              </c:pt>
              <c:pt idx="21">
                <c:v>0.925</c:v>
              </c:pt>
              <c:pt idx="22">
                <c:v>0.95</c:v>
              </c:pt>
              <c:pt idx="23">
                <c:v>0.975</c:v>
              </c:pt>
              <c:pt idx="24">
                <c:v>1</c:v>
              </c:pt>
              <c:pt idx="25">
                <c:v>1.025</c:v>
              </c:pt>
              <c:pt idx="26">
                <c:v>1.05</c:v>
              </c:pt>
              <c:pt idx="27">
                <c:v>1.075</c:v>
              </c:pt>
              <c:pt idx="28">
                <c:v>0.925</c:v>
              </c:pt>
              <c:pt idx="29">
                <c:v>0.95</c:v>
              </c:pt>
            </c:numLit>
          </c:xVal>
          <c:yVal>
            <c:numLit>
              <c:formatCode>#,##0</c:formatCode>
              <c:ptCount val="30"/>
              <c:pt idx="0">
                <c:v>110292</c:v>
              </c:pt>
              <c:pt idx="1">
                <c:v>102940</c:v>
              </c:pt>
              <c:pt idx="2">
                <c:v>146937</c:v>
              </c:pt>
              <c:pt idx="3">
                <c:v>109380</c:v>
              </c:pt>
              <c:pt idx="4">
                <c:v>88504</c:v>
              </c:pt>
              <c:pt idx="5">
                <c:v>125255</c:v>
              </c:pt>
              <c:pt idx="6">
                <c:v>78017</c:v>
              </c:pt>
              <c:pt idx="7">
                <c:v>157963</c:v>
              </c:pt>
              <c:pt idx="8">
                <c:v>126556</c:v>
              </c:pt>
              <c:pt idx="9">
                <c:v>140292</c:v>
              </c:pt>
              <c:pt idx="10">
                <c:v>139739</c:v>
              </c:pt>
              <c:pt idx="11">
                <c:v>79191</c:v>
              </c:pt>
              <c:pt idx="12">
                <c:v>77532</c:v>
              </c:pt>
              <c:pt idx="13">
                <c:v>129921</c:v>
              </c:pt>
              <c:pt idx="14">
                <c:v>113597</c:v>
              </c:pt>
              <c:pt idx="15">
                <c:v>107344</c:v>
              </c:pt>
              <c:pt idx="16">
                <c:v>175252</c:v>
              </c:pt>
              <c:pt idx="17">
                <c:v>100528</c:v>
              </c:pt>
              <c:pt idx="18">
                <c:v>166452</c:v>
              </c:pt>
              <c:pt idx="19">
                <c:v>140374</c:v>
              </c:pt>
              <c:pt idx="20">
                <c:v>133291</c:v>
              </c:pt>
              <c:pt idx="21">
                <c:v>108642</c:v>
              </c:pt>
              <c:pt idx="22">
                <c:v>90521</c:v>
              </c:pt>
              <c:pt idx="23">
                <c:v>110647</c:v>
              </c:pt>
              <c:pt idx="24">
                <c:v>107836</c:v>
              </c:pt>
              <c:pt idx="25">
                <c:v>114980</c:v>
              </c:pt>
              <c:pt idx="26">
                <c:v>84407</c:v>
              </c:pt>
              <c:pt idx="27">
                <c:v>92203</c:v>
              </c:pt>
              <c:pt idx="28">
                <c:v>101910</c:v>
              </c:pt>
              <c:pt idx="29">
                <c:v>152770</c:v>
              </c:pt>
            </c:numLit>
          </c:yVal>
        </c:ser>
        <c:ser>
          <c:idx val="2"/>
          <c:order val="2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xVal>
          <c:yVal>
            <c:numLit>
              <c:formatCode>#,##0</c:formatCode>
              <c:ptCount val="2"/>
              <c:pt idx="0">
                <c:v>72455.5</c:v>
              </c:pt>
              <c:pt idx="1">
                <c:v>110469.5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第 18 代細胞數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1.25"/>
          <c:min val="-0.2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條件：0 與 1 對照上方圖例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d=0.2</c:v>
          </c:tx>
          <c:spPr>
            <a:solidFill xmlns:a="http://schemas.openxmlformats.org/drawingml/2006/main">
              <a:srgbClr val="236B8E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0.194</c:v>
              </c:pt>
              <c:pt idx="1">
                <c:v>0.196</c:v>
              </c:pt>
              <c:pt idx="2">
                <c:v>0.198</c:v>
              </c:pt>
              <c:pt idx="3">
                <c:v>0.2</c:v>
              </c:pt>
              <c:pt idx="4">
                <c:v>0.202</c:v>
              </c:pt>
              <c:pt idx="5">
                <c:v>0.20400000000000001</c:v>
              </c:pt>
              <c:pt idx="6">
                <c:v>0.20600000000000002</c:v>
              </c:pt>
              <c:pt idx="7">
                <c:v>0.194</c:v>
              </c:pt>
              <c:pt idx="8">
                <c:v>0.196</c:v>
              </c:pt>
              <c:pt idx="9">
                <c:v>0.198</c:v>
              </c:pt>
              <c:pt idx="10">
                <c:v>0.2</c:v>
              </c:pt>
              <c:pt idx="11">
                <c:v>0.202</c:v>
              </c:pt>
              <c:pt idx="12">
                <c:v>0.20400000000000001</c:v>
              </c:pt>
              <c:pt idx="13">
                <c:v>0.20600000000000002</c:v>
              </c:pt>
              <c:pt idx="14">
                <c:v>0.194</c:v>
              </c:pt>
              <c:pt idx="15">
                <c:v>0.196</c:v>
              </c:pt>
              <c:pt idx="16">
                <c:v>0.198</c:v>
              </c:pt>
              <c:pt idx="17">
                <c:v>0.2</c:v>
              </c:pt>
              <c:pt idx="18">
                <c:v>0.202</c:v>
              </c:pt>
              <c:pt idx="19">
                <c:v>0.20400000000000001</c:v>
              </c:pt>
              <c:pt idx="20">
                <c:v>0.20600000000000002</c:v>
              </c:pt>
              <c:pt idx="21">
                <c:v>0.194</c:v>
              </c:pt>
              <c:pt idx="22">
                <c:v>0.196</c:v>
              </c:pt>
              <c:pt idx="23">
                <c:v>0.198</c:v>
              </c:pt>
              <c:pt idx="24">
                <c:v>0.2</c:v>
              </c:pt>
              <c:pt idx="25">
                <c:v>0.202</c:v>
              </c:pt>
              <c:pt idx="26">
                <c:v>0.20400000000000001</c:v>
              </c:pt>
              <c:pt idx="27">
                <c:v>0.20600000000000002</c:v>
              </c:pt>
              <c:pt idx="28">
                <c:v>0.194</c:v>
              </c:pt>
              <c:pt idx="29">
                <c:v>0.196</c:v>
              </c:pt>
            </c:numLit>
          </c:xVal>
          <c:yVal>
            <c:numLit>
              <c:formatCode>#,##0</c:formatCode>
              <c:ptCount val="30"/>
              <c:pt idx="0">
                <c:v>1.144701731043678</c:v>
              </c:pt>
              <c:pt idx="1">
                <c:v>1.0920231575672765</c:v>
              </c:pt>
              <c:pt idx="2">
                <c:v>1.0512038211996442</c:v>
              </c:pt>
              <c:pt idx="3">
                <c:v>1.099326539694576</c:v>
              </c:pt>
              <c:pt idx="4">
                <c:v>0.9157519291723177</c:v>
              </c:pt>
              <c:pt idx="5">
                <c:v>1.092291504711916</c:v>
              </c:pt>
              <c:pt idx="6">
                <c:v>0.8760655244904401</c:v>
              </c:pt>
              <c:pt idx="7">
                <c:v>1.0020533001126335</c:v>
              </c:pt>
              <c:pt idx="8">
                <c:v>0.9867059238140962</c:v>
              </c:pt>
              <c:pt idx="9">
                <c:v>0.7978118733213779</c:v>
              </c:pt>
              <c:pt idx="10">
                <c:v>1.0959286057021247</c:v>
              </c:pt>
              <c:pt idx="11">
                <c:v>1.073521577876101</c:v>
              </c:pt>
              <c:pt idx="12">
                <c:v>0.9712911357339739</c:v>
              </c:pt>
              <c:pt idx="13">
                <c:v>1.008135006477092</c:v>
              </c:pt>
              <c:pt idx="14">
                <c:v>1.0470737417176061</c:v>
              </c:pt>
              <c:pt idx="15">
                <c:v>1.1147395491751257</c:v>
              </c:pt>
              <c:pt idx="16">
                <c:v>1.1996303447458443</c:v>
              </c:pt>
              <c:pt idx="17">
                <c:v>0.9650006169092493</c:v>
              </c:pt>
              <c:pt idx="18">
                <c:v>1.1662487877050034</c:v>
              </c:pt>
              <c:pt idx="19">
                <c:v>0.9901992098051824</c:v>
              </c:pt>
              <c:pt idx="20">
                <c:v>1.2421322172410951</c:v>
              </c:pt>
              <c:pt idx="21">
                <c:v>1.20729484505276</c:v>
              </c:pt>
              <c:pt idx="22">
                <c:v>1.0482532508341071</c:v>
              </c:pt>
              <c:pt idx="23">
                <c:v>1.1702072079986718</c:v>
              </c:pt>
              <c:pt idx="24">
                <c:v>1.0981706872366863</c:v>
              </c:pt>
              <c:pt idx="25">
                <c:v>0.9061219326169675</c:v>
              </c:pt>
              <c:pt idx="26">
                <c:v>0.965965132225518</c:v>
              </c:pt>
              <c:pt idx="27">
                <c:v>1.3275833053413275</c:v>
              </c:pt>
              <c:pt idx="28">
                <c:v>1.1452023707219714</c:v>
              </c:pt>
              <c:pt idx="29">
                <c:v>0.86162583399872</c:v>
              </c:pt>
            </c:numLit>
          </c:yVal>
        </c:ser>
        <c:ser>
          <c:idx val="1"/>
          <c:order val="1"/>
          <c:tx>
            <c:v>d=0.35</c:v>
          </c:tx>
          <c:spPr>
            <a:solidFill xmlns:a="http://schemas.openxmlformats.org/drawingml/2006/main">
              <a:srgbClr val="A74F3D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0.344</c:v>
              </c:pt>
              <c:pt idx="1">
                <c:v>0.346</c:v>
              </c:pt>
              <c:pt idx="2">
                <c:v>0.348</c:v>
              </c:pt>
              <c:pt idx="3">
                <c:v>0.35</c:v>
              </c:pt>
              <c:pt idx="4">
                <c:v>0.352</c:v>
              </c:pt>
              <c:pt idx="5">
                <c:v>0.354</c:v>
              </c:pt>
              <c:pt idx="6">
                <c:v>0.356</c:v>
              </c:pt>
              <c:pt idx="7">
                <c:v>0.344</c:v>
              </c:pt>
              <c:pt idx="8">
                <c:v>0.346</c:v>
              </c:pt>
              <c:pt idx="9">
                <c:v>0.348</c:v>
              </c:pt>
              <c:pt idx="10">
                <c:v>0.35</c:v>
              </c:pt>
              <c:pt idx="11">
                <c:v>0.352</c:v>
              </c:pt>
              <c:pt idx="12">
                <c:v>0.354</c:v>
              </c:pt>
              <c:pt idx="13">
                <c:v>0.356</c:v>
              </c:pt>
              <c:pt idx="14">
                <c:v>0.344</c:v>
              </c:pt>
              <c:pt idx="15">
                <c:v>0.346</c:v>
              </c:pt>
              <c:pt idx="16">
                <c:v>0.348</c:v>
              </c:pt>
              <c:pt idx="17">
                <c:v>0.35</c:v>
              </c:pt>
              <c:pt idx="18">
                <c:v>0.352</c:v>
              </c:pt>
              <c:pt idx="19">
                <c:v>0.354</c:v>
              </c:pt>
              <c:pt idx="20">
                <c:v>0.356</c:v>
              </c:pt>
              <c:pt idx="21">
                <c:v>0.344</c:v>
              </c:pt>
              <c:pt idx="22">
                <c:v>0.346</c:v>
              </c:pt>
              <c:pt idx="23">
                <c:v>0.348</c:v>
              </c:pt>
              <c:pt idx="24">
                <c:v>0.35</c:v>
              </c:pt>
              <c:pt idx="25">
                <c:v>0.352</c:v>
              </c:pt>
              <c:pt idx="26">
                <c:v>0.354</c:v>
              </c:pt>
              <c:pt idx="27">
                <c:v>0.356</c:v>
              </c:pt>
              <c:pt idx="28">
                <c:v>0.344</c:v>
              </c:pt>
              <c:pt idx="29">
                <c:v>0.346</c:v>
              </c:pt>
            </c:numLit>
          </c:xVal>
          <c:yVal>
            <c:numLit>
              <c:formatCode>#,##0</c:formatCode>
              <c:ptCount val="30"/>
              <c:pt idx="0">
                <c:v>1.718037767502042</c:v>
              </c:pt>
              <c:pt idx="1">
                <c:v>1.387913292379559</c:v>
              </c:pt>
              <c:pt idx="2">
                <c:v>1.5094555087769648</c:v>
              </c:pt>
              <c:pt idx="3">
                <c:v>1.7271819998754707</c:v>
              </c:pt>
              <c:pt idx="4">
                <c:v>1.7850488601223118</c:v>
              </c:pt>
              <c:pt idx="5">
                <c:v>1.9399431056516239</c:v>
              </c:pt>
              <c:pt idx="6">
                <c:v>1.8019869960232138</c:v>
              </c:pt>
              <c:pt idx="7">
                <c:v>1.9904745537437254</c:v>
              </c:pt>
              <c:pt idx="8">
                <c:v>1.8189607811388369</c:v>
              </c:pt>
              <c:pt idx="9">
                <c:v>2.007406040662244</c:v>
              </c:pt>
              <c:pt idx="10">
                <c:v>1.8779055825434436</c:v>
              </c:pt>
              <c:pt idx="11">
                <c:v>1.871845883298721</c:v>
              </c:pt>
              <c:pt idx="12">
                <c:v>1.6886253393593875</c:v>
              </c:pt>
              <c:pt idx="13">
                <c:v>1.5620020950682199</c:v>
              </c:pt>
              <c:pt idx="14">
                <c:v>1.734789495248552</c:v>
              </c:pt>
              <c:pt idx="15">
                <c:v>1.814141157250791</c:v>
              </c:pt>
              <c:pt idx="16">
                <c:v>1.8215686298075233</c:v>
              </c:pt>
              <c:pt idx="17">
                <c:v>1.8004710886078013</c:v>
              </c:pt>
              <c:pt idx="18">
                <c:v>1.655072930746728</c:v>
              </c:pt>
              <c:pt idx="19">
                <c:v>1.65864905318784</c:v>
              </c:pt>
              <c:pt idx="20">
                <c:v>1.9034864195649512</c:v>
              </c:pt>
              <c:pt idx="21">
                <c:v>1.633691657624435</c:v>
              </c:pt>
              <c:pt idx="22">
                <c:v>1.485868245102967</c:v>
              </c:pt>
              <c:pt idx="23">
                <c:v>1.82675117930684</c:v>
              </c:pt>
              <c:pt idx="24">
                <c:v>1.8030843077796088</c:v>
              </c:pt>
              <c:pt idx="25">
                <c:v>1.7828288243129395</c:v>
              </c:pt>
              <c:pt idx="26">
                <c:v>2.2862595362127536</c:v>
              </c:pt>
              <c:pt idx="27">
                <c:v>2.021760997888898</c:v>
              </c:pt>
              <c:pt idx="28">
                <c:v>1.5005656293425227</c:v>
              </c:pt>
              <c:pt idx="29">
                <c:v>1.8344332783895865</c:v>
              </c:pt>
            </c:numLit>
          </c:yVal>
        </c:ser>
        <c:ser>
          <c:idx val="2"/>
          <c:order val="2"/>
          <c:tx>
            <c:v>d=0.45</c:v>
          </c:tx>
          <c:spPr>
            <a:solidFill xmlns:a="http://schemas.openxmlformats.org/drawingml/2006/main">
              <a:srgbClr val="6C5B9C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0"/>
              <c:pt idx="0">
                <c:v>0.444</c:v>
              </c:pt>
              <c:pt idx="1">
                <c:v>0.446</c:v>
              </c:pt>
              <c:pt idx="2">
                <c:v>0.448</c:v>
              </c:pt>
              <c:pt idx="3">
                <c:v>0.45</c:v>
              </c:pt>
              <c:pt idx="4">
                <c:v>0.452</c:v>
              </c:pt>
              <c:pt idx="5">
                <c:v>0.454</c:v>
              </c:pt>
              <c:pt idx="6">
                <c:v>0.456</c:v>
              </c:pt>
              <c:pt idx="7">
                <c:v>0.444</c:v>
              </c:pt>
              <c:pt idx="8">
                <c:v>0.446</c:v>
              </c:pt>
              <c:pt idx="9">
                <c:v>0.448</c:v>
              </c:pt>
              <c:pt idx="10">
                <c:v>0.45</c:v>
              </c:pt>
              <c:pt idx="11">
                <c:v>0.452</c:v>
              </c:pt>
              <c:pt idx="12">
                <c:v>0.454</c:v>
              </c:pt>
              <c:pt idx="13">
                <c:v>0.456</c:v>
              </c:pt>
              <c:pt idx="14">
                <c:v>0.444</c:v>
              </c:pt>
              <c:pt idx="15">
                <c:v>0.446</c:v>
              </c:pt>
              <c:pt idx="16">
                <c:v>0.448</c:v>
              </c:pt>
              <c:pt idx="17">
                <c:v>0.45</c:v>
              </c:pt>
              <c:pt idx="18">
                <c:v>0.452</c:v>
              </c:pt>
              <c:pt idx="19">
                <c:v>0.454</c:v>
              </c:pt>
              <c:pt idx="20">
                <c:v>0.456</c:v>
              </c:pt>
              <c:pt idx="21">
                <c:v>0.444</c:v>
              </c:pt>
              <c:pt idx="22">
                <c:v>0.446</c:v>
              </c:pt>
              <c:pt idx="23">
                <c:v>0.448</c:v>
              </c:pt>
              <c:pt idx="24">
                <c:v>0.45</c:v>
              </c:pt>
              <c:pt idx="25">
                <c:v>0.452</c:v>
              </c:pt>
              <c:pt idx="26">
                <c:v>0.454</c:v>
              </c:pt>
              <c:pt idx="27">
                <c:v>0.456</c:v>
              </c:pt>
              <c:pt idx="28">
                <c:v>0.444</c:v>
              </c:pt>
              <c:pt idx="29">
                <c:v>0.446</c:v>
              </c:pt>
            </c:numLit>
          </c:xVal>
          <c:yVal>
            <c:numLit>
              <c:formatCode>#,##0</c:formatCode>
              <c:ptCount val="30"/>
              <c:pt idx="0">
                <c:v>2.6159901342912217</c:v>
              </c:pt>
              <c:pt idx="1">
                <c:v>2.8193622656256183</c:v>
              </c:pt>
              <c:pt idx="2">
                <c:v>2.914730515321656</c:v>
              </c:pt>
              <c:pt idx="3">
                <c:v>2.4127342600814528</c:v>
              </c:pt>
              <c:pt idx="4">
                <c:v>3.0877349812280905</c:v>
              </c:pt>
              <c:pt idx="5">
                <c:v>2.2491803372679042</c:v>
              </c:pt>
              <c:pt idx="6">
                <c:v>2.9589927367539657</c:v>
              </c:pt>
              <c:pt idx="7">
                <c:v>2.9264135787711</c:v>
              </c:pt>
              <c:pt idx="8">
                <c:v>2.9870992625951898</c:v>
              </c:pt>
              <c:pt idx="9">
                <c:v>3.0813763520663837</c:v>
              </c:pt>
              <c:pt idx="10">
                <c:v>3.22371277535943</c:v>
              </c:pt>
              <c:pt idx="11">
                <c:v>2.5985107316421474</c:v>
              </c:pt>
              <c:pt idx="12">
                <c:v>2.669660977979574</c:v>
              </c:pt>
              <c:pt idx="13">
                <c:v>3.112286027185245</c:v>
              </c:pt>
              <c:pt idx="14">
                <c:v>2.882569151901281</c:v>
              </c:pt>
              <c:pt idx="15">
                <c:v>2.6750904350590408</c:v>
              </c:pt>
              <c:pt idx="16">
                <c:v>2.733313188650229</c:v>
              </c:pt>
              <c:pt idx="17">
                <c:v>2.3900165034823386</c:v>
              </c:pt>
              <c:pt idx="18">
                <c:v>3.082123951961003</c:v>
              </c:pt>
              <c:pt idx="19">
                <c:v>2.5930209235521224</c:v>
              </c:pt>
              <c:pt idx="20">
                <c:v>3.281294217656954</c:v>
              </c:pt>
              <c:pt idx="21">
                <c:v>2.96472077669602</c:v>
              </c:pt>
              <c:pt idx="22">
                <c:v>2.5682824882225614</c:v>
              </c:pt>
              <c:pt idx="23">
                <c:v>2.8505765528618676</c:v>
              </c:pt>
              <c:pt idx="24">
                <c:v>2.481360845340084</c:v>
              </c:pt>
              <c:pt idx="25">
                <c:v>2.4937599507610306</c:v>
              </c:pt>
              <c:pt idx="26">
                <c:v>2.584551497877367</c:v>
              </c:pt>
              <c:pt idx="27">
                <c:v>2.8675785153809725</c:v>
              </c:pt>
              <c:pt idx="28">
                <c:v>2.7267628365596277</c:v>
              </c:pt>
              <c:pt idx="29">
                <c:v>2.9970216729765133</c:v>
              </c:pt>
            </c:numLit>
          </c:yVal>
        </c:ser>
        <c:ser>
          <c:idx val="3"/>
          <c:order val="3"/>
          <c:tx>
            <c:v>中位數</c:v>
          </c:tx>
          <c:spPr>
            <a:solidFill xmlns:a="http://schemas.openxmlformats.org/drawingml/2006/main">
              <a:srgbClr val="173042"/>
            </a:solidFill>
            <a:ln xmlns:a="http://schemas.openxmlformats.org/drawingml/2006/main" w="0">
              <a:noFill/>
            </a:ln>
          </c:spPr>
          <c:marker>
            <c:symbol val="circle"/>
            <c:size val="13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3"/>
              <c:pt idx="0">
                <c:v>0.2</c:v>
              </c:pt>
              <c:pt idx="1">
                <c:v>0.35</c:v>
              </c:pt>
              <c:pt idx="2">
                <c:v>0.45</c:v>
              </c:pt>
            </c:numLit>
          </c:xVal>
          <c:yVal>
            <c:numLit>
              <c:formatCode>#,##0</c:formatCode>
              <c:ptCount val="3"/>
              <c:pt idx="0">
                <c:v>1.0623626995378725</c:v>
              </c:pt>
              <c:pt idx="1">
                <c:v>1.8012290423155075</c:v>
              </c:pt>
              <c:pt idx="2">
                <c:v>2.834969409243743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0E5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Shannon 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</c:valAx>
      <c:valAx>
        <c:axId val="48650112"/>
        <c:scaling>
          <c:orientation val="minMax"/>
          <c:max val="0.5"/>
          <c:min val="0.1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3042"/>
                    </a:solidFill>
                    <a:latin typeface="Arial Unicode MS"/>
                    <a:ea typeface="Arial Unicode MS"/>
                    <a:cs typeface="Arial Unicode MS"/>
                  </a:rPr>
                  <a:t>自然死亡機率 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04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65758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CFB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173042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CFBF8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6D648-8DA0-4A3C-BA67-369C7AB0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腫瘤模擬程式的設計與數學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ABCE4-D972-4799-9869-3EAC13D1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BME 6120　程式實作、狀態轉移與模擬結果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62240-F3AF-4557-9FC6-6919DD3E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9CE10-416C-4ACA-9C06-5BA47738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一代更新：存活、分裂，再讓子代突變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47F89-0FFB-48FB-89E6-CF9CF2AC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閱讀順序：資料表示 → 更新規則 → 統計與證據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365E6-E09E-4FAB-BFAC-E6A3D13A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程式以基因型計數模擬同步世代，參數為教學假設。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615b0a4ed4c13"/>
          <a:stretch xmlns:a="http://schemas.openxmlformats.org/drawingml/2006/main"/>
        </p:blipFill>
        <p:spPr>
          <a:xfrm xmlns:a="http://schemas.openxmlformats.org/drawingml/2006/main">
            <a:off x="666750" y="3529823"/>
            <a:ext cx="10810875" cy="7508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37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3222E-88DB-44A1-AE93-3D706B24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負荷下降之後，為何又回升？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3839E-9B8C-413B-8C8B-368F1D15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主治療情境的 30 次試驗，先提出需要解釋的現象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287E7-5362-4155-B473-1F2A2C1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408538820040d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3AD49-3BF7-4E1D-8DE1-4166B25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負荷下降</a:t>
            </a:r>
          </a:p>
          <a:p xmlns:a="http://schemas.openxmlformats.org/drawingml/2006/main">
            <a:pPr algn="l">
              <a:def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組成如何改變？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BAC97-B5A7-4DE6-B9B2-486F9881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用程式規則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建立機制解釋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再回到結果驗證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93792-2174-4AF9-8BCC-DC425EB1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先看現象，再讀實作與數學，最後用完整圖組檢查解釋。</a:t>
            </a:r>
          </a:p>
        </p:txBody>
      </p:sp>
    </p:spTree>
    <p:extLst>
      <p:ext uri="{BB962C8B-B14F-4D97-AF65-F5344CB8AC3E}">
        <p14:creationId xmlns:p14="http://schemas.microsoft.com/office/powerpoint/2010/main" val="266040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9CA33-E789-413F-8F49-EF8D36A8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程式架構：核心模擬與實驗分析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84847-9336-4AB5-A9F7-E8FD6566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每個函數解決一個明確問題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EFF9C-CB0D-44B8-BEF1-CD169AFD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5F803-B114-4F11-AAF0-97D1577C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參數與驗證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F5AE9-12C0-4D64-9DE9-C5B22AFC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simulate()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一條隨機路徑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F7AE4-9FF8-45D3-90DF-3FFBD9CA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Result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摘要與完整快照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05125" y="25050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477000" y="25050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20CD7-7CD3-4516-A1AC-887EB532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604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表型與機率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driver_count / suppressor_loss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growth_probabilities / il11_environment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89794-B6CD-4AC2-A89E-03938093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29000"/>
            <a:ext cx="4333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多次試驗與結果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main / plot_therapy_ensemble</a:t>
            </a:r>
          </a:p>
          <a:p xmlns:a="http://schemas.openxmlformats.org/drawingml/2006/main">
            <a:pPr algn="l">
              <a:def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therapy_outcome / run_comparisons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B600C-11D0-481D-92B6-1C54ABEE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核心模擬決定資料如何生成，分析函數決定如何解讀資料。</a:t>
            </a:r>
          </a:p>
        </p:txBody>
      </p:sp>
    </p:spTree>
    <p:extLst>
      <p:ext uri="{BB962C8B-B14F-4D97-AF65-F5344CB8AC3E}">
        <p14:creationId xmlns:p14="http://schemas.microsoft.com/office/powerpoint/2010/main" val="1200642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874CE-6B52-493D-9A05-6589FB56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Config：把假設變成可檢查的參數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A6515-DF59-48CF-B438-603C077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設定集中管理，避免各函數使用不同規則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43505-C89D-42ED-B53D-FA6CDC8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9A0DC-1E13-4B32-8F5B-81030630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@dataclass(frozen=True)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class Config: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n_genes: int = 20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driver_genes: tuple[int, ...] = (0, 1, 2)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mutation_rate: float = 0.001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death_rate: float = 0.30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driver_death_reduction: float = 0.08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triple_probability: float = 0.04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driver_triple_bonus: float = 0.12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max_cells: int = 1_000_000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254A8-B1A4-4777-9742-ED58442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frozen=True 保護本次設定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replace() 建立新實驗條件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99046-54F9-4C40-B599-E967CFE9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μ 是每個未突變位元的機率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q 是存活後產生三子代的機率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85E60-BE1A-4B4D-9980-62D2B5BC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max_cells 是計算停止門檻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不代表腫瘤承載量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0EE2F-D0F5-413D-9121-42650BD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4ea4c84ae463e"/>
          <a:stretch xmlns:a="http://schemas.openxmlformats.org/drawingml/2006/main"/>
        </p:blipFill>
        <p:spPr>
          <a:xfrm xmlns:a="http://schemas.openxmlformats.org/drawingml/2006/main">
            <a:off x="685800" y="5238750"/>
            <a:ext cx="10772775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39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899DC-782E-4922-B3D9-8E69D9A1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population：稀疏字典表示整個腫瘤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ED4B3-1CE7-4A34-85F7-E60708E7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字典鍵是基因型整數，值是具有該基因型的細胞數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AD78C-5C46-44F4-B452-C46DC3B5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0BABB-476B-4BFA-8728-5C4C8F23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rng = np.random.default_rng(seed)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population = {0: config.initial_cells}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generation in range(config.generations + 1):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row = summarize(population, generation,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history.append(row)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populations.append(dict(population))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2295D-288F-4E19-9B83-AAB8323D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{0: 100} 表示 100 個全未突變細胞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BAFBF-EE66-414E-AFF9-5F7769DD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history 保存逐代摘要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populations 保存字典副本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74AF2-0A8A-4515-AA89-95575F2E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只儲存實際出現的基因型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不必配置 2²² 個空欄位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12BC4-D058-48D6-9602-C75C7A0A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5420773324c0d"/>
          <a:stretch xmlns:a="http://schemas.openxmlformats.org/drawingml/2006/main"/>
        </p:blipFill>
        <p:spPr>
          <a:xfrm xmlns:a="http://schemas.openxmlformats.org/drawingml/2006/main">
            <a:off x="3477292" y="4953000"/>
            <a:ext cx="5189792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5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E8DA3-688A-4C47-B9A0-DB5FD3B0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Bitmask：用位元檢查基因是否突變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F1B4C-68DE-4E32-9856-19B88E80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 &lt;&lt; g 選取第 g 位，AND 檢查，OR 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A378C-3A20-4B1E-B53A-7CA5D730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3F038-34EC-4E05-9B54-6CFC753B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sum(bool(genotype &amp; (1 &lt;&lt; g)) for g in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config.driver_genes)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56130-6321-44AE-B32D-E4CC4348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3 位的遮罩為 1 &lt;&lt; 3 = 8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抗藥細胞滿足 genotype &amp;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CC1D-A3F6-41AD-B606-9BA7B724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例：9 = 00001001₂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0 與第 3 位已突變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72563-C044-402C-8358-2345C9A0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driver_count 計數 oncogene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抗藥與 driver 表型分開判定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0788B-54CA-4EDE-8AE1-8DB245E7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f2c33ea284814"/>
          <a:stretch xmlns:a="http://schemas.openxmlformats.org/drawingml/2006/main"/>
        </p:blipFill>
        <p:spPr>
          <a:xfrm xmlns:a="http://schemas.openxmlformats.org/drawingml/2006/main">
            <a:off x="2419350" y="5238750"/>
            <a:ext cx="7305675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82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6BABA-9766-46D8-BDE5-3B3A506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TSG：two-hit 必須擊中同一基因的兩個等位基因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B6C3C-78EF-47F2-B6C4-BCE6318C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20 個基因座，兩個 TSG 各增加第二等位基因位元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61E16-0EC2-4DA1-9DAE-FCE25F21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8FCB0-6059-4C6A-9FBA-E00E9FF3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second = config.n_genes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config.suppressor_genes.index(gene)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int(bool(genotype &amp; (1 &lt;&lt; gene)))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int(bool(genotype &amp; (1 &lt;&lt; second)))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any(suppressor_alleles(genotype, gene,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&gt;= config.suppressor_hits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for gene in config.suppressor_genes)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8487E-EFE2-415B-BA7B-993B14B5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gene 4：位元 4 與 20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gene 5：位元 5 與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048E8-2946-41D1-B647-2F310B4E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two-hit：同一基因有兩擊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不同基因各一擊尚未達標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C1CD6-BB9B-41C9-B1B7-9E8B7B23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any() 表示任一 TSG 達標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每類優勢只加入一次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B5211-A057-4050-B1A0-DDC17A63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a59cc42334377"/>
          <a:stretch xmlns:a="http://schemas.openxmlformats.org/drawingml/2006/main"/>
        </p:blipFill>
        <p:spPr>
          <a:xfrm xmlns:a="http://schemas.openxmlformats.org/drawingml/2006/main">
            <a:off x="2440781" y="5238750"/>
            <a:ext cx="7262813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71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D79E7-AEEA-4F2D-81E5-DE7411C5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growth_probabilities：表型如何改變生長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A4AD5-0D36-44AD-A606-AE093DF5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Oncogene 與 TSG 優勢可相加，IL11 降低共享死亡率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73006-C7F0-4BAF-973E-E0C1A9D2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2D0D7-5238-47CE-A36C-7D95CD57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oncogene = driver_count(genotype, config) &gt;=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config.driver_hits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suppressor = suppressor_loss(genotype,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death = max(0, config.death_rate -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config.driver_death_reduction * oncogene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- config.suppressor_death_reduction *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suppressor - shared_benefit)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triple = (config.triple_probability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config.driver_triple_bonus * oncogene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+ config.suppressor_triple_bonus *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suppressor)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death, triple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9461E-DBDC-46FF-A6E1-35DFB5A1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I_O：oncogene 是否達門檻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I_T：任一 TSG 是否達門檻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092DC-8C15-4EED-BC11-D860062C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death 自然死亡率至少為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triple 是存活條件下的機率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FBB83-F1E8-4618-9A3D-EDD82245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基準 (d,q)=(0.30,0.04)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兩類達標時 (0.14,0.28)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CD3DA-9530-4319-9C99-EA9091CA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b0b36d8724c60"/>
          <a:stretch xmlns:a="http://schemas.openxmlformats.org/drawingml/2006/main"/>
        </p:blipFill>
        <p:spPr>
          <a:xfrm xmlns:a="http://schemas.openxmlformats.org/drawingml/2006/main">
            <a:off x="666750" y="5322652"/>
            <a:ext cx="10810875" cy="4513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527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87F79-A0E0-4E30-8DDD-36439049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il11_environment：當前族群形成下一代共享環境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BA71F-00F3-45DF-A9D8-C1CDCB46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本代生產者比例決定 b，所有基因型共同受益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3812D-2CED-4BA4-9024-CD538F5D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3CA4B-EC94-40BB-AA44-21E7D1F1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total = sum(population.values())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not config.il11_enabled or total == 0: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0.0, 0.0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fraction = sum(n for g, n in population.items() if g &amp;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(1 &lt;&lt; config.il11_gene)) / total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benefit = config.il11_max_death_reduction * fraction /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(config.il11_half_fraction + fraction)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fraction, benefit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F5E04-B49F-4482-8822-C3C9149F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 = IL11⁺ 細胞數 / 總細胞數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關閉或滅絕時回傳 (0,0)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8BF7C-85AC-4396-BAEC-5A6B8399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f=2% 時 b=0.03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基準死亡率由 30% 降至 27%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AF726-A4A4-41A4-909A-A47A0431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先計算環境，再更新子代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本代新突變從下次轉移起作用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E4B81-44E9-41FC-8AEB-0F705D1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193c6994c4207"/>
          <a:stretch xmlns:a="http://schemas.openxmlformats.org/drawingml/2006/main"/>
        </p:blipFill>
        <p:spPr>
          <a:xfrm xmlns:a="http://schemas.openxmlformats.org/drawingml/2006/main">
            <a:off x="3728996" y="4953000"/>
            <a:ext cx="468638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19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08BA7-84BE-4C24-B1F3-1DFFEEA5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simulate：一代更新的完整順序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B62A3-7915-4B7E-9A51-DA1D6182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先記錄與檢查，再繁殖與突變，最後更換族群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6297F-C05B-4332-B498-4E9082FB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0C977-1B3A-4E49-95C7-1F0412DA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記錄 Sₜ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摘要與快照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B5643-14E9-442A-B392-7BAA6093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停止檢查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決定是否推進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898E6-DF4D-460B-9CF9-E6C3DB0F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治療與 IL11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本次環境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2F66B-91AA-4125-AFF3-9633C4EC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父細胞抽樣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存活與分裂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7A561-6FA5-40CA-A9E7-0F0EE117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38375"/>
            <a:ext cx="20478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子代突變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合併與替換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67000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00625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34250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67875" y="28336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F07BC-178B-4868-8976-C0FC9A39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第 0 代也會記錄。世代更新使用全新 offspring，不把父代再加回去。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8c38615384b50"/>
          <a:stretch xmlns:a="http://schemas.openxmlformats.org/drawingml/2006/main"/>
        </p:blipFill>
        <p:spPr>
          <a:xfrm xmlns:a="http://schemas.openxmlformats.org/drawingml/2006/main">
            <a:off x="666750" y="4040817"/>
            <a:ext cx="10858500" cy="7766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264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58A2D-418E-4D4D-A8FD-E08DC1D6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停止條件：記錄最後一代，保留停止原因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E4005-D7BA-409E-B96B-4F391A18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優先序為滅絕、取樣目標、計算上限、觀察代數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20039-A542-494A-85F5-BA1F9F1E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C7DC0-E235-4572-8FDF-11F3C99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row["total"] == 0: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"extinction"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target_size is not None and row["total"] &gt;=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target_size: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"target_reached"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row["total"] &gt;= config.max_cells: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stop_reason = "cell_limit"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generation == config.generations: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C863B-99A2-4117-B4B3-B544911C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滅絕：族群確實已變成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之後細胞數可延續為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E3374-5AC1-4780-81C6-261FCB6C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 max_cells：停止觀察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該代完整保留，之後是缺失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1A85A-BA88-4DC8-9EC6-DFB4950D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target_size 用於等大小比較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允許跨門檻時 overshoot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7EFBE-BC59-480E-9C39-A5D34AA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3d374a4214e67"/>
          <a:stretch xmlns:a="http://schemas.openxmlformats.org/drawingml/2006/main"/>
        </p:blipFill>
        <p:spPr>
          <a:xfrm xmlns:a="http://schemas.openxmlformats.org/drawingml/2006/main">
            <a:off x="1271004" y="5238750"/>
            <a:ext cx="9602368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927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49F0E-FE62-4AC5-9A9C-9E9046F7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治療開關：首次達門檻後持續作用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E97BA-4CB2-4BF8-9C6C-E5DF4E42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therapy_generation 同時保存啟動代數與控制狀態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B11A5-9715-4CAD-A044-4BDF6E2B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156BA-CB35-4E0E-9A9C-84877D74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therapy and therapy_generation is None and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row["total"] &gt;= config.therapy_start_size: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therapy_generation = generation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if therapy_generation is not None: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resistant = bool(genotype &amp; (1 &lt;&lt;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config.resistance_gene))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kill = config.resistant_therapy_kill if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resistant else config.sensitive_therapy_kill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death = 1 - (1 - death) * (1 - kill)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2030F-8C20-4649-AA78-D26EDFC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None 表示尚未啟動治療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 20,000 時記錄當前代數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1AEAB-41DA-4327-9FA2-3300048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存活機率先乘自然存活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再乘治療下的存活機率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96327-14F4-4225-8E2B-6C593F4E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敏感 k=0.90，抗藥 k=0.04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治療改變存活，不改變 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2FE7B-F293-45B9-A458-13CFC523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d5e4feae04eb2"/>
          <a:stretch xmlns:a="http://schemas.openxmlformats.org/drawingml/2006/main"/>
        </p:blipFill>
        <p:spPr>
          <a:xfrm xmlns:a="http://schemas.openxmlformats.org/drawingml/2006/main">
            <a:off x="666750" y="5259133"/>
            <a:ext cx="10810875" cy="5783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938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DE012-FA25-4AFA-A45C-66EC78F3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狀態機：治療的歷史不能只看當前總量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87564-2846-4EA7-8916-0720AE78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相同負荷可能代表未治療，也可能已治療後下降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4F95D-7A00-47F0-A8CF-C9C15E50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328BD-E794-4687-AAD4-F07BF458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未治療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 =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75288-2DFA-4E3B-B520-3C04C9CF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7"/>
          </a:solidFill>
          <a:ln xmlns:a="http://schemas.openxmlformats.org/drawingml/2006/main" w="14288">
            <a:solidFill>
              <a:srgbClr val="236B8E"/>
            </a:solidFill>
          </a:ln>
        </p:spPr>
        <p:txBody>
          <a:bodyPr xmlns:a="http://schemas.openxmlformats.org/drawingml/2006/main" lIns="85725" tIns="47625" rIns="8572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持續治療</a:t>
            </a:r>
          </a:p>
          <a:p xmlns:a="http://schemas.openxmlformats.org/drawingml/2006/main">
            <a:pPr algn="ctr">
              <a:def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A = 1</a:t>
            </a:r>
          </a:p>
        </p:txBody>
      </p: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8575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0"/>
            </a:solidFill>
            <a:tail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B3238-95B0-4301-9DF2-F0576F12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907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therapy 開啟且 T ≥ 20,000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1CFD4-B136-4759-A9E4-DA160D2B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低於門檻時維持 A=0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2FAA1-49E1-456C-A107-F332C488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下降後仍維持 A=1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7A242-2A8D-44FA-8B50-1D35DA31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未停止時才執行轉移。停止條件與治療狀態分別控制觀察與生長。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2e11762dd45bf"/>
          <a:stretch xmlns:a="http://schemas.openxmlformats.org/drawingml/2006/main"/>
        </p:blipFill>
        <p:spPr>
          <a:xfrm xmlns:a="http://schemas.openxmlformats.org/drawingml/2006/main">
            <a:off x="2461490" y="4810125"/>
            <a:ext cx="7269020" cy="71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89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B3073-54EB-45C8-B279-610C5F08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父代抽樣：兩次 Binomial 產生整批子代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CE7EB-4950-453B-AB6E-D132F473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一個基因型有 n 個父細胞，批次處理而不逐細胞迴圈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045F4-3889-4E4D-A5FC-BF8AF5E6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3CCE7-7D6A-4ED1-B4CC-AB32740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death, triple = growth_probabilities(genotype, config,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shared_benefit)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survivors = int(rng.binomial(count, 1 - death))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triples = int(rng.binomial(survivors, triple))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n = 2 * survivors + triples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n: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offspring[genotype] =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469C5-F7A0-4C14-925E-BC013B67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survivors = 存活父細胞 U_g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以 n_g 和 1−δ_g 抽樣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AD835-2B0A-4CDE-804F-B6921CD3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triples = 三子代事件 V_g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只在 survivors 中抽樣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721DF-FA96-4804-8919-A4903C7E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n = 2U_g + V_g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父代被新子代取代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A7BD4-0486-48FD-8874-6834C07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21d3ac2fd4ae9"/>
          <a:stretch xmlns:a="http://schemas.openxmlformats.org/drawingml/2006/main"/>
        </p:blipFill>
        <p:spPr>
          <a:xfrm xmlns:a="http://schemas.openxmlformats.org/drawingml/2006/main">
            <a:off x="666750" y="5287924"/>
            <a:ext cx="10810875" cy="5207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956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34577-3206-4462-952E-900481A4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數值例子：基準細胞平均產生 1.428 個子代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F0516-E870-45F0-BD16-02DA4C2F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先把存活和分裂機率結合，再理解生長或萎縮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725B4-023D-46A6-BE4B-A8E88FC2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047750" y="2076450"/>
          <a:ext xmlns:a="http://schemas.openxmlformats.org/drawingml/2006/main" cx="10096500" cy="1476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2524125"/>
                <a:gridCol w="2524125"/>
                <a:gridCol w="2524125"/>
              </a:tblGrid>
              <a:tr h="73818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子代 B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73818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0.672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4953000"/>
          <a:ext xmlns:a="http://schemas.openxmlformats.org/drawingml/2006/main" cx="10858500" cy="857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2714625"/>
                <a:gridCol w="2714625"/>
                <a:gridCol w="2714625"/>
              </a:tblGrid>
              <a:tr h="428625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基準細胞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未治療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治療下敏感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治療下抗藥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428625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每父細胞期望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1.37088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4365092d24852"/>
          <a:stretch xmlns:a="http://schemas.openxmlformats.org/drawingml/2006/main"/>
        </p:blipFill>
        <p:spPr>
          <a:xfrm xmlns:a="http://schemas.openxmlformats.org/drawingml/2006/main">
            <a:off x="1801091" y="3876675"/>
            <a:ext cx="8589818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678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2F2A3-67F5-4BC1-908E-38F7164F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mutate_offspring：逐位元拆分子代計數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B3BA3-C2F5-4E4A-9714-CA293DA0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每輪只替尚未突變的位元抽樣，允許同代多位元突變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CF876-3652-47CA-84AC-85A56639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67885-3D82-4F79-9382-0BD6DD8E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population = dict(population)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gene in range(config.n_genes +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len(config.suppressor_genes)):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bit = 1 &lt;&lt; gene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updated = dict(population)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genotype, count in population.items():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genotype &amp; bit: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continue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mutants = int(rng.binomial(count,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config.mutation_rate))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7AA9C-F36C-4EE1-9E7B-F87B8B2E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mutants ~ Binomial(count, μ)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一次抽出該類的突變細胞數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9E1D9-FDCC-4465-A4F6-CF70D24E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genotype | bit 設定新位元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get(...,0) 合併相同基因型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371EC-777F-4D66-A430-121A8925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依序遍歷全部 22 個位元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本輪新類型下輪可再突變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F625F-D644-4DFA-B527-9FB12656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5bf511fde42eb"/>
          <a:stretch xmlns:a="http://schemas.openxmlformats.org/drawingml/2006/main"/>
        </p:blipFill>
        <p:spPr>
          <a:xfrm xmlns:a="http://schemas.openxmlformats.org/drawingml/2006/main">
            <a:off x="2840831" y="5238750"/>
            <a:ext cx="6462713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255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9509F-1CC1-4B47-8B03-50056D73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突變守恆：重新分類細胞，不創造額外細胞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2E45A-B0FB-44E7-8D80-289FDFF3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舊類型移出 X 個，新類型加入同樣的 X 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D3044-D437-4464-97E5-FB2A5AC3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7CAA6-700B-44A1-AB33-6EB4E95C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if mutants: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updated[genotype] -= mutants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updated[genotype | bit]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updated.get(genotype | bit, 0) + mutants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population = {g: n for g, n in updated.items() if n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&gt; 0}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population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54397-F574-4D18-8CB2-B79E61B2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例：100 個 g=0，抽到 2 個突變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結果為 {0:98, 8:2}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CB7C9-53AA-4DB5-8970-ABA0A183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刪除 count=0 的項目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維持稀疏字典與正計數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9E651-E1D2-4DB6-BB48-DA13A054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守恆只適用於突變階段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存活與分裂會改變總數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24FB2-991A-4AC1-A9F3-DE16F401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486ac52354697"/>
          <a:stretch xmlns:a="http://schemas.openxmlformats.org/drawingml/2006/main"/>
        </p:blipFill>
        <p:spPr>
          <a:xfrm xmlns:a="http://schemas.openxmlformats.org/drawingml/2006/main">
            <a:off x="3087905" y="4953000"/>
            <a:ext cx="5968565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15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DEAA3-EE0A-4DC7-A30E-1B0B3739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逐位元抽樣對應精確突變矩陣 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A4C1E-A7C5-42DB-9FC8-D28C2743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Q 的列是父代基因型，欄是子代基因型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36075-A0A9-421F-BC65-B65D30DF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7C0D5-2F9D-483E-9C16-E3BCDA9A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程式逐位元抽樣，數學可用多項分布描述相同分布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4DA38-107E-4345-9748-AECF006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L=22。Q 每列總和為 1；它描述單個子代的突變，不是整個腫瘤轉移。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c2aaaeb6b41f2"/>
          <a:stretch xmlns:a="http://schemas.openxmlformats.org/drawingml/2006/main"/>
        </p:blipFill>
        <p:spPr>
          <a:xfrm xmlns:a="http://schemas.openxmlformats.org/drawingml/2006/main">
            <a:off x="666750" y="2181597"/>
            <a:ext cx="10858500" cy="627907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0f7ea16434bd7"/>
          <a:stretch xmlns:a="http://schemas.openxmlformats.org/drawingml/2006/main"/>
        </p:blipFill>
        <p:spPr>
          <a:xfrm xmlns:a="http://schemas.openxmlformats.org/drawingml/2006/main">
            <a:off x="1179355" y="3362325"/>
            <a:ext cx="9833290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39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B47E7-5CD0-4017-B3FB-9960561B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期望矩陣 M：繁殖能力乘上突變機率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FFD41-AD7C-42F1-AC5C-D0346F7F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M 記錄期望子代數，列總和為 m_g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9EE3D-5513-49A2-821D-6CF178D9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3181350"/>
          <a:ext xmlns:a="http://schemas.openxmlformats.org/drawingml/2006/main" cx="9525000" cy="1809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75000"/>
                <a:gridCol w="3175000"/>
                <a:gridCol w="3175000"/>
              </a:tblGrid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治療下 M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敏感 S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 R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敏感 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0.1426572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0.0001428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032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 R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1.37088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3c94df66e4e61"/>
          <a:stretch xmlns:a="http://schemas.openxmlformats.org/drawingml/2006/main"/>
        </p:blipFill>
        <p:spPr>
          <a:xfrm xmlns:a="http://schemas.openxmlformats.org/drawingml/2006/main">
            <a:off x="666750" y="2081869"/>
            <a:ext cx="10858500" cy="636862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fa95a815d4165"/>
          <a:stretch xmlns:a="http://schemas.openxmlformats.org/drawingml/2006/main"/>
        </p:blipFill>
        <p:spPr>
          <a:xfrm xmlns:a="http://schemas.openxmlformats.org/drawingml/2006/main">
            <a:off x="2243341" y="5143500"/>
            <a:ext cx="7705319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676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3A374-AB58-487C-B440-6CB0850F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Markov 狀態：細胞組成加治療開關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0206F-ABB7-48C7-BB5B-2AD72637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給定 Sₜ，下一代分布不再需要更早的族群歷史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76CD2-63CC-4C58-9231-1CEC491A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C6B9A-AEE6-4E29-904A-8AB25FCD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 1,000 個細胞，抗藥組成不同，下一代分布不同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799A2-3593-433A-BD62-954E3D0E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 Config 時，完整 P 可固定。程式直接抽樣，不枚舉所有完整狀態。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ccfc9eb1a4622"/>
          <a:stretch xmlns:a="http://schemas.openxmlformats.org/drawingml/2006/main"/>
        </p:blipFill>
        <p:spPr>
          <a:xfrm xmlns:a="http://schemas.openxmlformats.org/drawingml/2006/main">
            <a:off x="666750" y="2266186"/>
            <a:ext cx="10858500" cy="706377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dee8aba914e44"/>
          <a:stretch xmlns:a="http://schemas.openxmlformats.org/drawingml/2006/main"/>
        </p:blipFill>
        <p:spPr>
          <a:xfrm xmlns:a="http://schemas.openxmlformats.org/drawingml/2006/main">
            <a:off x="922706" y="3476625"/>
            <a:ext cx="10346588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F1ABE-0B6E-457B-B8DA-917B0B6B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P 的數學表示：單個父細胞的生成函數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18741-74DE-43E6-8D53-A49A2F53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死亡、二子代、三子代與突變，合併成一個轉移規則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150BF-676C-4B56-93B0-9DCA406F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5BE1E-1841-4572-B457-90390DAF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δ_g：死亡　　u²：兩個子代　　u³：三個子代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E8351-7203-4870-9008-93061574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公式把 simulate() 與 mutate_offspring() 的抽樣規則一起寫下來。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cec80985943b8"/>
          <a:stretch xmlns:a="http://schemas.openxmlformats.org/drawingml/2006/main"/>
        </p:blipFill>
        <p:spPr>
          <a:xfrm xmlns:a="http://schemas.openxmlformats.org/drawingml/2006/main">
            <a:off x="4870339" y="2066925"/>
            <a:ext cx="2451322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0b8886da44b16"/>
          <a:stretch xmlns:a="http://schemas.openxmlformats.org/drawingml/2006/main"/>
        </p:blipFill>
        <p:spPr>
          <a:xfrm xmlns:a="http://schemas.openxmlformats.org/drawingml/2006/main">
            <a:off x="666750" y="3432047"/>
            <a:ext cx="10858500" cy="6987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07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DA7F9-137B-4BA8-9A96-6E893F8D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完整 P 的數學表示：全族群生成函數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1114F-965E-4CAC-A77B-24400DE0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父細胞條件獨立，乘積的指定係數就是轉移機率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D9D42-261C-45DC-BA4A-2F060D5A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72F7E-7E97-4D53-82EC-ABE42C30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這是解析定義。直接儲存如此巨大的 P，成本遠高於批次抽樣。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db1faf36b45e8"/>
          <a:stretch xmlns:a="http://schemas.openxmlformats.org/drawingml/2006/main"/>
        </p:blipFill>
        <p:spPr>
          <a:xfrm xmlns:a="http://schemas.openxmlformats.org/drawingml/2006/main">
            <a:off x="4556528" y="2095500"/>
            <a:ext cx="3078944" cy="762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0ce71a8d9491a"/>
          <a:stretch xmlns:a="http://schemas.openxmlformats.org/drawingml/2006/main"/>
        </p:blipFill>
        <p:spPr>
          <a:xfrm xmlns:a="http://schemas.openxmlformats.org/drawingml/2006/main">
            <a:off x="2682240" y="3381375"/>
            <a:ext cx="6827520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70ceceec0432b"/>
          <a:stretch xmlns:a="http://schemas.openxmlformats.org/drawingml/2006/main"/>
        </p:blipFill>
        <p:spPr>
          <a:xfrm xmlns:a="http://schemas.openxmlformats.org/drawingml/2006/main">
            <a:off x="4400929" y="4638675"/>
            <a:ext cx="3390142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881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4D135-E950-4044-8288-DF8D8059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 的數值例：把狀態縮小後就能列出矩陣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85C75-B60D-4763-AF94-F8C1DC33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停用突變與治療，N≥4 的首次進入以 † 記帳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C5490-9AC0-4D46-8AAB-2F9B4FF6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04875" y="2047875"/>
          <a:ext xmlns:a="http://schemas.openxmlformats.org/drawingml/2006/main" cx="10382250" cy="3095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30375"/>
                <a:gridCol w="1730375"/>
                <a:gridCol w="1730375"/>
                <a:gridCol w="1730375"/>
                <a:gridCol w="1730375"/>
                <a:gridCol w="1730375"/>
              </a:tblGrid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現在／下一步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†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0.67200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0.02800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0.09000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0.40320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0.01680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0.49000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0.02700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0.18144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0.00756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0.78400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15938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†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c6346c28b4229"/>
          <a:stretch xmlns:a="http://schemas.openxmlformats.org/drawingml/2006/main"/>
        </p:blipFill>
        <p:spPr>
          <a:xfrm xmlns:a="http://schemas.openxmlformats.org/drawingml/2006/main">
            <a:off x="3999139" y="5286375"/>
            <a:ext cx="4193721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964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76D28-A45D-48EF-88EB-7C260CF7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為何 π 乘在 P 左側：列向量的加權平均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89D9D-33E9-45DD-8404-6CF0A157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每個下一步狀態，累加所有來源狀態的貢獻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8F8CF-DEF1-4639-A885-2BB96314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05AC4-B34A-4516-BC52-65856757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π 的項目是「整個族群處於各狀態的機率」，不是各基因型細胞比例。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ed20143354174"/>
          <a:stretch xmlns:a="http://schemas.openxmlformats.org/drawingml/2006/main"/>
        </p:blipFill>
        <p:spPr>
          <a:xfrm xmlns:a="http://schemas.openxmlformats.org/drawingml/2006/main">
            <a:off x="2989551" y="2095500"/>
            <a:ext cx="6212898" cy="857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08644cee14e85"/>
          <a:stretch xmlns:a="http://schemas.openxmlformats.org/drawingml/2006/main"/>
        </p:blipFill>
        <p:spPr>
          <a:xfrm xmlns:a="http://schemas.openxmlformats.org/drawingml/2006/main">
            <a:off x="2466569" y="3362325"/>
            <a:ext cx="7258863" cy="76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e45282d434f9e"/>
          <a:stretch xmlns:a="http://schemas.openxmlformats.org/drawingml/2006/main"/>
        </p:blipFill>
        <p:spPr>
          <a:xfrm xmlns:a="http://schemas.openxmlformats.org/drawingml/2006/main">
            <a:off x="666750" y="4684481"/>
            <a:ext cx="10858500" cy="6227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855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0CDE3-DF93-48C7-B623-00EFF3DA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矩陣連乘描述所有路徑，不是一條模擬路徑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D6AF8-18F9-4983-A569-E2FAB431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P² 加總經過所有中間狀態的兩步轉移機率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C4E60-EF5F-46A2-AF41-E4FC8C09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DDBD4-31A4-49F0-8461-54B05562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玩具例子的數字不能直接取代完整腫瘤的 P。單條路徑使用沿途機率乘積。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c8ca1b30c498f"/>
          <a:stretch xmlns:a="http://schemas.openxmlformats.org/drawingml/2006/main"/>
        </p:blipFill>
        <p:spPr>
          <a:xfrm xmlns:a="http://schemas.openxmlformats.org/drawingml/2006/main">
            <a:off x="3409879" y="2066925"/>
            <a:ext cx="5372243" cy="8572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187d3764b49a4"/>
          <a:stretch xmlns:a="http://schemas.openxmlformats.org/drawingml/2006/main"/>
        </p:blipFill>
        <p:spPr>
          <a:xfrm xmlns:a="http://schemas.openxmlformats.org/drawingml/2006/main">
            <a:off x="666750" y="3576496"/>
            <a:ext cx="10858500" cy="514632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a7089b55e4838"/>
          <a:stretch xmlns:a="http://schemas.openxmlformats.org/drawingml/2006/main"/>
        </p:blipFill>
        <p:spPr>
          <a:xfrm xmlns:a="http://schemas.openxmlformats.org/drawingml/2006/main">
            <a:off x="4332682" y="4781550"/>
            <a:ext cx="3526636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936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EAD0B-5979-44A3-A133-B237CC6B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P、Q 與 M：三種矩陣回答不同問題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F883D-2217-41C8-B042-9CE757CC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索引不同，因此不能把它們互相替代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D63C8-01C1-4B0E-B95E-2BD64C33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2333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476625"/>
                <a:gridCol w="3667125"/>
                <a:gridCol w="1905000"/>
              </a:tblGrid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矩陣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索引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元素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列總和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完整族群狀態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父／子基因型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子代突變機率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583406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父／子基因型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期望子代數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m_g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DD39B-A503-4C97-80EE-D10B0C66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IL11 與治療使 M 隨當前狀態改變。完整 Markov 核 P 仍可保持固定。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ce34b3a854895"/>
          <a:stretch xmlns:a="http://schemas.openxmlformats.org/drawingml/2006/main"/>
        </p:blipFill>
        <p:spPr>
          <a:xfrm xmlns:a="http://schemas.openxmlformats.org/drawingml/2006/main">
            <a:off x="666750" y="4942191"/>
            <a:ext cx="10858500" cy="5454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239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8F21A-F1E3-4BD2-8770-E7D2A059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summarize：把基因型字典變成可畫圖的統計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572BF-7618-4701-8E14-2FECB90D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統計只讀當前族群，與下一代抽樣分開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9F1A2-60D5-40A6-AC7E-A3B2BBAE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2ED12-4761-421E-B652-B76E066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total = sum(population.values())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fractions = np.array(list(population.values()),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dtype=float) / max(total, 1)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resistant = sum(n for g, n in population.items() if g &amp;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(1 &lt;&lt; config.resistance_gene))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il11_fraction, shared_benefit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il11_environment(population, config)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dict(generation=generation, total=total,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resistant=resistant,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04367-0C85-4752-B578-AA86A864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total：總細胞數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resistant：抗藥位元為 1 的數量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7F753-297F-46A2-84A4-FFCEBB1F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richness：不同基因型數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Shannon：考慮比例與均勻度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F2BD1-32B3-45C2-8D5A-99BB771E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滅絕時比例避免除以 0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細胞數與比例的定義分開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D9F19-E14A-4029-A8D7-BFD0D79F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9cbba2fc24477"/>
          <a:stretch xmlns:a="http://schemas.openxmlformats.org/drawingml/2006/main"/>
        </p:blipFill>
        <p:spPr>
          <a:xfrm xmlns:a="http://schemas.openxmlformats.org/drawingml/2006/main">
            <a:off x="2202211" y="4953000"/>
            <a:ext cx="773995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33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64AB6-B3D3-4BFE-976F-FEE6F5A8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therapy_outcome：從 history 判讀復發事件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329EB-1567-40E3-8629-F6B5EC09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先低於治療起始負荷，再回到該負荷才算復發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D8A27-CCFE-478C-B735-C03A061F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FB195-A125-4AAE-8EAA-91F8847A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start = result.therapy_generation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start is None: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dict(status="therapy_not_started",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nadir=None, relapse_generation=None)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baseline = result.history[start]["total"]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after = result.history[start + 1:]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declined = False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relapse = None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for row in after: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declined |= row["total"] &lt; baseline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if declined and row["total"] &gt;= baseline: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relapse = row["generation"]</a:t>
            </a:r>
          </a:p>
          <a:p xmlns:a="http://schemas.openxmlformats.org/drawingml/2006/main">
            <a:pPr algn="l">
              <a:defRPr sz="138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38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0C2D7-1E2C-41BF-A4BE-ABB3245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baseline 是開始治療時總量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不是固定寫死的 20,000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D261E-C891-4E9E-AAA4-EDD7C81F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declined 保存「曾下降」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relapse 是第一次回升代數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43B29-3871-4672-BD98-8A0233F1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未啟動、未觀察到復發與滅絕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保留不同 outcome 標記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CF080-ADB9-4C1F-A85B-548601C9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2eca0b4df4a3a"/>
          <a:stretch xmlns:a="http://schemas.openxmlformats.org/drawingml/2006/main"/>
        </p:blipFill>
        <p:spPr>
          <a:xfrm xmlns:a="http://schemas.openxmlformats.org/drawingml/2006/main">
            <a:off x="666750" y="5251084"/>
            <a:ext cx="10810875" cy="5944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63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4AC6A-7878-4C5E-B7D3-4D495C6B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main：用獨立試驗建立可重現的實驗流程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62B72-AC7A-4DB5-A874-7537AC54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同一 seed 重現同一路徑，不同 replicate 使用不同 seed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E1552-6B8A-4730-8EF2-479DA6DA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25D17-49BC-4EDA-99DE-BB51E61B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trials = [simulate(config, args.seed + 100000 + rep)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rep in range(args.replicates)]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plot_therapy_ensemble(trials, args.output)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run_comparisons(config, args.replicates, args.seed,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args.output)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run_il11_comparison(config, args.replicates, args.seed,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args.output)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metadata = dict(config=asdict(config), seed=args.seed,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replicates=args.replicates,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    therapy_seeds=[t.seed for t in trials],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    interval="median and 10–90% trial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percentiles; not confidence intervals",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CD760-07A1-4E86-B569-7A5BF3BE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治療組 seed=42+100000+rep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rep=0,…,29，共 30 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25FD0-4F54-4F48-87B9-F371DD59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Config、seed、套件版本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與 outcome 一起寫入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84676-0889-4D16-8D2C-AC73EDB9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CSV 保留逐代和逐次資料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簡報圖可回溯到原始數字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2CC19-5B6D-475B-8AA8-94956F20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e5aebab184672"/>
          <a:stretch xmlns:a="http://schemas.openxmlformats.org/drawingml/2006/main"/>
        </p:blipFill>
        <p:spPr>
          <a:xfrm xmlns:a="http://schemas.openxmlformats.org/drawingml/2006/main">
            <a:off x="2737562" y="5238750"/>
            <a:ext cx="6669251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718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20B45-4DA9-4D88-A059-41D7DCE7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多次試驗統計：滅絕零值與停止缺失分開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0857E-29FB-409C-B9A3-0CC5F46A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後期曲線必須同時知道有效試驗數 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1940D-EDE8-4709-A4E3-D9F708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F5D43-A25E-41CD-84D9-3A988954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data = {k: np.full((len(trials), length), np.nan) for k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in keys}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    continue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row = trial.history[min(generation,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len(trial.history) - 1)]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pop = trial.populations[min(generation,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len(trial.populations) - 1)]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total = row["total"]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values = dict(total=total,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sensitive=row["sensitive"],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resistant=row["resistant"],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for key, matrix in data.items():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    v = matrix[:, generation]; v =</a:t>
            </a:r>
          </a:p>
          <a:p xmlns:a="http://schemas.openxmlformats.org/drawingml/2006/main">
            <a:pPr algn="l">
              <a:defRPr sz="1286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286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v[np.isfinite(v)]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92A29-B960-4567-9669-9746FDF3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資料矩陣先填 NaN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只寫入實際觀察或滅絕延續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34B4C-FAFD-4ACF-95FB-626BC391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計算上限之後維持 NaN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滅絕之後細胞數延續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A82F1-60ED-4B32-A17C-6D5867C2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比例只對仍活且有觀察的腫瘤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每代保留各指標有效 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803DC-4714-4E55-B0F4-BD28DBCC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5eb39b7624166"/>
          <a:stretch xmlns:a="http://schemas.openxmlformats.org/drawingml/2006/main"/>
        </p:blipFill>
        <p:spPr>
          <a:xfrm xmlns:a="http://schemas.openxmlformats.org/drawingml/2006/main">
            <a:off x="764238" y="5238750"/>
            <a:ext cx="10615899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560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BA7E2-8787-4482-9BD6-8D1F37FD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等大小取樣：避免跨門檻大小不同的混淆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C4269-E634-43F6-A295-B3169799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從首次達標的完整族群無放回抽取 5,000 個細胞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4BB0C-7C00-461F-829D-235A9323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5331B-9F9B-4B72-A1C0-D5A26F1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19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if result.history[-1]["total"] &lt; size: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return None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pop = result.populations[-1]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counts =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rng.multivariate_hypergeometric(np.array(list(pop.v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alues()), dtype=np.int64), size)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sampled = {g: int(n) for g, n in zip(pop, counts) if n}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return summarize(sampled,</a:t>
            </a:r>
          </a:p>
          <a:p xmlns:a="http://schemas.openxmlformats.org/drawingml/2006/main">
            <a:pPr algn="l">
              <a:defRPr sz="1425" b="0">
                <a:solidFill>
                  <a:srgbClr val="17304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173042"/>
                </a:solidFill>
                <a:latin typeface="Menlo"/>
                <a:ea typeface="Menlo"/>
                <a:cs typeface="Menlo"/>
              </a:rPr>
              <a:t>    result.history[-1]["generation"], result.config)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F31E3-FE8C-415F-8DF4-F86D657A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不同死亡率達標代數不同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最後族群可能大於 5,000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12F6F-BE82-43A8-BB93-3A8E96D7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9900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multivariate_hypergeometric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保留固定樣本總數且不放回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C9530-58F1-4A49-8C7A-0607B95A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3382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比較等大小樣本的 H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仍須注意達標時間與選擇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3703A-AD9C-4425-8C06-12D56863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原始碼節錄，長行採視覺折行。省略註解與非核心行，詳細說明見備註。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c8d66b5b8454f"/>
          <a:stretch xmlns:a="http://schemas.openxmlformats.org/drawingml/2006/main"/>
        </p:blipFill>
        <p:spPr>
          <a:xfrm xmlns:a="http://schemas.openxmlformats.org/drawingml/2006/main">
            <a:off x="1718196" y="4953000"/>
            <a:ext cx="8707983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2756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3DA51-BDC9-48E4-9FAA-19BF5ECC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test_modeling_cancer.py：測試生物語意與不變量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7737B-A124-4731-B594-2E8FB47F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測試回答「程式是否實作了預定的模型」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F70BA-B18A-4051-B491-E53A6A42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333875"/>
                <a:gridCol w="4333875"/>
              </a:tblGrid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檢查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期望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防止的錯誤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TSG 語意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不同基因各一擊不算兩擊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把 one-hit 和 two-hit 混淆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突變守恆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前後總細胞數相同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分類時重複或遺失細胞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獨立等位基因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0/1/2 擊約 0.64/0.32/0.04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同代多突變處理錯誤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IL11、截尾、seed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共享效益、缺失、重現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環境時序與統計語意錯誤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6dd566e514061"/>
          <a:stretch xmlns:a="http://schemas.openxmlformats.org/drawingml/2006/main"/>
        </p:blipFill>
        <p:spPr>
          <a:xfrm xmlns:a="http://schemas.openxmlformats.org/drawingml/2006/main">
            <a:off x="1137809" y="5381625"/>
            <a:ext cx="9916383" cy="52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420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9618C-5311-4B51-9DD0-CE00D157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實驗設計：每張結果圖對應不同控制條件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D29AD-602A-4A2F-B61D-302ED6E9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程式的參數與取樣方式決定可以比較什麼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0C639-95CB-44CB-B2E6-2E92AEE7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3762375"/>
                <a:gridCol w="4857750"/>
              </a:tblGrid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改變條件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固定條件／比較方式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治療與復發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族群達門檻後啟動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two-hit、IL11 OFF、30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TSG 門檻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one-hit / two-hit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無治療、18 代、每組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 共享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 / OFF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無治療、同位點、每組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6675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多樣性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d=0.20 / 0.35 / 0.45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每次取 5,000 細胞、每組 30 次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37B54-E2F2-40D6-915A-29C76654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下一頁開始以實際模擬結果檢查上述程式規則的表現。</a:t>
            </a:r>
          </a:p>
        </p:txBody>
      </p:sp>
    </p:spTree>
    <p:extLst>
      <p:ext uri="{BB962C8B-B14F-4D97-AF65-F5344CB8AC3E}">
        <p14:creationId xmlns:p14="http://schemas.microsoft.com/office/powerpoint/2010/main" val="8976863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273C1-DE38-4E5E-8450-C3621B14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治療能降低負荷，能否持續控制？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53CB1-2BD9-4E3A-B330-DDE2A639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先看總量，再追問族群組成與變異的來源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316CE-FDEA-45BA-969F-1D071B02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35FA7-1088-494A-9A49-18DE79BD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負荷下降後為何再增長？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5A9D2-5BC7-47ED-8F1C-761AA8EA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抗藥比例升高時，哪些突變也在變化？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80B7D-FA8C-4580-B611-C314A7CD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改變 TSG 門檻或共享環境，結果是否跟著改變？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EAD99-477D-4197-BA0D-43DDA2C3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證據順序：治療反應 → 組成與多樣性 → 控制實驗 → 後續驗證。</a:t>
            </a:r>
          </a:p>
        </p:txBody>
      </p:sp>
    </p:spTree>
    <p:extLst>
      <p:ext uri="{BB962C8B-B14F-4D97-AF65-F5344CB8AC3E}">
        <p14:creationId xmlns:p14="http://schemas.microsoft.com/office/powerpoint/2010/main" val="15638041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5AB17-0CD6-4CCF-8360-2123F65C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治療後總量下降，抗藥族群再擴張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752C0-205A-495F-862C-03EB61C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TSG two-hit、IL11 OFF，前 30 代每代 n=30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64E2F-EEAC-43DD-87C8-113C805D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e187903f9445c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42DD9-1E0B-46B7-9BD6-4BABAC6A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813.5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8478F-B2B3-4FCE-AE8D-03953926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每次試驗最低負荷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的中位數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治療使敏感群下降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抗藥群仍可擴張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896E7-F7FC-464B-88CB-30A81946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實線為中位數，總量虛線為 P10/P90，表示試驗間變異。</a:t>
            </a:r>
          </a:p>
        </p:txBody>
      </p:sp>
    </p:spTree>
    <p:extLst>
      <p:ext uri="{BB962C8B-B14F-4D97-AF65-F5344CB8AC3E}">
        <p14:creationId xmlns:p14="http://schemas.microsoft.com/office/powerpoint/2010/main" val="102450551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D77BD-3C84-45A5-86E7-3DB0A833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抗藥比例迅速升高，解釋再擴張的組成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689CD-11EA-462E-A8A2-67E6CFF5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治療改變存活差異，突變率 μ 保持不變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2D74E-EC0C-47EC-8FC7-6C3EF5AF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33d23289f74b3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E88E4-8560-444D-9E8C-804E23CA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99.93%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68349-3CDD-4045-AFAB-159E2CAB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20 代中位比例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選擇壓力使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抗藥細胞佔優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43734-35D7-48AB-BC9C-B9F6EF53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比例依存活腫瘤定義。P10/P90 是變異範圍，並非信賴區間。</a:t>
            </a:r>
          </a:p>
        </p:txBody>
      </p:sp>
    </p:spTree>
    <p:extLst>
      <p:ext uri="{BB962C8B-B14F-4D97-AF65-F5344CB8AC3E}">
        <p14:creationId xmlns:p14="http://schemas.microsoft.com/office/powerpoint/2010/main" val="98478379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381DE-24FA-4C58-8291-D28E7E2B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有效基因型數顯示治療後多樣性改變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3087E-8CE5-43F3-BFCE-F089D15B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只看總負荷，會漏掉族群內部的結構變化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215D8-7D43-421B-92D6-F2D4DEC4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52487aafd14d3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D0CD5-0682-4B31-8FEF-326BAC3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exp(H)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2B1E7-5025-4B08-B36C-3740F41F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H 同時考慮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種類與均勻程度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基因型數目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與負荷分開解讀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0F364-9FB2-412B-8C89-B3501AD0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中位與 P10/P90，n=30。多樣性描述基因型組成，不追蹤家系。</a:t>
            </a:r>
          </a:p>
        </p:txBody>
      </p:sp>
    </p:spTree>
    <p:extLst>
      <p:ext uri="{BB962C8B-B14F-4D97-AF65-F5344CB8AC3E}">
        <p14:creationId xmlns:p14="http://schemas.microsoft.com/office/powerpoint/2010/main" val="71436937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922C0-2F2C-4BB2-8B26-8B958D36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後期可用試驗數下降，是觀察截尾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16E53-DA52-4125-8A94-26E57DDE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完整 0–40 代資料讓停止規則的影響可見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C7F8F-A502-47F6-BCBA-7853C964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da5fe438394ef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EF78D-4E99-44C8-ABE0-16A8CB7A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n 隨代變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ABA11-CCA5-47FB-83D0-AE666CA9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達計算上限後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後續數值缺失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解讀後期曲線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先確認有效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DB62C-9A3D-4DA7-B4CC-97079CCC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停止觀察與滅絕有不同意義。有效負荷與存活 n 本批次重疊。</a:t>
            </a:r>
          </a:p>
        </p:txBody>
      </p:sp>
    </p:spTree>
    <p:extLst>
      <p:ext uri="{BB962C8B-B14F-4D97-AF65-F5344CB8AC3E}">
        <p14:creationId xmlns:p14="http://schemas.microsoft.com/office/powerpoint/2010/main" val="17355373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5ADB13A6-06BB-47D3-869B-DC95CC24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基因頻率熱圖：哪些位點隨治療改變？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B1144-8DBF-422F-A0CF-F121341A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20 個基因座，前 30 代每格為 30 次試驗平均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DC0EB-3AA3-4A10-BCE7-94ED97E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A07BA-9128-4EE0-B50A-8BC59607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 driver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7BCF6-D6BB-4434-A1D2-703899C4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5714E-17C5-485E-9B03-BFF75009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E3363-4361-4765-8BD1-8C017D9D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7AF7B-1B29-4DE4-9BAD-998CE298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71E2C-E46D-4B1F-ABC1-B9506BD0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B41AE-0D48-4EF6-9FCD-3584F0F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954C2-2CE9-416A-8795-971F946D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6CDC0-BE7A-4894-8EE7-12DFB55F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08A44-7245-4D5D-A4BA-FA025438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6F117-E97C-4C07-8432-8813C4D9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80693-0EBB-4609-ABE2-59E59691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8B12E-FA0C-42F9-92BC-F88B01AF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32CD7-6D5D-43E3-923B-E717739F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4EF81-8F3D-407D-91CC-D9B20F91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CE90E-161A-4BBD-B6A0-9C66ABBF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0CF2A-4697-497C-890C-B4C69F93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334E8-CE78-46A7-A1CE-83CB25DA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D63AD-2AD1-4A3C-9AC4-294C3F21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5DD1F-E265-4EF3-AAAC-92702023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6E8E7A-5285-4EA4-A7DB-595798B0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B8AC2-950C-43A4-A354-92088155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B9EA9-713D-4774-96BD-E8B70A4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E5F34E-6E2E-49C2-BD22-CB9D53FC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58BD60-7431-4679-9218-04DD11DB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45FBB5-F288-44D9-84F7-952345C0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2ECBCB-A20D-4734-AEFC-ADA31432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AF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BBC6B2-7320-4D10-8C98-3BD26A93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3DB97-9BC6-4DFD-9E51-9A4F2EC8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9013E2-D165-4219-974F-E170D86F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50F3EF-B966-4D89-B11F-032F746F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3E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22BC6-AF46-498F-ADEE-9B1C3884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4088B1-0A95-42D3-86A0-14AFE25F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218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G2 driver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C592E9-DFCA-4DFD-A296-65EA229A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4EE38D-BBC3-40FC-A69B-6628C41C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57BAF3-51CF-4E7F-A31D-EFCA6D6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23133B-4C68-4DBA-94BC-E77A1353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62B1AF-E865-43F7-9323-4BD4C112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5F1C7D-5846-4749-BF01-50E00D8D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4AFC3C-A8CF-4323-9FEB-AD21B4E0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8FAFEC-9BBD-4F4B-AAF6-B4B8FEC0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675FF3-4DB2-49BC-A09C-AFB3009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67C88E-16CC-4B0F-9167-DE8B73DA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4CA848-92E3-47BB-8463-B1CBFFFD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071C95-CD1D-4ABF-85E5-CC89488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CA426E-061E-4873-9190-33683767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C23EE8-902A-499E-B0B8-A4DAC11D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00A22F-7163-40E9-88C1-22090F4D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1CEF43-3565-428E-9331-14473E2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02FF91-A32D-4B3A-A850-0E881E61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A70CF8-3396-495E-A38B-089C55B5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C88805-990D-4EF0-B626-0B47A849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487875-664D-4FF4-A7AF-0A780A87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E49E85-6B72-4485-8D45-270393F3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95F66C-3D28-4811-A070-05F65437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CC85CD-5EB7-4342-BDA1-AE79DCE3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1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619177-B06A-4962-AF7C-ADB43759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F0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6C1677-772E-4A6A-A4A7-2BCAF3CF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E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7C66D7-AB1F-457D-A6E7-03705494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D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11D2168-7FDB-431C-8F2E-3C31799E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53574E-4F5F-4F73-AB98-08D40088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24C57B-C1F8-498A-8DA9-C2DBBF7E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0E8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BF5B19-AF2F-4BC5-BF74-8475233C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EE7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F65D98-54FB-4CEA-A6F9-80442130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CE5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566DC1-0285-48A5-A526-B915CD2F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696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G3 driver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254FB9-909B-4FED-9E94-33AFB5BF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4AFB6B-1870-424E-8903-98C8B55B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82A07F-0218-4229-9246-ADF65A26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BE5E0D-809D-47BD-802C-39EECCD1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91CB1E-1ED8-4B5F-8DAF-31D361BE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2DD445-07C4-41D3-90E4-FFC69799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B4BAA9-59A7-43B1-ABB2-16CC6EB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0CE4770-0649-4978-A580-CC882C6B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22D6522-F4AF-4512-B22F-A20B3B0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A3F981-4BCE-40FD-B747-E2954A36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D3B64A-DC0F-4AD3-AA0C-EDBD1726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732827C-26EB-4DBF-ACF7-38B15D8A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9E860E-58A7-4C68-B675-A427189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41EFBA1-AABF-4A23-A6AB-6CC71901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F265EED-5EC5-41A6-870C-60477B74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958EDE-409B-45F9-ACC1-B4EB1262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8D19490-98CC-4F11-B04C-16D7F0B0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3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9D11EB4-BD71-453E-9B1D-2BADC8C9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2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95EC590-8DA0-4AD7-8127-5121A440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BF1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7450A48-92F5-43E7-AEDF-BF07169F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B2D295A-AAE8-458D-AA17-938398BF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FEFB98-E583-42CB-A18A-270B21C1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D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1898E7A-2799-4C89-B987-D4E89C7E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AB3F4C2-1F7E-4E8E-A718-AFD16DE2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1D8A9B3-73A7-4E97-990C-ED596C3D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0E8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D46C750-655B-438D-9F7B-1A4C8677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EE7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CEA62AD-8F36-4E1E-B21E-56BC21BA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E5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55936CE-95BB-49C7-A01B-BD6FA68C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AE4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540873-D481-460C-9F3F-DBF37E35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8E2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6A485E8-6400-446D-A63C-2DE75AA8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6E1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74DD6A9-418C-41C0-9BB0-AB43897A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4DF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68C6C69-DB0F-4D19-AE86-45A306AC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74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A74F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A74F3D"/>
                </a:solidFill>
                <a:latin typeface="Arial Unicode MS"/>
                <a:ea typeface="Arial Unicode MS"/>
                <a:cs typeface="Arial Unicode MS"/>
              </a:rPr>
              <a:t>G4 resistance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DF69E25-1B54-4DF5-B5F6-CFC60938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F2DE449-7FC2-4CB1-BC82-95ADBF5A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962F528-AC72-4C6D-9137-416C7C3B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13B185-0310-450A-8880-6FE56200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DED581-2C25-4410-BFFF-2FFA46EB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EEB36EB-CB8F-4658-973E-583D1DB0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86F9C21-A2CD-47F3-B5C7-BC2D58CB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290355B-B352-4B5A-B39D-6893B65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23F3E02-2AE1-47A8-A4FA-531511C4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2A74D11-3D7D-438B-AB51-13C88B10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9DD5B56-9205-4463-ABB9-2E2C4345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EE28BDC-5A6D-4D46-8801-F6D9E3F3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C76E2E8-7DB0-4947-895D-C43FF580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FC1A43D-1950-44F6-BFCC-CCA6D30D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966C49-EEE2-411A-80A5-19B70940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5ABE240-3A54-4FDE-A019-35D59ABD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9309C7E-9751-4324-9F53-2D83813B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89227EE-A46E-4CDD-A07D-9DBBFCA6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B5C7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23FD80B-68A6-4EDC-AADD-5DDFE085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19F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7F49D17-1F26-428C-A922-DC57F67D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E90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34222FD-3D04-49EF-A988-16F86707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8E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04C220A-7B77-4521-ADB0-B14B63BA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7C121BF-0AA2-47F3-8203-32D693D6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C88909E-38E2-4241-926E-BB5A2912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30A5A2A-0039-4DC4-97FE-7BEDB9CD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945482A-1B42-400A-8D5F-ECB2701F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2845A6A-D7B2-410B-9A79-5D1C451B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7DEFD9F-645E-4BDD-8871-414A58A2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0E73C97-201A-491C-8818-D5D0F0E6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8721752-6EAC-42EE-9D4B-98EB161A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44ED034-52F3-40C4-9DCC-ED641A69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6345612-3D66-4503-8C19-FC7AFDD9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653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G5 TSG any hit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BA49EE2-D770-4B3C-8A06-A593AB58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F3F668F-A1D5-46C3-977F-3A8FF4A7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8BB5263-D533-46B2-996B-AA824579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D3F7B3F-1BB7-4023-AE54-E7E9C6DC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05C8EA8-BCD8-46F1-9455-69588FA2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7A2C13D-140B-4456-864E-EE405C44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8764400-5E67-4413-BCDA-10791337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67A1DBF-D92A-42B2-B692-9398DBB5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2AA9F5B-AC17-4235-8FFA-AE4E0D0E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7730EEA-E1FD-4F78-8AF2-E8AA8DF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3640A5C-729A-4CBE-ACEE-317D9FE6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6748C7F-356A-4949-8783-E1F142F0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9AA287C-E059-4403-8BBC-7195E26A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A078766-1255-446D-A075-DE67199D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4408FC8-55D0-4C11-8D73-A9B1695E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BF63274-FA2D-4D78-A886-0AECB6D0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C3D7386-A2B1-4CF1-AF62-012ECA4D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6DC2020-239E-4E4C-8EB8-E0FC68A4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F623004-45E4-4CE9-A076-176BEBAC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610A280-F371-4450-8F10-1A25AA22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CADF5D1-4528-482C-9EFA-22952F4F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25CAEEF-9C38-46E9-96B5-64E4904B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EC4E863-F90E-42BA-809B-298E0E93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992FA3C-8B9B-4824-B18B-7DB8BDDB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DFB5402-9774-4CE2-8664-6D42B202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9831E12-14BF-4252-AF9B-79F05A72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5107E20-31B6-4411-ABC0-ACE692A1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739B0E0-E578-4896-B519-5DF15F8A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EF44BCB-B620-458D-B98D-F79E984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75344FE-6E16-4728-B80F-BE833307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F5C4AD2-8EEC-4D05-ADA7-1CA54EFF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D3327F3-D29F-4FE9-BDEE-DAB681A0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131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G6 TSG any hit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F40F06C-91E8-4523-A47D-EEF30A95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582D009-8C1D-4D28-9C06-A09003E3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56325EA-A91A-4684-AB53-7E624ED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199775B-AEFD-4770-B965-4282006F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B3A7A88-D638-4969-B859-26B8501F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F11762B-1C4D-4463-9449-35D78884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84DC16C-4BF6-4B9F-8C0D-24A75635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17A9555-0BBA-4E4D-9E7C-26D291DF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216C356-A038-400D-826B-A4F0A823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009F61E-DA81-4BE7-BFF7-ADC8B31E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17EFC03-5B04-4A49-90F8-070352E1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7D135A1-C525-45DD-BC1A-100571F4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A7B9744-488A-4A02-BD02-4A127F13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CC450BD-5297-4075-A515-5C27055B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A3ED7D5-72DE-491F-ABEF-EF67D9C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4EC8933-D360-4DD4-859E-0371303E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9F5D1D6-0D3E-49E0-A4D5-D16178C9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13A91D2-7929-4697-96AE-6EFB22A3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BDFB3FD-2B0F-4659-8D38-F4D5BE3E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5AC5C3F-BA82-4743-9CB6-B45A3DA4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F3B6BDA-7CF2-417C-98D8-BE92AEB1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7F0655F-06C0-4DD0-A769-70BCE493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28444A8-BE55-4C37-900C-1CBB4756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B8719A0-9CA5-4DB4-B777-C3B7E692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3DA6BEA-45D6-4904-AA8B-3897F302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8D26FCE-F0B0-4A75-8FF2-0EB4A5CE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8ECEA87-70FD-4BFA-BD73-C2218E2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0CDC686-BE87-4A3B-8B65-488F1659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4792214-90BF-49DE-8394-259AABA5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F072C9E-9B17-40E8-8B48-64D698C2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B66688E-B8CD-4612-BCA5-C7EE44F0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D0B24A6-DE52-465D-8CAB-E5A7FBA5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609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G7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921EA5E-261C-4499-9A45-F744026A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50D0782-5789-4539-B09E-51BDBB0A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94AD6D6-963F-471E-B70E-3AF1FE02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06EA212-77EA-43B2-9BF2-87B4D0E2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7E80D0F-E970-47A2-B0AC-959A64B4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1560662-205A-4910-B480-6527B41D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F35D4DE-2254-42AB-9ED5-000EDA66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16DF7CD-90BF-463A-BCC1-7DA9422C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C02C0D3-E4A3-4A03-ADC1-30968B78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8F5980F-4258-41D5-BB09-F2C38E8E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9D7C333-5763-4BAE-AB9B-7A15FDFF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9A95274-2978-418D-B9F9-060D5D71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5C8F6E3-4C7F-48E7-8338-6EE82C23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A5165B6-49DD-4CDA-854C-5AE880A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4E490C6-6414-40FB-94AD-F936093C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AC92C3D-D243-4B9D-8134-D4C82D5E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E1D382BD-D846-4029-904F-105B1E1D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0BC93F91-68B6-4A43-B744-5CCB4A71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13A7245-4FF2-48BD-BF1E-A246CD0E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ABAA46D-8B82-4708-8312-D749B16F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97C50B5-D481-4D05-B4A3-E3E757D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2FC2019-BD43-4F5D-8000-30A8393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02EA927-2D14-464F-82B7-79056463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70205F9-DED2-4997-A79A-1EB47CAF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CC2CFFEF-E68C-468F-A550-E8067C1D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CE27070-57C2-4AA6-B651-5DC86E77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CC8E505-B9A1-40AA-A5E4-5C3B8A1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7F055E5-7F9F-4325-8621-9441524B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555DF39-0007-476E-90D8-8A47AE54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E727A682-91C6-4EC1-A186-9203CA04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7272527-ED19-450E-8771-99193D28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F511F97-63CF-499E-981E-586D3771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087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G8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98A9752-ABD7-445E-9F91-D091961B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09A7608-2C81-40E3-AE2D-B9135423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4346896E-A452-4444-9956-E5A578FC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D0ECFBC-3228-4751-A546-9C25B274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7ECE0EA2-D5AC-4AF2-8FDA-52E0EF68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31B5507-4F16-4220-8D38-F9FC320E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C37FBD8-C8DD-4C11-9DBC-4C2A37EB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A1BAD5F-7CF4-4408-B308-BB0C26CA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9DF83CA-0955-4843-98B9-D25DC324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556486A-5E32-4404-8EBA-B59466B2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012D561-661E-4079-AB08-A15852F5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2BAFE6E-6CF3-4D59-BD8D-D96DACA3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BFB39DDD-A674-44DF-BF98-CA4255F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84BC8F7-8C7D-4EB6-8950-2A5019A3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AFC49AD-79BA-4FBA-BE3F-3F0A6784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8736956-5DB0-4006-81EF-3C1DCAC1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E09B342-BDEA-49C2-94FE-9368CC0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77CF5D8-9E55-42CC-A8F6-9B712DD6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5D70088-95A9-4548-990D-FC6FDD91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5F0BF16-B69C-4C80-96E5-820D3491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A4A145C9-9F53-4820-93AF-FCAA416D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5DCDD40-88BA-40B3-B983-0A9E6648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FD0A04B-3DAA-41B2-94E8-31BD9FCF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E4DF7FF0-C5C0-41C8-B5CB-D2EDFAF6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8E764BC-2D14-42D7-A864-F63F138D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FED13387-71E6-469E-B6E7-1EDA3229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FFEA4836-66BF-4ED6-B4D0-7A518775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E6F8437-1AD3-4286-B217-59737009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C6B0A0B-5CEC-4D59-A1D2-F3AD39D2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35B7DD0-E953-41A0-87EB-C0D85B09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85DDC9E-3187-4540-B8A6-AB19A718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C36B515-23FE-494B-9E10-A35A838C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566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G9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4A785604-A6AC-4C9B-B46D-26CB706C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672F7E0B-809C-42F3-9BE6-70EF03CF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54E4A2B-DBEF-41EA-98DE-0EBC633F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6A4CB02-6C29-438B-9272-D5F896F4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871973BD-2E48-433A-87A3-CBAC7567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629BF52-80A4-42E2-9AE8-D12F8F3E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F945388-7681-43B1-A2F2-B688E53C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F2B66D8-DFFD-419A-BD2D-786B752A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8363005-E9B1-4203-8730-C3504449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BF8C9205-E325-4B41-93E2-DBB5642C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D57F25C-5A84-4EE7-93CA-905A72D5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13E1585F-63E9-4038-B04E-F1B6821C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A363D72-A1DD-4A55-BA73-D0352C25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EE446AA-B03B-461B-9D06-CDE59421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16FD1A6B-6266-44C4-85FF-AD3F1C89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1BB2BEC1-9ACB-4C2A-B560-A7CA441C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97D3A9F-F9AE-4002-9DA7-96A3A17A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A2BA724-79DD-4378-8DE4-49A4F150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D06D3E3-5E15-4F61-BBCA-9A6B77D9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97260FF0-6768-4006-B702-38C5D869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5C879D2-F79E-4A8D-BE5E-17DE714B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2534713-2FEE-412B-BE90-6E3EE051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6A31CD4A-4DF1-427F-9C03-ED229F33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D574EFDF-3E08-4448-B938-9F2D50D2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35A1067-21F9-48E8-844E-1EC75A8C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3849803A-2A72-433E-AB6B-623C9746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B3E136DD-A3E8-47FC-9301-ED4C5202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679F920-0680-408B-A045-81AD6B34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45282F7A-25A5-42A7-8F26-96272F17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4F595B31-2ACE-425D-A2E3-FC100F0E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174A179-3ADF-40DE-89C3-E89ACDDB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9E9F5512-0080-4868-A876-3AFFBF42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044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G10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042D735-5AB5-44CB-8BA0-7CA345F6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5F4DD03E-EF46-4410-B1C0-F496425C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DEDFE78B-ABFE-4A5C-8E49-CF66856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9DE6708-BE5C-4BC2-BA33-8D711607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82AFFF6A-2D14-474E-8D35-A83F5ED5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052156B-4CF8-4077-9286-B0F6F8B3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99EB6DA-9B8C-477A-B892-C484D8EE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79F70D4B-7A4A-45AF-9D60-700C96FC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6720820-191E-4D00-AD22-47C329B1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6941B202-EB76-4F5E-BF2F-5DAAF47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0911CC15-497D-4DB7-9B62-21A5A17D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1BA4D44-D12E-48EB-A609-402CF31E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4ABE4CD9-4990-4558-BB5E-19A3E1E3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BE241077-07CA-457C-B9A6-D7FCF085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249DA67A-9343-4BDA-BADD-C78A48B9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BD5FD3C-AC70-490F-95DA-EE9EED1E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EB3DEC54-BD24-40E6-9EA2-64A279F8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9134C619-A6E2-4D1F-81EF-9E95695C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38C1174-80F1-4E2A-8DD3-B172AEC2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F3D9ED5-3F0C-40F7-9E8E-504EEA85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19C7FCD-0B90-4D06-95D9-F2A56B41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A9CD90D3-7880-4C27-84BC-561A6948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7A5557B6-4BDE-4659-8B61-23A4A226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444710D-7A2F-4F04-9C28-622DC977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8D9DB7F-A546-4DB5-B74F-C2625494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4C12B6B1-C287-4F04-A566-3D87AB3F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8C12E8C2-6581-486E-BE37-E5C9AC88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90D94343-68BF-46C5-809C-5D8249C3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65BCF54B-A203-422F-B2BE-08D128A6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B3223166-91D4-4134-9A59-EE31AF7D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2B36BC8D-D669-4AA3-BDF6-11CCEDC9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2C70B7F9-AE23-467D-BC6A-2698E3A1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G11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20BFF205-0061-4D6F-9031-07926339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35A2345E-97CC-41C0-BD59-5622658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B9BC3872-FBB6-4E3A-A48B-24BF3A0E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E42646F4-4016-4980-9233-D554A4D9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73A315AD-9260-4F51-8D72-90B39D6D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B7DC58A0-53BD-4B3A-91CD-E982E45B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CD3F3EC2-6479-4709-BD4A-BC7CA13E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1508E6D-840E-4F6D-9090-7C8DA236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828D1534-461A-4276-8B67-0480BA31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773B091-6098-4A46-9A48-A504ACAC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997FFB3-A511-4AFB-8A12-6EC7EB9D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A838C5E-A078-41D3-B858-4A584B23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41924D3-F378-467A-9C60-A1F59F7F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BA74F129-DFF9-434A-8B13-674F9C4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6A0B79E8-6ACA-4523-A728-F82EB944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CEEB53F-3CEE-4E38-95A7-D93F8D8F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AB681F25-4FF1-42FB-AA08-84295CEA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A4D1CA77-050B-4524-B7A3-4F1525E7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93495858-9EB8-4392-A9E6-3B1EDC1C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4DD972D7-3514-429E-B194-C2A50260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F210F0D1-E8DB-4A36-AAE0-1EAB7151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D8D7A124-7075-4475-A043-9C209FBA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E3B64240-7075-4F1D-B556-563B749B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B8FC4EAA-0914-46B5-8FC8-39662CF4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A6956081-F970-41F7-93F7-E246982C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2F6C6DFB-3C27-4C37-9193-9DB3CF6B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9FAAE587-D8EE-430D-A43B-4CB4E7F4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09AD66E2-2648-43BE-98C2-BD6CDA14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A2FFA8BC-A346-45B1-8799-063A76B3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95CE7EE-03EB-4A9A-B5C3-8AC85AC7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BEC79CDE-0A68-4806-BBCF-D5872313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65CF13A3-40B5-408A-BD5F-07AE57E6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000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G12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1F6919F4-CE6E-497C-95D9-69EA4F0C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A752FE68-F069-4EAE-B951-7CD589E0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BE5BC744-7E7A-42BD-9349-627F23FD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B44B964-5973-4926-86F8-07E58B19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3951D40C-BCA2-4536-9513-56AB956D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49A5E29B-225E-4AE4-89A0-851EE265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597FAE15-F567-40C0-A6BA-D07AD984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FF00BB0A-9E53-444C-ACA2-5FAC898F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98F26599-98C5-4003-BA59-7149D0A1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58D58812-A3B3-46B9-A5FA-1993EB03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4BE1BCEB-F2AF-403E-B1D6-7D565F16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4F7FB58A-4B17-4BE0-9C19-F5C5EAA5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A1A9B943-7152-4353-B556-2D54BEE8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BE30DC16-AB95-4723-834E-B09A2C67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AD242157-6693-4340-8F49-DD2A0335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CCAE7F99-F313-43B8-A144-FD0D4B17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A5C471FF-CD4B-4CDF-9152-7053DDBD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F7B90F89-E1CA-4661-BB9B-4421759B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9C836B5C-5788-4BD7-9CE2-0FA18279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102268CB-CE06-4C07-9CAA-344E98E4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7F437D4-82B9-4A4F-AA8E-726F9F4E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C83AB210-B8ED-44C9-9D37-4BE49AA6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8A8A8451-8B69-46FB-ACED-18BD14BB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DB79BFCB-70A8-49E3-9307-927362F7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1A272D4A-36A1-45A3-94E8-8C52A1B2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7EBE9E9E-3299-4178-9DAB-2FD070F1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08A5BDBC-CBDE-4177-8CF0-4442E423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1B0907D4-AD8B-46A7-BC3A-849FB21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2DCCCEA0-17DE-44B3-96D6-CC545DB0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1E6DD086-8F06-44A3-970F-0DBA2AC2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F1F78BDF-FB77-4E47-B26F-4D8DA4D6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5DBF8FD8-3858-4B36-8A83-62FEB30B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479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G13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E8977F67-CECE-4683-A6D6-DE83F4F8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7D02464E-64B2-4E20-94B9-947975E2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DDBB6C3B-DD19-441E-9F9F-66A6D3A1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80B2766E-472E-4D91-98B5-75D0E113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D9DEB60A-FF4F-47F8-A049-9993CD5D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65031E2E-D30E-4611-ABD8-2D36655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E2C5D61A-ED8A-4811-9951-6D18AB3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6877520-C2DF-4478-A5B7-024BD571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0C1B2BE-9FC4-472E-B6B0-A94F982A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5DB8AC44-2F60-4DA9-A028-828389FF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F1D1DFD6-51B0-4B26-8B9E-47791A0D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57CCF653-2418-4D16-A45B-CDE12562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DC9BDD44-5DAF-4D60-BE73-71159DE7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64A0566A-4846-4489-8B42-3A4AA26A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C44AEB5B-E7B3-46D0-8804-5C5F02F2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22ECC278-74D2-411B-83D4-1010D0D9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7FBD2873-BEFA-4528-B966-1083907B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62621FA-3D91-4C1E-9D44-570812FE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30FA00E9-2386-4EBA-A69D-D3B5C0D4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B4D8CD4D-3785-487D-A6B6-1A0AAF05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23C68EA5-A749-4AA0-BD32-DEC89975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0F40F254-2CC7-45B8-BD93-5C8A04D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A72F2FD4-77F9-46FF-92C1-22404B5A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76B34BAD-1808-45E1-BEB0-AC133589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D8721D7D-BDB2-4F4D-B664-F0625F35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29836AB2-E592-40C2-8F45-A8FB526C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A1DCD933-7204-48A7-9CE4-69ABB7C6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68523C93-FF2E-409D-8379-C5BA0261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806694A3-7BF5-45AC-AC53-1939D972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57B070A3-AC66-445A-ABBF-B25596FC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154A704A-3816-418F-A2EE-3FACB744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121E8CBF-17C5-4405-8061-8A63BAE3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957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G14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EB4BCD31-2ACB-49DD-AACE-9E796122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C551F802-77FF-4C5C-B2C5-ED459F04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9D5902CF-59BF-4071-872F-EF0C92C2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E379954F-9690-4788-A787-27717C32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E49EB2F-E881-4BEF-A394-6505F855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C5BEB0C3-9704-4858-B5BA-BBCDF4B9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B7BC9047-7EB5-4A95-BA03-6BA3392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E3E64111-A37A-4387-92EF-294F98EC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FE01F573-34F6-4E28-87EE-BE64CB02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B6B25E53-631A-4158-B167-51F038DC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8F8AAC8C-2B1C-434D-AD5E-8AC8D216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0F032D56-B75F-445D-9352-7878A996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081316A7-3DEF-46FC-BC8A-14C2B5C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8A8F94A2-3BF7-4E63-AE93-2B1358E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C8DD9BD-7B18-4542-9869-C1F800A9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70DFB8C1-FBA4-4AC3-AB57-E3AD649E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A387476D-1BDE-4A5E-9723-5C2DC9FD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E9F3615C-5BF2-414E-9953-3099372F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E2CE444C-9161-4F14-95CF-23001BE3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ECD7CE02-FF8C-4D28-A4E7-D67C236F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79198162-72D0-4844-95F1-24FB2AAA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A21F3AC7-0946-45CD-A033-8F02468A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04C41B1-B428-47DA-9D6F-147794CF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50A0BC46-6A36-4700-8BAF-F0BB92A5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5C37C40D-D0B8-46F0-856E-FC3143F0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C2E9A865-BD28-4B73-956A-3958B0EE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8A3EDFE-9BE1-48F7-BBD1-9542FD10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43836E31-4C0C-4992-B076-9EB2C828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0FC73498-3863-43BA-BB9E-8ECC8CFA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5E9C4F47-3865-4C0F-BF1C-80C27423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938BE34E-4DBA-4484-8261-06EFC9ED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5945DFF9-4082-4A2E-AE8E-86965318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435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G15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E94D9749-B872-4D54-8CDF-6FFE5F21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B01E345A-E957-4C16-93D7-87C18435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7A7860B5-46C2-4643-8C38-AA4158B1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251B7FCD-2382-4C6D-9D8E-27A9CF70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7A577E43-E2B4-4C64-9F48-7675AC8F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22F16522-BB8D-46E4-9ED4-B884D139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6D9EC5D8-25B8-4832-AD69-E2AD643E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451B102-354D-47BB-9D53-0B1E533B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84FCC82E-7E62-4E5C-86DE-EE14A813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FB6DF6DF-A929-4C6D-9ECF-1D7AE527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9BBC3705-C41C-4945-9859-5D433340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79F1AA0-6F7F-4DC9-83F8-89FB0490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59D5ED7F-1B21-4392-917E-DB642228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24C7E882-718D-4BDB-8ECF-DED89F7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DE6CB6FF-4856-4051-AD2C-41603B57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5DDA1B1C-5FEB-4AF0-BECC-12D9A53B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106E5702-8C06-47B6-AFA2-8643C125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84E62A84-0DAE-4796-BE56-1CE61A66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B7D84C07-D2F0-40A2-8586-02E1671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088ECBC8-5C21-48D3-A6D3-DFAA5A0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1AD11CD4-4953-427A-95A8-F62D261C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818501E1-FDF7-4D27-A881-1471C6F4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C8A626FA-73C6-4FF3-893F-9DE8BEB4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6B674186-9ADA-4FB8-9913-BAEF0485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378568F5-C737-407F-A3A3-475FFBE0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0FFA6462-4B2A-4F69-825A-10DABFB9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6EA84356-C1E7-48DB-8CCF-D5230E95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0134C952-F356-4A0A-AF9A-3B9D3D04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A5E73D10-FF98-4859-B4FF-7B189554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D91BAE59-08AE-43B7-83B9-90139FD6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8EC4D503-05A7-4115-ADAC-2571E8A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83E8AE60-F28B-45CA-8893-EA5A26D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913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G16</a:t>
            </a:r>
          </a:p>
        </p:txBody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77CCD7D9-E767-4205-9A6B-C42C5FF4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54B5AF30-D7A7-4D17-87AC-006789D1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FD6FFCB8-8C11-45B7-BB03-B4DC75D7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D0C22409-F0EC-4AA7-B7A5-0755C878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3BDE19FC-C748-47BC-BC82-2BDB57CC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CADC514D-FE8F-4737-99F3-30B8759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565D5C7D-958D-4371-940A-8BFF2418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CC505D1B-AFD4-40C5-ACE2-D77464E8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69EBE8AE-0535-47EA-B44F-CA2AE41A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22C72BD0-C4C0-4569-8E08-D5EC061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72063601-71E5-4829-99FF-D573F5DB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E1D071F7-7763-4B27-A07A-4E323711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75A2E48A-B089-4BD6-83DB-5A5FF38C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02E9E18D-BD33-4D96-B370-92CA3E0C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D41C237F-629C-4B86-944C-987BD07C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A6C8DFEF-A71A-4679-A066-F17F14B4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B388F005-45EE-47B1-AF88-B0F2A688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25D060C8-4B20-4589-859A-28BCC7F7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00C90BE6-F6BF-450A-949E-706A794A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EECD45D4-0408-4E19-A707-B13FE45E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440F54BB-DC9E-487A-8F55-7739FA54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4646A441-3072-49E6-99C6-41B45B19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E443F10A-943E-454D-8C00-E647467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CA34156F-4635-4784-BC2B-993819D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4F04DDE0-99B1-4D7A-A3EB-16E9B1E5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6BB63CEC-FE60-4151-BB85-0B226805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B9F44157-F7F0-484D-A578-656AF4B5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CCAF302B-E67F-4E45-942E-286E301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1AD3FB45-6CED-4FEC-B944-B7D9370C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A0734C9B-1D82-4DE3-9764-715E89D3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E21188D3-921A-4DCD-9C05-57F7AB25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35E89C87-203F-4F30-8652-95C5608E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392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G17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1A6E21EE-163E-41E4-981B-BEBF57C3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8F612C96-4542-4317-9F58-50D24E06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42B01512-1A5C-42D8-A056-E6248C03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4D0C948F-F01A-476C-BF15-24977539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50A62CBF-B286-47B3-A873-259B2E2E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EA183280-5364-4C38-916B-BA4E332A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17188ACF-DFBF-48D3-9F27-D3314A19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5706F70D-98D6-4F0F-8D24-AFB476DE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A0A4363C-8E76-4011-B3C5-9324EA72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F56F33C3-F808-4704-95F1-BC36CE0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411BD715-46F2-451A-81AC-1FC0179C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FF999C00-092F-485F-BB6C-6E7FECB4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2E94087C-86E9-4A76-925C-5DB2B20A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E49EA269-7B48-4A14-B12C-4DFF9EE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D283174C-395E-4B30-96DF-A854B08F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02B534C0-FC03-4C2A-9978-953D8B7A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5EC7E261-1750-4BC4-AF61-EFE2471A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FEB4155-0A3D-45A9-B6DC-81052B35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6D23E57-8248-48EF-A215-9863B5B6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A927C07-44CA-4941-AB93-E6B288FF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BB12C17-EC34-412E-88B5-84E10A34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D376D91-B0C7-41CC-83DA-5D5E3CAF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98D2551-E60B-42D8-A46C-9CE2AE1E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68C7D6C-06EB-467F-9C62-64AAA388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E91787E-FD27-4D92-9C46-E1C0236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5875D78-572C-4A20-B2C0-5D1D771A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D6C640C1-86B8-46A6-AA97-B2500B44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C1B1BF75-CF0C-43B5-B3FC-BE9F85CD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28A08388-E979-4C4A-B557-C03B9FB4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A40D47E-7244-48C8-A0D8-A0045AD9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58FB5BB-C324-4C43-A426-926C902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A361E4D9-2FB4-4E72-B211-9F10D2E2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870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G18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43E3F3F-D21A-4B16-904D-46C8378C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ED9E9478-1397-486F-AAB3-A42A3571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758D44E0-5815-45A2-BBD5-CB1FC45F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53EF6101-412C-4EEF-BA41-83346A3A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A50079C-B7AE-45FF-AA5E-0C287717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D7C87385-5F29-4C5D-A572-04CCC101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BCC59D68-18AD-412C-A291-FE119568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C38A83D-7581-46F8-91CF-6826C1EA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5E0DA695-81FA-4923-8718-6787CDCD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0BD8F354-020B-4523-94E3-EE0584B5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38EB1CAD-8D4E-44CA-9E57-525BF684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A63C440F-8E3D-449D-AA91-737A23D7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1873946-8AC5-4A72-AB2D-E7952DEE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72C8222-EC16-48E5-AEFC-3B5F0FEA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C38BEAB9-26D0-4234-8435-FB7B0084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AAD80FB5-72FB-455A-AEB4-A1D66541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B523FD0C-8D18-424F-83C4-1EE6B70B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6E041C38-770D-4D1F-882F-2746E830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E48F44B7-3408-41EC-B75B-4623E4A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89E53347-0D66-4666-AE4F-1D8E61C5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7510AEF1-1656-4AB5-BD77-097CCEAA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C8066415-327F-4924-A97B-71BC56D9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2DA5B0F8-6281-44E9-9A33-FFB76F3D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C1E55F9-A83C-42FC-B8B0-0C38FBDD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C34CAF64-87BD-4A31-97F6-73274820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FD447CCE-3AAF-445E-976E-FE763D9D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76CA8717-0538-4B5C-93B0-C68DC429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F0EA6662-DF0D-4844-BE9A-593921D2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43FEE00-56AC-4793-B8A9-D0D9D9A8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C7F0CFE8-440D-4450-BFF0-72C889EB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9A86289C-F7C2-4267-A165-95798BE5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B64A1F88-EFA6-4D2A-84E3-961EB5D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348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G19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186B7077-2F31-4307-B74C-F94E34EA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47F98C63-B782-487C-80B6-5B8F1110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9D1F2689-2FB9-45B4-82D9-ABF2EF30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C10F6CAE-1CF6-4EC6-8E2D-81D55CD9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80513FDF-C341-42AB-8CD5-3BA7A104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B76C0E49-FA31-420F-AEAA-7D51FD5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25CECD2B-228F-49AB-8BFC-9A2BDF33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C3910F4E-2B1B-4769-A766-D0E19A23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DE7D691C-ACDA-4943-AEE5-427CB5EA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413ACC3B-7B39-4589-9B79-E62BE691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78562321-E585-48FE-94C9-F5086913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CFC4E80E-A479-4E85-B3E4-389E4579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9B28DEF6-F414-4F89-A74D-8345CEDD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48211242-0053-4189-A91C-370D8492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4B011582-E247-44CC-A4AA-838A829B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E2D8DA88-008C-485A-992F-40DE49A5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8210D985-0655-4BD4-83FC-283F5066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DA8C84D6-AA90-4E9E-AB1F-E8FB8150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C5FECB71-CC81-43AA-A504-D6036B52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9C27887F-46F0-48B6-B461-21E9DBD4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B004FC06-3418-47FC-AD72-9E32472A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F29D10AA-2FBA-4DA5-9B4A-219AD67A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97975313-6C16-414D-A0E8-8DA81CC2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555D2B68-5CD2-4948-A4A6-FCF331FD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28691F72-A7FD-441E-96E8-498F8348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26012CD5-077E-4FB7-9EDA-B9B344D3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966E153B-CA54-43C6-AA79-11828281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28E23608-F55A-4EA0-AFBA-6C47F549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3319AFD0-888E-4F36-8DE0-55A829D3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92F0DA32-FD51-4CC7-91E1-5FF5B1AA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0EB0BF5A-E01F-480F-A039-A3899287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977FDD4C-A20C-4A6C-B825-59B6CE8F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826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G20</a:t>
            </a:r>
          </a:p>
        </p:txBody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7D038BF7-4498-4907-A285-C6C98DC6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A0ED9757-89F7-4996-89BF-3863A158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83D9CC47-2C69-4283-BDEB-1BC7184B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022050BC-A66D-42F7-A8D0-CC93E860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EE61C154-92E2-4ADD-8321-E6BB71E9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CB88C9E5-0A5A-4BEC-A5B5-777B2458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86A73F3D-1DF5-4D66-9CDA-78CC692E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A327D501-F1B1-4E9B-B8A8-ABDA96D5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E40010D4-6BD6-4FB2-84DA-92E5318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82214360-A9CF-4EA2-8465-EF796B28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617E7586-C179-4118-853E-5C949EDA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8A760D1B-A99A-4ED0-8768-B4369942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DDF0E9F4-1E2A-4B56-91DC-E8DD745A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F685CC54-F939-4549-8114-D1369BEB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71BEC650-61CA-43F9-BCB8-640202F3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5CCE015D-BBE3-4DE1-8906-F96E502B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9A5A3061-D640-40E5-97A1-7164918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516112DE-F370-40DB-8540-F9AAD782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6FBA44F5-76B7-4364-BFCA-CEFF6379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EE12CAD8-0BAB-47E0-9800-0B0748A1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3E332564-342C-46BA-A1E3-74496130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AC2641E0-4163-43DF-9201-0B949FB5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3D156300-F800-4DA4-A3C5-138B9A2A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02C0FC2D-AB5B-47D1-BD09-22214988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FDF0D0AB-DFB6-4C8C-AAD3-4696717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1C911B7C-5DBD-4751-AD24-C9E5D4F8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06B1D884-D73F-4D1D-8DDB-E9574D7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E72E76B1-918A-416D-AEE8-8A74D324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1A670986-DA7E-4B81-8A8A-BD3C5657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0AC424F0-D6D3-40EC-AD79-B42AF8DB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9FE2799A-921F-447C-A37B-DB498FE7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74B55755-906E-4564-A905-D342CB6E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C2B018D7-0EC3-44D5-968F-8AADE3FC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BCF7DAC6-A364-44E8-BDD8-8196E14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48A51EA0-D443-4962-8836-89B8DD1C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28530EAB-242A-4949-ACEA-477AB43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BF6930AB-6369-411F-885C-FFC19DBF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AD9FCEED-0CD1-4CDD-AABA-7BC3BA0D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CA13B8ED-DCC3-48F2-BC77-1C6B431A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67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世代</a:t>
            </a:r>
          </a:p>
        </p:txBody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1AF9AB86-78B6-4550-9432-27FC8EEE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平均頻率</a:t>
            </a:r>
          </a:p>
        </p:txBody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591D4BA4-225D-4CFC-968B-98C523B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抗藥位點逐漸固定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其他位點一同變化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顏色表示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任一等位基因突變</a:t>
            </a:r>
          </a:p>
        </p:txBody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86786FD1-DFD9-42B4-B4C3-C60BF5BB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0F93AB2B-B787-4DAD-AD05-8B1E4272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82269EA2-D452-4105-B69D-08A45C71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0">
            <a:noFill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E8521869-C22A-41CA-B367-5386ABF9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A1F89976-D16F-44E6-AF7E-C63E66E3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6"/>
          </a:solidFill>
          <a:ln xmlns:a="http://schemas.openxmlformats.org/drawingml/2006/main" w="0">
            <a:noFill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CB87BC8A-C729-41CD-924D-0DBF4DCF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5E0"/>
          </a:solidFill>
          <a:ln xmlns:a="http://schemas.openxmlformats.org/drawingml/2006/main" w="0">
            <a:noFill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4A3728A2-A221-45EA-867C-436A16E6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EDA"/>
          </a:solidFill>
          <a:ln xmlns:a="http://schemas.openxmlformats.org/drawingml/2006/main" w="0">
            <a:noFill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2FC9638B-3855-46FC-B82D-F894CB56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8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D4"/>
          </a:solidFill>
          <a:ln xmlns:a="http://schemas.openxmlformats.org/drawingml/2006/main" w="0">
            <a:noFill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8042445-6F6F-4225-9A9C-5418D8F2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ECE"/>
          </a:solidFill>
          <a:ln xmlns:a="http://schemas.openxmlformats.org/drawingml/2006/main" w="0">
            <a:noFill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F8E086E9-EA6A-4DA1-AC64-80391DF4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6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B7C8"/>
          </a:solidFill>
          <a:ln xmlns:a="http://schemas.openxmlformats.org/drawingml/2006/main" w="0">
            <a:noFill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6D4ED116-D296-4074-B3A6-650F6AAD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FC3"/>
          </a:solidFill>
          <a:ln xmlns:a="http://schemas.openxmlformats.org/drawingml/2006/main" w="0">
            <a:noFill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0A41742E-0DFF-4C4A-B07D-940FB12A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8BD"/>
          </a:solidFill>
          <a:ln xmlns:a="http://schemas.openxmlformats.org/drawingml/2006/main" w="0">
            <a:noFill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6664C5AB-FEB3-4954-9D6F-20DB19BB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0B7"/>
          </a:solidFill>
          <a:ln xmlns:a="http://schemas.openxmlformats.org/drawingml/2006/main" w="0">
            <a:noFill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5A31A330-4FE2-4616-A875-AC8F98DC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66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8B1"/>
          </a:solidFill>
          <a:ln xmlns:a="http://schemas.openxmlformats.org/drawingml/2006/main" w="0">
            <a:noFill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79DF09C5-238B-436E-9B86-E23FD79E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B"/>
          </a:solidFill>
          <a:ln xmlns:a="http://schemas.openxmlformats.org/drawingml/2006/main" w="0">
            <a:noFill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A9FC7D8F-7B73-49A0-97C2-90320EB7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9A5"/>
          </a:solidFill>
          <a:ln xmlns:a="http://schemas.openxmlformats.org/drawingml/2006/main" w="0">
            <a:noFill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1F21FE6E-DE5C-4DE0-9257-B96D242B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82A0"/>
          </a:solidFill>
          <a:ln xmlns:a="http://schemas.openxmlformats.org/drawingml/2006/main" w="0">
            <a:noFill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C7688A28-2E4F-442E-A502-0B9ECC43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7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9A"/>
          </a:solidFill>
          <a:ln xmlns:a="http://schemas.openxmlformats.org/drawingml/2006/main" w="0">
            <a:noFill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429B6ACA-2C8C-4D96-BEEF-9522967F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394"/>
          </a:solidFill>
          <a:ln xmlns:a="http://schemas.openxmlformats.org/drawingml/2006/main" w="0">
            <a:noFill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284F60AA-5855-4536-B950-AF1D8266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E0C2B4D9-81B2-42C4-8CF4-EF6222EF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0                       1</a:t>
            </a:r>
          </a:p>
        </p:txBody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D909ED03-6E65-449A-91FE-6485DB1C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每格 n=30。平均色階 0–1，TSG 為 any hit，並非功能喪失比例。</a:t>
            </a:r>
          </a:p>
        </p:txBody>
      </p:sp>
    </p:spTree>
    <p:extLst>
      <p:ext uri="{BB962C8B-B14F-4D97-AF65-F5344CB8AC3E}">
        <p14:creationId xmlns:p14="http://schemas.microsoft.com/office/powerpoint/2010/main" val="122848128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9E41190E-3EBE-4D6D-8636-74046338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基因頻率 SD：組成並非每次都相同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975D7-DDB4-4B5C-AEEF-B712DC19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相同參數下仍有試驗間變異，需與平均熱圖一起讀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F78C9-DF30-4DC1-A11D-40D29726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F1337-F2B1-4D75-9403-8E8A58F7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 driver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35C62-6EB3-4788-B391-F65272ED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E792B-E33E-49F4-861D-BCAA7737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57611-4B5F-4ECD-89B7-F81A391F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C1C1D-5719-4A40-B10A-B7D0246E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E9050-3F23-48D8-AA5A-14FF8507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6C6A5-A47B-48FE-8A0D-FC715EE1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22D72-28E6-4E60-B21D-A21BCE87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6B557-53E8-400E-A7E5-51C9A760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1B8EB-324E-44BE-B119-D310D0A7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F07AC-BA86-47AD-92C5-25C6B5ED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1A47B-3493-4066-B614-12040B8E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3E54D-CD79-469B-9B39-8426A5E6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83C77-E2B9-42AA-97EF-ACF7EE96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F7C12-0FBA-491D-8D3D-1A5C56F3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A20B0-B190-494E-8FB6-DFD3384E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15C95-10F0-4CB6-8DB5-8AEDE1A9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70454-8258-42B2-A9AD-FB8F4C18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56DE15-D560-432B-BAE3-B28159DE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CAFAE-8A04-4B82-855C-41DE4D70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D693B-DB8D-425C-8192-3BE2C66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203F0-9BE1-497C-83AB-AF958D4A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48DF55-A4BE-4FF5-ADEF-3F7304ED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779BD-DA50-41BE-9182-C556A2C4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1E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30D67-DEA9-4118-8F5C-40BB7064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EE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F9B18-0F7C-45A1-BFB8-6A6D32BC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E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22198C-DFDB-423E-BB95-4BAC36F5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AE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D45B31-C416-444B-9206-C2356D69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8E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31D276-5D8C-4BDE-960A-EC86189A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5E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A6E737-CD7C-4D2F-962E-5D7FC329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3D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851EAB-54D1-456E-B129-DC6B7B93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1D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99A22D-A19E-49B9-867E-74F44B05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FD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36D0F1-4E7C-4009-8DF8-293E1661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218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G2 driver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66AAAC-270F-464D-B111-E429B219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0EC022-C8B3-427B-8735-8B31B1F9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456D56-15A4-46EA-A4FC-487CB54D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0AC477-48A8-4E96-9B17-F32013AE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65F3E5-6F87-4816-AA39-991EB774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7DA575-43B5-47E5-8745-001ED79A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A399B2-5C0B-401D-9B8C-35E36D28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DF0011-C86F-4A32-9956-DE4A3623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358ECD-E012-4234-B8AA-B5AAF345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7102A5-2949-4E2E-99D6-153BC4DD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590EF7-A666-4729-B679-F1F3B06E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D988F3-E095-49E6-98F4-73BA66AB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97B7AC-CD44-45ED-9D0F-C33A843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5A4038-62D2-47B9-8455-8D5C2737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E03B44-1F8D-45B1-9221-1C139110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FE1E0F-1370-4B67-B7F5-E79529EB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2B4992-53C7-456C-8187-E18CC397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4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727444-1423-49A5-9FA0-1BE0739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47401A-7E47-46F0-82E6-50EDB4F7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1E9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F5D06E-C1A0-4B44-ABF4-6BECAE24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6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6A543D-FD68-49A8-9483-56BA53AF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AE3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40299A-EC65-47EB-99B7-07E3A8A3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8E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70D14C-D0FE-429F-84F8-5438FA7C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5E0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867B82-A5D2-458A-9A8B-F0631A6C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2DE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68483C-6399-4253-B0ED-A3A04D48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0D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F56080-1E7D-423C-AC42-BAEEF292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DD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A9251E-FF8E-4D5F-89C9-276A2AF3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CBD8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5F858D-5440-4EBD-9454-70546293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C8D6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CCF0A9-537B-4D71-B5F1-BE6096DF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D4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F8C2A6-339D-4A23-9B5C-18600BAC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4D3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3F2DFD-6265-4ABF-ABEF-55DE01F2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218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2D1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2F7709-75A3-43A7-B05F-D391B934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696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G3 driver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F7A934-BE2E-4BBB-99AA-09EDC5C2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541092-0996-47E4-9ABF-F80DFD71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E24348-8772-4C97-8983-F030FD0D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CA32BEC-B285-441F-81A5-1BAE086A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E83573-3F60-4E9B-B1F9-5174B83F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EB0813-3DB5-417F-9533-051CD1E6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D79FD6-7FE7-4ACD-BA73-4F87E506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B560C63-C6B3-4150-A713-078A051A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D576335-10F7-44B4-89E8-954D6607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612C952-10C3-45F3-8686-C32A4AC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6A1A196-0594-4880-A3FC-C122EF9F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C11C33F-A950-4CFE-94AE-E977C2C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86F6AD-1965-4368-A681-636AD7FD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17DFDC6-9FBC-4D49-83E6-493EC7CA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2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420E362-FB64-482A-B49B-F968187E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AF0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A5CAB03-514C-4E00-873D-DF44777D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EE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A9C453D-DA64-4709-9F8D-CA2D66FB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E5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A8A6D2D-EC39-4A1D-B9D0-44805F27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2DD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CAC7A10-CE85-4035-977E-F57A374C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CD8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C76E5E0-8F59-48BC-BBF3-ECAF91BD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C8D6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28A824F-9A15-442F-AFAF-C24D76DF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5D4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DD506F6-29C6-4D1C-9144-86B9B77C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C3D2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9D86397-2F90-446F-A1A1-339B2BF2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0D0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D544A04-FD04-4B1F-96B6-ADCCAAA0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DCD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FAC9DE5-CA0E-4615-92ED-0F86DDF6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BBCC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3AC7D36-062D-4895-A9E3-6C6BA3EE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B8CA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82F2CF8-7E9C-44F5-9C64-44D55A5D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B6C8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BF33EF5-6B91-4E62-A426-9248D289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4C7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B4B6BB5-84B2-4594-B622-2653346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3C5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63B25D6-696C-4595-967A-C871536B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1C4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0A72D5B-1E99-4BDF-A7A8-2B52F51B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696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0C3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504679E-3FE2-4BBE-A040-B319FC7D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174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A74F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A74F3D"/>
                </a:solidFill>
                <a:latin typeface="Arial Unicode MS"/>
                <a:ea typeface="Arial Unicode MS"/>
                <a:cs typeface="Arial Unicode MS"/>
              </a:rPr>
              <a:t>G4 resistance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E6B0DA1-97E1-4D54-B1C1-6C2D007C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B9F000-C9A4-42D3-BC76-2393CB58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02355ED-F413-461F-A516-CD48A39E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6859CD4-6041-4504-9389-AC9ADA33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1BD4FFA-FE94-462D-A460-6613C53B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D572AF4-7DE6-466A-9A2E-942ACC44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B07B267-C9ED-460D-A6F5-B2B61A01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BEA7954-146E-489E-8925-4857EF7E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9FB5448-4CE0-493B-9FD1-26CE1A41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F25B01B-7C81-43F8-8745-CE1F3497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52C7D6-CFA4-4C90-98D9-8159D5FB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F34BE42-1B5A-4204-99ED-25F41A67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DDE98F3-2F12-488E-9CD5-3AEB8611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7D126C3-1293-42F6-AEA3-682B07C0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E7A0BAD-9121-448C-9639-5921BD4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965A37F-1B31-44F7-8405-835873C3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3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9F4F205-71C8-4B0C-ACD8-46E6ADF5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DDA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B546718-49E3-441F-A646-2DE890A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CCD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0EFDE28-F0AF-42C3-8932-09E68448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DDA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87F4AEB-14DF-4A52-A4AD-4E6D8BEC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D228CFE-98C8-4938-A0FA-39B847A6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2DFD099-02DE-435F-85B0-3D83838F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5836A4B-77B0-439C-8245-73224A26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6E780C1-6436-47A4-B192-0DC4D71E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E525E17-B225-4CED-A9B0-5C60F8E6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23931F1-D883-4ACD-A4FB-8B8C4A5B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FBF2D55-45F9-41BE-8374-38D35321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EEFF9D9-DB73-4800-B00D-0DD270C3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06B8C80-4501-4CFC-A78C-A378D68B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62D9C26-D281-4AC8-A7E1-D0C34C24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5FF2F88-47B0-4761-A215-D5FA3A0B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174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3A5B6A3-59EB-4609-8BBB-4537529B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653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G5 TSG any hit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1500186-6717-4122-BC2A-63E22D2A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BA7AF9F-C870-42BC-9637-6EEF96B7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36DCDFB-6074-4C7D-BB6D-106B7156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C458EF4-926F-4FDB-A700-A46C8357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2AFF7DE-0B90-4C89-B3C1-394F45A3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4686FFF-F6E4-485E-999F-C999190F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00825E2-D3A8-4471-A9BF-ED689ABA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02471A1-C7D6-4587-9F9C-CE11EA3B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702AFF9-CAA9-45C6-8790-305068A4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5211FDC-6BF2-41E4-B054-7512FCC9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9FD6535-8D43-4EE6-941C-C17CAC55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B42D400-3DBE-4152-8864-C404C532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6C25E46-F430-4039-A273-EC72D8BF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120E5F4-C77D-453A-8531-A310D6DC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0852077-6DB8-473D-B901-6E831E18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E7E6A32-4DE1-4A2E-BC79-976FD78C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447E2C3-F476-470C-BAD0-B4F62955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774F9C8-4E87-4EF5-AF2F-75A9B248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9DDEB80-DC54-4F9D-9625-D00D63F0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D5C54D3-6241-4CCA-B45B-D1F11E1C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3358B9C-4A5C-4E2D-93AA-3827B1AD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3D156FA-9A9A-4884-AE58-6FC1E68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6F7F0A2-9350-4DFC-AD93-C892A08A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936ED3D-AB33-418B-A2D7-06F674D4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4C0BF08-3740-4BFF-A6A1-75493C73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BB5F912-B0E1-4321-BEB8-A0A001B1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80C7FE4-EEC2-4194-AEC7-968BA05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F756298-8F09-4DD1-BEDF-69F45BCA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7B8B916-B96B-417A-9C09-8B29583F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5AB0F4F-D4E8-4143-91F2-431424DB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133ADE5-F8EE-4022-908A-78E18B02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653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453AF5F-FD99-4960-8D6F-926181B3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131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G6 TSG any hit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2F12BD7-5E29-42ED-B52B-5A465C44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70B100B-88A9-4A96-8F75-8EF93ECC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99570FB-5280-498C-87EE-AD3C3F0A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4BD9B78-1EC4-4742-9E7F-838CD191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0A3DC39-4AF9-4600-B35C-BEC438D0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0E31CC7-8A80-4BEC-A681-AF61364C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F2B1E7C-7B34-4954-A26B-EF4F700D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AFDE428-4B9C-4D2B-87AA-9A0E7EF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286A628-3C67-4BB8-BBDF-361542C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95210B8-3EFF-4505-BB23-C9613B28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DB4D10F-7FBA-4977-B016-A8B64183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29780AC-1ABF-4BB2-A60C-64BDB1D0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966B472-EC48-4A74-9AB7-4705E232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D985039-B175-44A6-9EEB-2A0E66E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FA317D7-768A-4EB5-ADCE-6E80F16B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85D5DFB-A1F1-4D5F-ABCC-E71ADE4E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E8A2963-BA63-4708-A1BB-9A8D1F6B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9E0EF83-3F17-4CCD-B631-5E71797E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B267BB7-FAA5-48C8-802A-57998BEB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77FD9AD-E971-450C-A127-48E78E6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3A79BED-4AE3-4227-93B7-4704C845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6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3ABCDCF-1FB8-40F2-8C5D-3697764F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E45B376-5CAD-4C6C-B41E-6A0F3442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6A39137-A3DB-408B-B3CE-BB890EDF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D15062D-F71C-48F9-BC0E-5DE56762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BCB93EF-ED6D-404C-8094-04849E50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ECC53C2-41AF-4618-B085-223D34AF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D7CCCBC-8EEF-4A5B-A7D1-C531A167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BA52922-6BAD-4D79-AA26-0159CB79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85316A9-90D2-480B-AB28-FC90C601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2A7CA1E-DAD9-434A-AF99-7637DEDA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8131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A07DD01-0154-4C17-B9C4-C18B9D63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609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G7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4A1C483-4FE6-4F02-94B7-C5F539B0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5A8255C-AFC8-4BE8-99C4-C2791689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0AE61D5-B908-4663-A7FF-C4BF6995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6F1E67C-8435-4FEA-98BB-A00A3210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88192A38-FF36-4FCD-BB3A-E261F08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7E27185-ECDE-46DE-ADA1-90AC9059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C9037F9-0011-45C8-BD7C-E4B17202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F576537-4E24-458D-B5FC-8DEA3388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4067B31-34F9-4B37-867E-B780D623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6369AD61-044C-4878-BF9A-153646A6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39BBF50-DF62-40FA-82B4-32BCDE65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814D958C-3C73-474E-A61C-FEF2651E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156C04C-C060-4352-8B8B-833B97EE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FEA7BB6-8818-492B-B160-2C12869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E7002A4-EF1F-4DAC-984D-D29A52CE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344845F-442B-4F9E-8A0B-4095C20C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AE9AE7F-7CEB-4301-B5AF-31BDBA1D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D706457-4000-4A5B-B0F9-4A98A8F7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705E0B0-2AFA-45E4-96A2-2C13E10A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03ED66A-8AF8-4A49-B7FA-12E6F967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C1A67C5-0471-4DCC-957B-ED7942DC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E79B543-8933-4BA2-99F2-245AEB58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5756AD8-8B7B-4E57-9E95-A6E29D1A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01EDCBB-7518-4C4E-BE3F-6A3977EA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C9DC613-DBB2-4BAF-AFC3-2E528995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0197B1B-4091-44C6-8A8A-22CEA25B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01CD87FC-23ED-40EE-AC18-85B916D6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6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B0DCB9E-AB35-4CFE-B875-7E72A60D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BDECA6E-98C5-44DA-B36B-F94CB929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8538D83-4962-424E-9E1B-7E369F3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0AFF464-F8E8-4FFD-BA0E-8B302296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609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CDD6BEF-83A8-4C99-8351-67E0FD19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087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G8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EA0CE9C-ED82-4307-BD7A-E5178DFA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0E34F93-36CE-4B4B-B43A-320A4023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E54C405-6164-409E-AEDD-75E97925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5AAF4F9-D5D1-4297-9BDA-2E95B098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46D690E-735B-4AF5-AB84-7C39A2F8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8CAA5EC-2AD2-4A78-898C-C35FE737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4808E0C3-3BF5-4E1D-A8EA-29DD169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7A02ED2-C1F3-4F42-A56D-E911CC9B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D4982C6-C738-404A-8A23-A30052A5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E00C18E-752A-40B7-8427-8B58C0C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E74CDFA-E26B-445E-B5AF-AB23D0A5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CCA33E47-F3EB-4A9D-AFAD-12BCDCF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0B35950-6FF2-43AA-8A2C-2B7CD26A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26A2E9A-96DE-4B76-9AFC-9F1501F0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561566A-F074-4016-8354-219A5982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DB6509F-6FD0-4ABC-98C5-7214124D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1C47B56-1F0D-4BAA-A188-19A7281E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85C5281-E33A-49AD-B6CA-841614A8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A7BADAF-7AF7-452E-A832-00201EC7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584EC6C-2A0E-4A6B-9135-A0576961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4EFBA296-8788-41AA-874B-FC27253D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740788C-96ED-4854-8EBB-4C7E74AE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674D2F0-8382-49FC-B87F-E06BECF5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04EE9C54-C671-4F2E-BF5F-5B3C8503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50E68FF8-A2FE-4D21-A20E-B7A41F83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CF182BE-D9BE-4BB8-90B6-76FADD98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1528584-790E-4592-AD09-7D86F74C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710B00F-ACD8-43A7-8F60-2D25DA4B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458B6EA-C80C-4542-A6C7-B02FECEE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1F22778-1819-452C-A279-5521A6D1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E2A1AF4-9282-4798-913C-519E01E8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087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38B8C9C-45B6-4041-9FBE-5A0ECE43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566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G9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C6922267-3166-41B9-8C0F-49C93089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31D1E47-41BB-4859-9C70-803F142E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E6F9FC9-BE26-4E44-8132-6CFA8BE4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8D1450E-D6A9-4D7F-9A97-99E5267C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63045E5-5346-4CA2-BA4B-F4A743E5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FA99C590-B2E3-4F61-9F63-6FD67BF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42E0C24-313C-4F49-A20A-56B40FC4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ACCF85EF-758C-41B4-8708-FC0B4080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73FAFD8-ED29-42C3-B2EB-BF7BAC3B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EFDC98F1-1D34-4CA7-8D0D-0A8ABFB1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B96A509-2443-4185-A579-83450B3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382E5A2-F688-4534-BB0C-3DC4CC09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FB767311-F77C-4B29-A85D-C601F654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B6171B21-CE86-47ED-8856-DEC88BB9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705A19D2-67C5-4209-BFC5-3F84AC4F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DA7BB4F3-B64D-420E-A8A1-1332BC67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9002F60-5672-4A64-961B-2FBBC554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9565592-D677-4961-B6B5-4AC803EE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06AFE240-0E8C-4665-ABAD-069FADF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E6643B98-7929-4218-B484-D2A6B8D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9CBB5480-4524-453D-BE07-3EC8EB7C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2B4D6FD-336D-4267-86B0-8E50D9A5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BF1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EB8BFD07-05D3-4999-AD66-72502264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AF0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87631C9F-962E-4252-9977-59364F98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F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BD6F652-6E77-470F-8130-89035468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E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5E380DD8-66F7-4BE0-996A-EE43747D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D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4D51081-82AE-4BDA-9BDB-24F72BD6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D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D3AA4CD-C1FC-41A6-BFD9-1C377B10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C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19D8027-E25D-4EDD-841F-EC33F98C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625186FB-1D5D-43BB-BCDA-985AF577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3EB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A2721EB6-1F07-4278-B7E6-59F8192F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566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3EA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AC9C19A-35EA-4FB2-BA2F-145DDFB8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044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G10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3D42B36-1177-4211-9D81-A6C7F16A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15812D9E-E586-46A5-8E38-408FBA5D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F74D030-F18A-4707-BEEE-7C3F38D6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77A6C05-CF52-4611-A5A9-B079634B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DD9DC798-3C88-4750-A991-E9A53983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AF3D6575-8FFF-4F8E-A36F-1DE76E58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1CD2CDA-D701-4EC6-B692-97B991BD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4ADF424-3928-442A-BEB8-DAB52503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51CC2BB5-BDE6-420D-887A-4D82DC98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FABB512-8CFF-46DB-B943-279C76FF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9ABB80A0-1723-4E01-9332-881F059F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AC21E5C7-17F7-43E9-93B2-4305A65E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B352CB90-D907-4CE1-A42A-DEE9CDF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3103E7AE-7E1F-46EC-9944-D5F18A4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BAD3389B-BD3C-4235-8DE0-F7DAE76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FC409834-447C-4B37-90AA-58100EBF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C9A7840-C2BE-48E6-8C19-12C30116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9E959BCD-638C-4755-B779-1E279E6F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375BE61-D963-4DB6-BE1F-45020660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D4312121-9C0F-47AD-B123-C3BBD282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2CF4CED6-D4E9-4734-A523-982616E5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20CC674B-3D84-428C-9910-E540653F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40186B70-7FBE-49E1-8C1F-8FF90074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B3154BAD-7EAF-4454-B113-D3513E93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CC110AEA-16B3-408B-9210-DB78B9FF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FA95CF2F-0EA5-4F92-8F03-941A641A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1BA527A-D204-4035-87A8-0D1617F8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A7529C6E-86C3-4B27-8373-7B928DF2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92EB3248-BCB4-4A7D-8D44-4D28308D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DE0DAA16-5052-4981-AC0A-CED37727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7791DD96-7357-4F42-A9FB-C5292FD1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044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FC7DD15A-51B0-4BAC-8673-B4E8E227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G11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346BBF53-8A1E-48B4-806A-D89F5D74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B52B3531-38A9-4973-8AE2-3D5EAD61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03148303-B59A-430E-9048-46DCCF7B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4661BE2B-D7C4-41A3-86A5-31FFB08C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8D62EC86-B871-4056-8FC7-C4E7F63A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6FDD3EC8-0E3C-4FE1-A8B6-2C5E5806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BE9C8248-271A-40F5-AB1A-2F182253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E2DA4D99-B219-435D-AE27-EE112A00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FA4064E8-18E0-42BD-A05D-903849B8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920B749C-1D4E-4161-950D-B3AAD91E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9C9D2BF1-56CC-460C-A69D-515671BB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5FE2265F-B86D-4F23-A320-029F857C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74AB9D4C-C623-4122-A510-51E38340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2AFBC547-31D6-4CC0-BFE6-2072C075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F3E60C5-F7CF-4342-AFF5-6E95D54D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D921BFA6-5296-4A1D-9F81-8C55F4EE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B5873AC4-0BC4-434D-8620-8048A2EB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F14DC692-8647-477B-A6CA-F8E7541C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386486F8-FFD7-424E-AA01-96720B9F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C8656932-0454-43E4-A27E-0849C06A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0">
            <a:noFill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6A10B69B-B6C9-44C8-A70F-F9DC57F8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85C251CE-4406-45CA-A6E6-F97998CC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D78333FF-7775-45FF-8B6B-36BF60C9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6D19D8B1-D843-467A-A248-7281A72F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6"/>
          </a:solidFill>
          <a:ln xmlns:a="http://schemas.openxmlformats.org/drawingml/2006/main" w="0">
            <a:noFill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A4FC06F-DB81-4F03-AE3E-631367E6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A7F6FA92-EB8E-4ECD-BE1B-81F48AC1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0DABA655-CD00-4306-AF00-1FD00DCB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47D61FD9-E737-4026-9501-93C415B2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56D7675C-4E27-4CC6-8841-B41A8C42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8133A24C-03E5-4B92-9EC5-6E875F44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4"/>
          </a:solidFill>
          <a:ln xmlns:a="http://schemas.openxmlformats.org/drawingml/2006/main" w="0">
            <a:noFill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8FEC6123-628D-400B-882C-8721E11A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0522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4"/>
          </a:solidFill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6670BAD2-0781-43AE-8F84-6C19C127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000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G12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C3FE4690-654B-4922-A7ED-0096AC46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39AC6724-22EA-4837-A680-C581300E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34178E47-F6B3-4ED3-AE9F-92160266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C83B4350-7931-4E60-8B62-D09FF0EE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4CA4015-E551-4EE5-9E58-43296214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4270C60B-F664-4775-AA8D-35E73832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8DD10F8C-C5BA-4CA5-A2FC-C41CC4DA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D2C0D13F-1B64-4732-842A-7E392CCD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5B544193-BA2C-473E-BEC5-D46A0E97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68E7DB2A-A4FA-47D7-93E5-EE196F70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60F85D7-9A72-4BFA-A390-30D8830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1CADBC21-C455-430A-93F6-9FDB2B5D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9C70EF31-39D6-425A-98EB-DE558222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E7083BDB-3903-44CE-93FD-F586D1E3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764CED65-25D4-4132-ACF8-07B8CC5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63D18068-9403-44E7-9E08-53759CB3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559A5A9C-BEB3-4F30-9666-E58DD8E0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F"/>
          </a:solidFill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445B1B4C-7A5A-4DA5-9261-B4E84ABD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1E9"/>
          </a:solidFill>
          <a:ln xmlns:a="http://schemas.openxmlformats.org/drawingml/2006/main" w="0">
            <a:noFill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A6258855-66F3-49D4-A282-862426E8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FE7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4D7E1CD-4ABC-4FB3-BC37-9E1B11D6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7"/>
          </a:solidFill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1A40026-9D0B-4AAD-B894-508E9D8D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E8"/>
          </a:solidFill>
          <a:ln xmlns:a="http://schemas.openxmlformats.org/drawingml/2006/main" w="0">
            <a:noFill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A8793729-5860-42DE-A703-ADC942B2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0E8"/>
          </a:solidFill>
          <a:ln xmlns:a="http://schemas.openxmlformats.org/drawingml/2006/main" w="0">
            <a:noFill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DA3FEF61-B941-4F7B-8400-E1A2D736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1E9"/>
          </a:solidFill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8388F4F-C2B1-4CAA-A7DA-9CD2E766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noFill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6E06A447-1286-42A1-8076-BB1CF715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3EB"/>
          </a:solidFill>
          <a:ln xmlns:a="http://schemas.openxmlformats.org/drawingml/2006/main" w="0">
            <a:noFill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F2CFE4B-2F23-40F4-BAEB-77167E4B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60EAE56-9C6E-46FE-9A50-7EFDA624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C"/>
          </a:solidFill>
          <a:ln xmlns:a="http://schemas.openxmlformats.org/drawingml/2006/main" w="0">
            <a:noFill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04677B81-F84D-42E4-B05E-9278C9CE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6ED"/>
          </a:solidFill>
          <a:ln xmlns:a="http://schemas.openxmlformats.org/drawingml/2006/main" w="0">
            <a:noFill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02429EB5-A709-49B6-BC5A-F68FD490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E"/>
          </a:solidFill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7075780A-6516-44E8-B8AF-AC622C84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F"/>
          </a:solidFill>
          <a:ln xmlns:a="http://schemas.openxmlformats.org/drawingml/2006/main" w="0">
            <a:noFill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ED78DB84-8023-4BC9-89A9-C39472BF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7000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F"/>
          </a:solidFill>
          <a:ln xmlns:a="http://schemas.openxmlformats.org/drawingml/2006/main" w="0">
            <a:noFill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91011A90-D844-425B-A81E-987BB139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479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G13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D95122EA-E8BF-4C24-921A-E001D9C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4DCB9BB0-E9FD-44B4-8DD6-71CCFDD9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E1448EB5-F931-46A1-941B-820578B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627884B0-4324-4041-92E0-B8215636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CBE49C7C-0F50-43E3-A1AE-2C388A01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6427AFA6-3EB0-40C5-927A-3C8C1860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AE9FB16A-CEF4-4049-A9F0-BF83E8C0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E2860047-3EE3-4037-BEB5-D763D94A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D0C4D46B-4A19-402C-97C2-BAB07CCE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69E16C5F-8E39-479C-8AC4-65A5330C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F0C1D45D-AE97-419B-A5D1-69DD20B5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43AA6254-AC90-451B-B490-66D76DDD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94C5F763-272C-4B3F-8D4D-FAFB7A4F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39087231-B642-4BAD-8DDD-47B1A0F1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ED569900-723F-4300-AE9E-D3A22CC2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C5B8639B-7A04-4FCC-8950-26069AB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4F6B0833-C10B-4883-8427-1CE81698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A94E0903-CB3F-4378-B893-6A74C580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6"/>
          </a:solidFill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19F124A4-7489-45B1-B8A6-69DAFC8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F4"/>
          </a:solidFill>
          <a:ln xmlns:a="http://schemas.openxmlformats.org/drawingml/2006/main" w="0">
            <a:noFill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E13AFB52-40A0-4CFB-A1F9-B2CB1C77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5C6DB343-8ADB-4914-9B76-EC0F8A0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3"/>
          </a:solidFill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C8934235-7D91-4017-9778-FCCD4D99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3"/>
          </a:solidFill>
          <a:ln xmlns:a="http://schemas.openxmlformats.org/drawingml/2006/main" w="0">
            <a:noFill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A1A1DFF9-9891-47FD-9E8A-246391D2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75761824-40B3-4524-AE32-3018A639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AC92058-9443-4EF8-B52E-CE1A202F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A6B8D069-FF03-4671-9DA3-829C52BF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DF2"/>
          </a:solidFill>
          <a:ln xmlns:a="http://schemas.openxmlformats.org/drawingml/2006/main" w="0">
            <a:noFill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018A532E-76DE-41D7-AC2F-9BCFDB1E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2"/>
          </a:solidFill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05050633-7E82-4C5B-B32E-DE8CEC36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0">
            <a:noFill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999412B3-CCE1-4E73-819F-3880919F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0">
            <a:noFill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78DC83EA-F09E-41DF-9994-117B4AD2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F1"/>
          </a:solidFill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26AD1FF6-CC51-401C-84FA-46F5A13F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479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1"/>
          </a:solidFill>
          <a:ln xmlns:a="http://schemas.openxmlformats.org/drawingml/2006/main" w="0">
            <a:noFill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7567742A-AA30-4D78-8E9D-67AC9F0C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957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G14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0CA5FB48-068D-479D-989F-6F338735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27073D4D-F97E-4084-9945-516740D6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62F1B3AC-614E-49F0-90D1-BCAD9FDA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A7419041-9D1E-4E44-9A31-87713B3E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1DE61DF-F67C-4A67-AD30-6EA8C445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C6271821-3737-48EB-BE07-8CD4F3C4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8BE02B4-5D5D-4354-A9D7-7677084F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9DF6CDA9-C582-4601-B2A5-137E2F2B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65887389-DC5B-4419-BC8B-2B1DB430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CFA6A113-C4F9-404C-8570-AD4C4F4E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C12B116B-FEC3-44FB-8FF2-D03CC7F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F9E257CA-10C4-4E47-AA4F-C11504B9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9B21E3A3-A829-4194-AC06-6C5C9603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C53689B1-4739-41F2-B6DC-6A438CEE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DEACC67D-062A-4DD5-BF97-4B6557E3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AD1DA696-D4F4-4141-A449-F2FD8325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4880C946-56BA-4D92-AB06-B63CEBB7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8B8DBD8B-EA03-4642-8A70-CCFDE924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6BCBE1B4-7DCA-45BC-ADAA-A92DE8A9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909F305A-D755-4B7F-B293-65DA7A3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64C46D9-B747-40D8-8E3B-6883487B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5BECD9AA-14A5-496F-8476-E76683B9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19874965-20F2-410B-BA96-5C4151B1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D1E85227-C3EF-4F64-AE61-5A6E91BF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CFC4FA30-3606-4748-99DB-2946279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185D3CF8-9527-4837-BD9C-F161703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B1DE0477-7BAC-474D-83FB-61C9AFEA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F89B3BB6-1DE3-451E-BA81-79660EBB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74A685B0-AFF9-4165-AF91-848349BE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7179A013-3DC8-497C-8453-2D39636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BA78AF3E-45F7-4EE1-BE8A-4F6B11EA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957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B8E6E14A-FDB7-444E-929F-916DB908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435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G15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64B68BA5-B00E-4E8F-85CC-F495EAC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FA2A10AF-7604-4ABE-9843-908B7BA6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BAECA821-0DC2-4695-B0D2-1E7FED9B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B6F84D4B-D982-4A4F-B6A1-DFE810CE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C22BB477-FD70-47A9-8B40-E19F6512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DC53B2B5-4E5B-4833-8376-16E94C8A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3DEA2194-2E4E-4965-A5E3-7B038332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50B3526B-1D93-4F23-987A-FDD68C7C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08D5F83F-6B8F-41A6-80BE-6AF43BD3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C16BD079-B066-491C-914F-471BFB51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472DCBD2-6882-4E8E-A093-15F9A6D5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7AF5D0D-A3EE-4F24-B6B6-1C9415BF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547E2449-92BF-4B9B-A3EF-2E3E69CF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A5EB1D95-EE80-4515-AD0C-64AA9526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E34CE9A8-9F7F-46A3-8BF0-F2B581F3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82436CD7-020F-4314-A63A-63A1E58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FCD58245-2ED1-4C9B-9F4A-93FA3CA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B95F4695-F319-4CBC-8CC0-A486F010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6514034-015B-40F3-B78D-0C47D23F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1231F2B-AF98-459B-8F86-FB3EC2E5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36789CA4-E6FD-4910-A572-E245F03F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47FC4436-3483-4C68-AFC3-D3ACE01F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BA864591-62F8-4990-8012-D49A06E5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035522C5-3056-498F-9967-EFD0073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46F57169-22E6-4E9A-A615-67223645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85BEC295-B52D-4600-B5F9-EBEF0705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CF08CE53-55C0-4ABE-8662-6EE03E3E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E3F1AFAD-6222-4874-8F3A-B6B2B8E6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ABFFB37D-CC9E-4CBD-9A0D-50CA8DB0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ABDACCCC-2D90-4448-8047-463F11C5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67F33634-1304-4BD6-B768-826C47D6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435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3585B655-D26B-44B0-8091-EBAB434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913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G16</a:t>
            </a:r>
          </a:p>
        </p:txBody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5A70AAC7-BD89-4C5B-98D3-59E04440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8788C724-53AB-4532-8CB2-ABD9B88A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97426B13-FFCA-4F93-98E5-ACBED079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C87AFD45-4746-441F-B27A-04AEFDFA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C77B26CD-CFBA-4051-A0C9-B4C4BF9F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C05558DA-13B7-4899-9322-3B7C27F3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883B1251-47D0-4D0F-A509-34B2C1C8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F69BB938-DD45-4576-9E86-050E1025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2FDD0A4E-9D67-4FE7-A11C-6FB0B891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5AB2FE4-68C4-4167-AD3B-BD7F7732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54C6F5A3-0B26-42C9-BFB4-02E9A714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ED056AE-4186-4091-A95B-229E6FE7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827EF652-E2B5-470F-B610-B899D7BD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F4BEA7AF-5AC9-4A6E-AD0D-CF58540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A36CF659-C333-48F8-85A9-0E7417D1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D46C3DE6-638B-49DD-A3DB-90D44886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5078A846-094F-40BF-8A86-1E41AFC5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423871F6-2BCF-4558-9BB8-E986B1A6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AEEE24C6-756A-432E-95A3-B792C7BE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47F98CC0-DBA1-46B9-B7C5-0AA08BD2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F1"/>
          </a:solidFill>
          <a:ln xmlns:a="http://schemas.openxmlformats.org/drawingml/2006/main" w="0">
            <a:noFill/>
          </a:ln>
        </p:spPr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C428ABC0-B28B-4A9D-BD96-495BFE0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BF0"/>
          </a:solidFill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C09B0F10-4CEC-4F08-9FD6-AEFA54F1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0"/>
          </a:solidFill>
          <a:ln xmlns:a="http://schemas.openxmlformats.org/drawingml/2006/main" w="0">
            <a:noFill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58145691-E3F3-4A76-BFF5-ED9A56F0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9EF"/>
          </a:solidFill>
          <a:ln xmlns:a="http://schemas.openxmlformats.org/drawingml/2006/main" w="0">
            <a:noFill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F972DD1D-40BD-49A9-8F88-6E0EA975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F"/>
          </a:solidFill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AC23B65E-21C3-4FC9-BBD6-25B58904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E"/>
          </a:solidFill>
          <a:ln xmlns:a="http://schemas.openxmlformats.org/drawingml/2006/main" w="0">
            <a:noFill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B7AA0616-24A1-48B7-B572-E7B6671B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7ED"/>
          </a:solidFill>
          <a:ln xmlns:a="http://schemas.openxmlformats.org/drawingml/2006/main" w="0">
            <a:noFill/>
          </a:ln>
        </p:spPr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9FF8166E-5E87-41CD-BA6B-57CAEE7B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D"/>
          </a:solidFill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0BE4A5BD-DF11-4F97-83C1-2AAD8830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C"/>
          </a:solidFill>
          <a:ln xmlns:a="http://schemas.openxmlformats.org/drawingml/2006/main" w="0">
            <a:noFill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9C640C3A-6A5E-4646-9C50-48F3F889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C"/>
          </a:solidFill>
          <a:ln xmlns:a="http://schemas.openxmlformats.org/drawingml/2006/main" w="0">
            <a:noFill/>
          </a:ln>
        </p:spPr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7DF71950-D956-4EB6-8CE5-1E71451A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15A22799-4BBE-4847-9528-85B81423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2913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3EB"/>
          </a:solidFill>
          <a:ln xmlns:a="http://schemas.openxmlformats.org/drawingml/2006/main" w="0">
            <a:noFill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8D5CE2B8-720F-4093-B503-E59311D9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3920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G17</a:t>
            </a: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4F38693C-E643-499B-91B6-09A54799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1CB919F3-EAF9-47D3-B908-48BC9EE3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D1FC7099-50F9-4593-BD5B-77A06B4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DB5181BF-42D0-4F5F-8F12-4929BCDE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570F6122-D2C2-485E-A63B-A8818D5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E3385D16-CDB1-4C87-A889-53F02BA2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76DF7ECC-0013-41D9-B336-29EED32D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4D2D1CE1-5E3F-4232-BB24-2FA37249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8C46B8A7-56B3-4371-A8A2-E80E4B43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2C504C8D-8A40-45C9-94F0-E75668D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DFE36C6B-BB29-4B89-8750-9702F428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522A1C4D-1075-4249-BF61-4F56DD4A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07FE7950-83C6-411A-85C7-D5CC2571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EF8C7ACC-93A1-44B4-8313-86196581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B0AEFF1F-2370-4B8E-88E1-520BBF59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005B649D-F672-4C27-8ABA-B54E8495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DADB1CC2-7A44-4BB8-A789-BF4EAB8C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EE04EBFB-F46E-4DA7-8239-65337755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55C1A9B-16C9-45AC-8098-0C4773E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6F433BC-1D98-44C3-B799-AD116C8D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2A2ED96-B370-448A-A91F-FD3B055B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3259AC2-851A-4A28-A780-33CC46BB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825C362-1070-405B-BA9A-C09BAE3E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250C244E-7037-4ADF-B615-D75A6862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27EA1C3-3530-4046-AF15-A3F34E67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506B7FD-E155-4201-8A3F-7EBD9526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B482441-562F-4780-B742-62EAFC1D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noFill/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20523EF-D90F-4B12-BDC4-F05E0CCF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55C9A54-8718-4353-AE8D-014C33CC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4DF4928C-2F20-4A6B-ABFB-433927C6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0">
            <a:noFill/>
          </a:ln>
        </p:spPr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E89C846B-9E49-4A37-94EE-03056F5C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93920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83CBC193-3581-42BA-9AEE-7EF84D93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8703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G18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5B053E16-3C3D-4FC6-AEBA-DD944A3D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A05E0C5A-55FC-457F-B664-0BE8DAA5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0B7E8AD3-722A-44B0-A733-9BE333D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D"/>
          </a:solidFill>
          <a:ln xmlns:a="http://schemas.openxmlformats.org/drawingml/2006/main" w="0">
            <a:noFill/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F52131C0-0FB0-41C2-B691-8423AB37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0C935BF2-AF92-4607-B1E2-3B5C92D4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067C3807-79CE-4F9A-BAA5-D329F4F7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0DBA5457-DED8-46C5-A6D8-3F54B01F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B3861537-EDB0-453D-8317-BC7FBA0A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66ADB91A-E363-4BEF-BE32-C0A72A9C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E3FACEBC-81B8-48A7-9540-76DB8319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B0CDFE70-640F-4450-BB66-C840A518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F1E511B6-EE54-44AB-BC52-B1B5BF0F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5D35B875-1411-4350-8494-DDB215FE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0D3590BA-3BC3-4FC5-BE61-7F7E348A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41C55127-044B-4EF7-A87F-EE09AF9F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ACB0996F-84A8-4D08-B2E5-2A618C9B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C76C514A-AFBE-4707-B1AB-76EC1D97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4421ABEE-EFCA-416E-A7A4-8CCDFEEF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64F5876D-F318-431F-A3DC-4B2581CD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52E919C9-34C1-482C-8BF6-4FD97AC0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063AFEBC-97EA-42B2-9B64-A487D3F1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8E7798DD-158A-468D-B10E-2D478AA5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41435613-8C87-4301-A1A5-E9D0531E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F38B3E30-E733-4273-9560-4C3583B1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052425A5-FA8E-4CE4-A08B-2ECF285D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8BA87DD4-007B-4563-B688-D70235C8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1CCEF183-9614-47F3-AB15-C306FFC9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A"/>
          </a:solidFill>
          <a:ln xmlns:a="http://schemas.openxmlformats.org/drawingml/2006/main" w="0">
            <a:noFill/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81565E5F-0A0F-46BE-8BAB-8A375FAF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</a:ln>
        </p:spPr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A822AC13-2347-4BB9-9125-D4F8E5F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C63667BE-FEA3-457A-B3E9-DC8C0E9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E147BE9D-CAD4-4528-B9BF-4CF3501D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8703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0">
            <a:noFill/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F1806CB3-B014-4597-AB8A-D912C409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3485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G19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D43DBF00-DEF2-415F-BD5A-1109F73F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D29615C7-C050-4EFA-88A4-9B44DB45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37726616-6BA6-45CF-B9F8-DD6D4093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9263C696-8A98-46AB-91C4-0FFD2AE9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7DA4A9DF-A1D3-43FA-BB04-F5BCD6F8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8404C94A-7061-41C3-8979-DCB71645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A086E9B9-7916-40C2-A053-1603C0E0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919D4A8A-A58F-41CF-A458-FFCC8C22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46F7F047-E339-42F1-9F46-8B72F247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50D55392-000F-4DF5-865B-CCBDE868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25DA4C6A-264D-4E8B-807E-2737FE64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6130E22C-B8DA-403E-ACA9-D9221F30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F7F73DA6-5B1E-4B11-AA84-661BF5F3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EA0B7993-C2FF-4668-B0F5-8AB7FE7C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4D6E0236-7DCD-4EBC-B002-F55ABFE8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2CDDADEA-9398-42A1-9118-C21E0CC5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B"/>
          </a:solidFill>
          <a:ln xmlns:a="http://schemas.openxmlformats.org/drawingml/2006/main" w="0">
            <a:noFill/>
          </a:ln>
        </p:spPr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0AA82E9B-7C0E-4C02-80E2-2C5C6B3C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190EDA0C-B551-4016-B745-FE1C15D1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7301BF72-036A-486E-B5EE-63FA0277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0">
            <a:noFill/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8D2E8A22-E66D-424E-8CA7-3E9C21CE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</a:ln>
        </p:spPr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9CF2172A-6666-47F2-89D7-7AA611DB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66C185CF-4B88-4A73-BBB8-58B9FF2A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79E8F700-A21A-413D-BD21-F7351F3B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noFill/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AB910615-95BF-44B7-95AE-7569B0D7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E2EB495B-DDCA-4080-A88E-B9A20475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FCBB83AF-3D64-401D-8333-ADD79CB0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7"/>
          </a:solidFill>
          <a:ln xmlns:a="http://schemas.openxmlformats.org/drawingml/2006/main" w="0">
            <a:noFill/>
          </a:ln>
        </p:spPr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381673B0-0873-4169-99BC-0A30CA7F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E308F8E0-81B0-44A4-94E7-7B1C524A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6"/>
          </a:solidFill>
          <a:ln xmlns:a="http://schemas.openxmlformats.org/drawingml/2006/main" w="0">
            <a:noFill/>
          </a:ln>
        </p:spPr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37B98C62-5F81-4990-938F-BC7C28E8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D5843AED-0DBA-4A04-911B-7867ED15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366A3762-EB36-4481-9374-B18F5D2F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3485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051E6FBA-289C-4BC0-80F9-44341048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8268"/>
            <a:ext cx="1333500" cy="16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13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G20</a:t>
            </a:r>
          </a:p>
        </p:txBody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E6CA6694-D001-47A7-9B4C-73A9BCF3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867C58FA-80DE-4DDE-B7F2-5FB7E5CD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33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0">
            <a:noFill/>
          </a:ln>
        </p:spPr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5CAF7E32-0A10-4C00-A010-582856C4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E3500759-C8AE-4BCA-BC13-5904F22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10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64A01028-BBFA-4B43-8893-B5EEE1F7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3C432B52-BCA2-4870-9A43-7A1DFD4B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8A0964B5-6BE3-48C1-9968-82499AFA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C"/>
          </a:solidFill>
          <a:ln xmlns:a="http://schemas.openxmlformats.org/drawingml/2006/main" w="0">
            <a:noFill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F3B2B866-A184-489B-9FEF-A6F558F9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FE663C22-3B8C-411F-8F55-896F84F2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C56F6A22-D723-4825-B099-5957885E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41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EFF7E2E7-5EE6-4DC4-91C2-E07E3E75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999A24EA-2E91-4DBE-97A1-0E369A89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2D8BA18D-3608-45FA-AAEA-0B9E2493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7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9BB97E8C-D0C1-458C-82D7-9910F3C9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BB445452-BBD1-4BA4-A28F-D00C5560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3EBFD792-EC87-4030-917F-2A224781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0">
            <a:noFill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1E9D0126-2FF7-4E98-80B5-BC5A6CDF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0">
            <a:noFill/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E55CDB17-8F02-46A9-A368-C98BB0B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91D2BC42-A116-4857-9367-4EF80C89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38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7130490C-BEF9-4030-8BB5-8195D18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26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77C1CDA2-5166-43AD-A7C7-126CF199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82B75DFD-BD62-4298-A68D-3926E0B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03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865DD0CE-63E3-4BA0-9A03-A14A7C55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92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4402320F-9F3B-476E-B964-4D864BB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FAB2B745-E0A0-4E8F-B5AB-89207194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0">
            <a:noFill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A1CBB761-9B1F-433A-8452-EE079673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1C69DF63-A5C2-480E-91B0-D1C01DDE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3735C9B8-1498-4B1B-9A70-70EC1AB8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34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E8FA1EA8-5E17-416A-B37F-37762D82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23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EC6419CD-E16F-48C9-9225-E8B5C9A4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15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</a:ln>
        </p:spPr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1D94EF58-05C9-4413-BC24-A0D1CCD7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8268"/>
            <a:ext cx="223838" cy="165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0">
            <a:noFill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BF4EA698-8121-47B8-AD2B-1C99D75F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1A231CD1-04D4-4EBD-9270-DC7294EE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5B752FA7-F3B8-42F0-86DF-2802679C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5A06653B-134F-4CA3-A428-E233FFC5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6D2013C6-4CD3-4429-B4DD-4F39EEFA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7816165B-03F7-4FB0-834F-F808BF8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A2396572-9A19-49E6-A7BA-A281ECC0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102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6B289CD9-2BDF-4B29-B6C5-C7FC9EA2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67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世代</a:t>
            </a:r>
          </a:p>
        </p:txBody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ED25F9F3-239E-4EE7-90EA-E6C5F83C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試驗間 SD</a:t>
            </a:r>
          </a:p>
        </p:txBody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5DF796EF-32E6-4312-9F4D-84D6CBE6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低平均頻率也可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有較大試驗差異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SD 描述隨機變異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不代表測量誤差</a:t>
            </a:r>
          </a:p>
        </p:txBody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E3E97241-CC3A-46DA-87D5-3035FC53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0">
            <a:noFill/>
          </a:ln>
        </p:spPr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217EF2DB-27D0-45D9-8E0C-EB5480BF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D7FFF292-AEEC-4406-99CD-937F547C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CF1"/>
          </a:solidFill>
          <a:ln xmlns:a="http://schemas.openxmlformats.org/drawingml/2006/main" w="0">
            <a:noFill/>
          </a:ln>
        </p:spPr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981D88C6-8EB3-492C-AF4E-6DED770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45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EB"/>
          </a:solidFill>
          <a:ln xmlns:a="http://schemas.openxmlformats.org/drawingml/2006/main" w="0">
            <a:noFill/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AE7A80DC-734D-4B1E-AE89-67DF81C8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6"/>
          </a:solidFill>
          <a:ln xmlns:a="http://schemas.openxmlformats.org/drawingml/2006/main" w="0">
            <a:noFill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C07ABDAC-30D8-4B95-8506-167244FF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5E0"/>
          </a:solidFill>
          <a:ln xmlns:a="http://schemas.openxmlformats.org/drawingml/2006/main" w="0">
            <a:noFill/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6480EFA5-1F91-4265-92BB-1F75D1D1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EDA"/>
          </a:solidFill>
          <a:ln xmlns:a="http://schemas.openxmlformats.org/drawingml/2006/main" w="0">
            <a:noFill/>
          </a:ln>
        </p:spPr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9B0CF2B2-9CE1-4635-BF8F-9C96A47A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8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D4"/>
          </a:solidFill>
          <a:ln xmlns:a="http://schemas.openxmlformats.org/drawingml/2006/main" w="0">
            <a:noFill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FCE8EB9A-7B3D-44B4-85F7-095C7253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ECE"/>
          </a:solidFill>
          <a:ln xmlns:a="http://schemas.openxmlformats.org/drawingml/2006/main" w="0">
            <a:noFill/>
          </a:ln>
        </p:spPr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80BB37C7-CEB9-4EDE-B435-095CB3E0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6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B7C8"/>
          </a:solidFill>
          <a:ln xmlns:a="http://schemas.openxmlformats.org/drawingml/2006/main" w="0">
            <a:noFill/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90EDBB0F-B9A0-4A59-B224-89478400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FC3"/>
          </a:solidFill>
          <a:ln xmlns:a="http://schemas.openxmlformats.org/drawingml/2006/main" w="0">
            <a:noFill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3A298C90-89C6-4BA5-AE80-A28CF63B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8BD"/>
          </a:solidFill>
          <a:ln xmlns:a="http://schemas.openxmlformats.org/drawingml/2006/main" w="0">
            <a:noFill/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F1E2C742-7E0A-476A-AA82-F45EF731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0B7"/>
          </a:solidFill>
          <a:ln xmlns:a="http://schemas.openxmlformats.org/drawingml/2006/main" w="0">
            <a:noFill/>
          </a:ln>
        </p:spPr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2BC0F607-0ECC-4C48-AC89-7C958F03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66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8B1"/>
          </a:solidFill>
          <a:ln xmlns:a="http://schemas.openxmlformats.org/drawingml/2006/main" w="0">
            <a:noFill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B095910C-869F-4C84-82E3-6BE1CDCB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B"/>
          </a:solidFill>
          <a:ln xmlns:a="http://schemas.openxmlformats.org/drawingml/2006/main" w="0">
            <a:noFill/>
          </a:ln>
        </p:spPr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208AD2AF-841D-4622-BD9A-DC989790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468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89A5"/>
          </a:solidFill>
          <a:ln xmlns:a="http://schemas.openxmlformats.org/drawingml/2006/main" w="0">
            <a:noFill/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0DE70E16-A8DE-4BE4-844D-5EF7211C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82A0"/>
          </a:solidFill>
          <a:ln xmlns:a="http://schemas.openxmlformats.org/drawingml/2006/main" w="0">
            <a:noFill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C5FB3776-AB8C-4069-9899-5926ECCB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713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A9A"/>
          </a:solidFill>
          <a:ln xmlns:a="http://schemas.openxmlformats.org/drawingml/2006/main" w="0">
            <a:noFill/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86379DA6-BC6E-4B0B-9C9A-7C1EBFBF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394"/>
          </a:solidFill>
          <a:ln xmlns:a="http://schemas.openxmlformats.org/drawingml/2006/main" w="0">
            <a:noFill/>
          </a:ln>
        </p:spPr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E77E2A45-9D0C-4868-A54C-4E713CD5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38" y="3571875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B8E"/>
          </a:solidFill>
          <a:ln xmlns:a="http://schemas.openxmlformats.org/drawingml/2006/main" w="0">
            <a:noFill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23CF6555-60EF-468C-BD51-AC625206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0                       0.5</a:t>
            </a:r>
          </a:p>
        </p:txBody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F8510A1E-F9FF-499D-9820-CA8B35B1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每格 n=30。樣本 SD色階 0–0.5，TSG 為 any hit，並非功能喪失比例。</a:t>
            </a:r>
          </a:p>
        </p:txBody>
      </p:sp>
    </p:spTree>
    <p:extLst>
      <p:ext uri="{BB962C8B-B14F-4D97-AF65-F5344CB8AC3E}">
        <p14:creationId xmlns:p14="http://schemas.microsoft.com/office/powerpoint/2010/main" val="124425031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F7448-A023-497F-9BFE-1F65F07E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30 次試驗均復發，但事件時間仍有差異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F3C31-C651-4D7B-946E-567DB38A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事件定義：先低於起始治療負荷，再回到該負荷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DE80B-6946-4F6A-BDDC-599F7DB3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76647352e2435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3A613-6CA5-48EE-B250-4B2D67D8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30/30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245A3-6745-4C16-8EF2-6A7DE581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觀察到復發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事件時間中位 28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P10/P90=26/29.1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05430-474A-47E0-BCF0-89CAA692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樣本數為 30，結果限於本批教學參數與觀察窗口。</a:t>
            </a:r>
          </a:p>
        </p:txBody>
      </p:sp>
    </p:spTree>
    <p:extLst>
      <p:ext uri="{BB962C8B-B14F-4D97-AF65-F5344CB8AC3E}">
        <p14:creationId xmlns:p14="http://schemas.microsoft.com/office/powerpoint/2010/main" val="197251607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EA685-05FC-4A15-90E3-5925528A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控制實驗：TSG 功能優勢改變生長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AEC6C-8C8F-45AD-8FE0-A0B8E843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保留 oncogene 與突變設定，比較無 TSG 優勢、one-hit 和 two-hit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57EE4-2245-48B9-8D46-E30ABD71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2b796c49614f7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A1AF9-7D36-4F6B-A463-76052DDE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控制變因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CDCBE-2C3E-4AC4-A826-74040666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相同突變機會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相同 oncogene 規則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差異來自 TSG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功能與達標門檻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F4731-60BE-4405-BA4A-6A14C587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每組 30 次，無治療，固定 18 代。下一頁保留試驗變異範圍。</a:t>
            </a:r>
          </a:p>
        </p:txBody>
      </p:sp>
    </p:spTree>
    <p:extLst>
      <p:ext uri="{BB962C8B-B14F-4D97-AF65-F5344CB8AC3E}">
        <p14:creationId xmlns:p14="http://schemas.microsoft.com/office/powerpoint/2010/main" val="212480115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AF7B0-EE41-47BD-84A6-F9C7270F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one-hit 組的第 18 代中位負荷較高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B6369-E9D7-41D4-8741-4F224967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比較同一時間點，並呈現兩組試驗變異的重疊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8F02E-CBFA-4B8E-A8D7-28034EAD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7fdd2f7483444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90C8D-B110-43B0-BCBF-565DDAFA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+28.1%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C8A78-1268-4919-801F-E8009B8B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18 代中位負荷比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94,617.5 / 73,879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變異範圍仍重疊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E6837-43B5-44FA-8974-59E3112A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n=30。實線中位，虛線 P10/P90，非信賴區間。</a:t>
            </a:r>
          </a:p>
        </p:txBody>
      </p:sp>
    </p:spTree>
    <p:extLst>
      <p:ext uri="{BB962C8B-B14F-4D97-AF65-F5344CB8AC3E}">
        <p14:creationId xmlns:p14="http://schemas.microsoft.com/office/powerpoint/2010/main" val="82383115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68BC0-66D2-4EA6-B6E9-B0D6C25F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達標比例揭示門檻差異的機制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7E19E-F156-4F98-AD7D-1D67B7C6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這裡計算功能喪失比例，與基因熱圖的 any hit 分開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8FA93-7E85-4934-A637-B5ED3A63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f32f9e1608473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9AAC2-A55E-461A-8023-AE981C85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同基因兩擊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A682E-6A5E-4896-B3EE-4CE57E69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two-hit 達標需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累積第二等位基因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0% 對應 −2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0.99% 對應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1D866-ECA9-4C18-8EDD-98F9EE99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n=30，中位曲線。加 0.01 後轉換，避免零值無法取對數。</a:t>
            </a:r>
          </a:p>
        </p:txBody>
      </p:sp>
    </p:spTree>
    <p:extLst>
      <p:ext uri="{BB962C8B-B14F-4D97-AF65-F5344CB8AC3E}">
        <p14:creationId xmlns:p14="http://schemas.microsoft.com/office/powerpoint/2010/main" val="88167371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0C217-CC95-4E10-B40B-7BB0C905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TSG 終點分布：兩組試驗仍有重疊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23495-3787-4C30-B5C0-68C5B9B4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條件 0：one-hit　條件 1：two-hit，每組 n=30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2CB4F-E9D4-4072-8B26-D7C7D2C6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45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2658fa6c83460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4CAB2-27CF-4C9C-844A-5ECF4693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n =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0FB16-DA60-4593-BB92-F6E2A2A9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每個點為一次試驗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黑色大點為中位數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中位差異與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試驗間重疊一起看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83268-FE4F-47BF-BFB0-1DE6F396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固定第 18 代比較。橫向抖動僅減少遮蔽，不表示其他變數。</a:t>
            </a:r>
          </a:p>
        </p:txBody>
      </p:sp>
    </p:spTree>
    <p:extLst>
      <p:ext uri="{BB962C8B-B14F-4D97-AF65-F5344CB8AC3E}">
        <p14:creationId xmlns:p14="http://schemas.microsoft.com/office/powerpoint/2010/main" val="113288999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9C647-D487-4826-84EF-E3C5C4B6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飽和曲線：共享效益有明確上限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D838E-D0DB-4464-A39B-3922032F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完整 0–100% 範圍，下一頁放大實際較常見的低比例區域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A1EAB-8D84-418F-95B7-53428F78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addff9cde946c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937F4-B9C2-46C7-AD10-CCF3E60E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上限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83FFB-284B-452D-8594-29800270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高比例時效益趨緩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b_max 決定上限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K 決定低比例敏感度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38097-77A0-4121-9A0B-9C436CAB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本圖來自指定飽和函數。生產者比例 100% 時降低量約 5.88 個百分點。</a:t>
            </a:r>
          </a:p>
        </p:txBody>
      </p:sp>
    </p:spTree>
    <p:extLst>
      <p:ext uri="{BB962C8B-B14F-4D97-AF65-F5344CB8AC3E}">
        <p14:creationId xmlns:p14="http://schemas.microsoft.com/office/powerpoint/2010/main" val="51196437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5E616-8C78-4B18-A3E7-934304AB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機制假設：少量生產者即可形成共享效益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13395-C27C-4761-8A0B-830C95AF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先看模型規則，再看 ON/OFF 模擬是否符合預期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50231-778C-47C5-8C71-2F9EBAE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e4e21a72b642e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4FF20-F95C-47F9-84DC-813FCBE4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f = 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51C19-A9C0-40AA-A915-9968497A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b = 3 個百分點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達最大效益的一半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這是指定公式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不是觀察資料的擬合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E7A64-E89A-4474-BC8A-162F81C5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顯示 0–10% 生產者區間。上限為 6 個百分點，完整範圍漸近此上限。</a:t>
            </a:r>
          </a:p>
        </p:txBody>
      </p:sp>
    </p:spTree>
    <p:extLst>
      <p:ext uri="{BB962C8B-B14F-4D97-AF65-F5344CB8AC3E}">
        <p14:creationId xmlns:p14="http://schemas.microsoft.com/office/powerpoint/2010/main" val="108953247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C9B1F-94A0-4A0E-A6CB-1D5E2EF9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ON 組的中位負荷提高 52.5%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39BC5-7B94-44FA-9F51-BED20AE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相同位點與突變機會，啟用共享死亡降低效益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936CD-3BAB-40E5-B95A-9E3AF26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5ea1e3db76423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2883A-7AF4-4B8C-9BA2-6C9922E5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+52.5%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2D2A3-24A1-4C01-8D9C-5EAA310C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第 18 代中位負荷比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共享存活效益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使整個族群受益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5F036-FE1F-4F49-AA6C-605FD005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各組 n=30，實線中位、虛線 P10/P90。其他參數固定，不施加治療。</a:t>
            </a:r>
          </a:p>
        </p:txBody>
      </p:sp>
    </p:spTree>
    <p:extLst>
      <p:ext uri="{BB962C8B-B14F-4D97-AF65-F5344CB8AC3E}">
        <p14:creationId xmlns:p14="http://schemas.microsoft.com/office/powerpoint/2010/main" val="150741121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FAE0D-B8D9-48AD-B2ED-DCAC59C5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生產者仍是少數，共享效益已可影響全族群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86727-8782-419A-97CB-7A1C3D74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把生產者比例與負荷差異連起來解釋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72E4F-F376-48B0-AE93-E2B0ECFB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49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c5da0faf5d44e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D5BA2-0E10-43B0-AE24-F0BB41BD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1.60%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56DAD-37B0-43D9-8F30-49F6E66C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ON 第 18 代中位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對應死亡率降低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約 2.67 個百分點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非生產者同樣受益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043CB-EC0F-4575-8EAD-A91D0BE8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OFF 為同一中性位點的突變比例。兩組保留相同位點與機會。</a:t>
            </a:r>
          </a:p>
        </p:txBody>
      </p:sp>
    </p:spTree>
    <p:extLst>
      <p:ext uri="{BB962C8B-B14F-4D97-AF65-F5344CB8AC3E}">
        <p14:creationId xmlns:p14="http://schemas.microsoft.com/office/powerpoint/2010/main" val="120370732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1A547-11D0-414A-BECB-A85A32AC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IL11 終點散點：共享效益與隨機變異並存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EA50B-B47E-4083-A21E-DFC1D139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條件 0：OFF　條件 1：ON，固定第 18 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8604E-E205-431A-A2BC-A9F8B80A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50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02ca0038394c1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B2A31-79EC-47D7-94FF-BE93A434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n =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7396F-55AB-46BC-BB7B-CFBA199B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每個點為一次試驗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黑色大點為中位數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中位差異與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試驗間重疊一起看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2C0F1-24E7-4109-9FD6-661971BF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固定第 18 代比較。橫向抖動僅減少遮蔽，不表示其他變數。</a:t>
            </a:r>
          </a:p>
        </p:txBody>
      </p:sp>
    </p:spTree>
    <p:extLst>
      <p:ext uri="{BB962C8B-B14F-4D97-AF65-F5344CB8AC3E}">
        <p14:creationId xmlns:p14="http://schemas.microsoft.com/office/powerpoint/2010/main" val="202624890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8A82A-25F6-4213-8C27-9AFF1CF3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高死亡率組的等大小樣本較多樣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B1F75-C05F-41CA-845E-3118EC2C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首次達標後無放回取 5,000 細胞，每組 30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C3E4D-64FE-4F73-9FCE-E233E3F0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905000"/>
          <a:ext xmlns:a="http://schemas.openxmlformats.org/drawingml/2006/main" cx="8334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98ba20405949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2E0E5-4496-4ABB-A969-441A86A3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1.06 / 1.80</a:t>
            </a:r>
          </a:p>
          <a:p xmlns:a="http://schemas.openxmlformats.org/drawingml/2006/main">
            <a:pPr algn="l">
              <a:def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36B8E"/>
                </a:solidFill>
                <a:latin typeface="Arial Unicode MS"/>
                <a:ea typeface="Arial Unicode MS"/>
                <a:cs typeface="Arial Unicode MS"/>
              </a:rPr>
              <a:t>2.83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80EB8-2006-4E5F-BFC4-D9C06F08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28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三組 H 中位數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達標世代中位數</a:t>
            </a:r>
          </a:p>
          <a:p xmlns:a="http://schemas.openxmlformats.org/drawingml/2006/main">
            <a:pPr algn="l">
              <a:def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8、14、26.5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F33C5-D25A-412A-8DCC-ADA3C6BF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每點為一次試驗，黑色大點為中位數。比較等大小樣本，達標時間仍不同。</a:t>
            </a:r>
          </a:p>
        </p:txBody>
      </p:sp>
    </p:spTree>
    <p:extLst>
      <p:ext uri="{BB962C8B-B14F-4D97-AF65-F5344CB8AC3E}">
        <p14:creationId xmlns:p14="http://schemas.microsoft.com/office/powerpoint/2010/main" val="19503626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F9FE4-8C83-4B44-B9A3-F7BE934B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結果支持的機制與下一步實驗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3FAA2-353B-4B6D-BB2E-4376C819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每一個解釋，都對應可改動的程式參數和可量測指標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2E3B7-9035-4AD3-B99E-24D906A4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3333750"/>
                <a:gridCol w="4857750"/>
              </a:tblGrid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觀察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程式中的可能機制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下一步與指標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抗藥佔優與復發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kill_S 與 kill_R 的差異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掃描 resistant_therapy_kill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復發率、時間、滅絕率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IL11 ON 負荷較高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b(f) 讓非生產者也受益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掃描 b_max、K，加分泌成本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負荷差異、生產者比例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845344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高死亡組 H 較高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周轉與達標時間共同影響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固定世代和負荷分別比較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H、達標率與代數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86740-350F-4E0A-AB87-6883D0BC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959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這些是指定參數下的模擬觀察。後續需敏感度分析與資料校準。</a:t>
            </a:r>
          </a:p>
        </p:txBody>
      </p:sp>
    </p:spTree>
    <p:extLst>
      <p:ext uri="{BB962C8B-B14F-4D97-AF65-F5344CB8AC3E}">
        <p14:creationId xmlns:p14="http://schemas.microsoft.com/office/powerpoint/2010/main" val="182996665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44BB8-1ECE-448D-BE2D-0EB6AC33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73042"/>
                </a:solidFill>
                <a:latin typeface="Arial Unicode MS"/>
                <a:ea typeface="Arial Unicode MS"/>
                <a:cs typeface="Arial Unicode MS"/>
              </a:rPr>
              <a:t>程式與數學如何共同解釋模擬結果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73DEB-B8BF-4384-8EFE-5A28E012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資料表示決定狀態，抽樣規則決定轉移，統計決定解讀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62207-87A1-42D7-AA06-6A7EF11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57580"/>
                </a:solidFill>
                <a:latin typeface="Arial Unicode MS"/>
                <a:ea typeface="Arial Unicode MS"/>
                <a:cs typeface="Arial Unicode MS"/>
              </a:rPr>
              <a:t>53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81500"/>
                <a:gridCol w="2762250"/>
                <a:gridCol w="3714750"/>
              </a:tblGrid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程式物件／步驟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數學意義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可解釋的結果</a:t>
                      </a:r>
                    </a:p>
                  </a:txBody>
                  <a:tcPr marL="91440" marR="91440" marT="45720" marB="45720" anchor="ctr">
                    <a:solidFill>
                      <a:srgbClr val="E8F0F4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population + therapy_generation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完整狀態 Sₜ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相同負荷的不同後續行為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survivors / triples / mutation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Binomial 抽樣與 Q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生長、選擇與新基因型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simulate + 多次試驗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 的路徑抽樣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復發比例與試驗間變異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  <a:tr h="647700"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summarize + 取樣 + tests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指標、比較與不變量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  <a:tc>
                  <a:txBody>
                    <a:bodyPr lIns="57150" tIns="47625" rIns="57150" bIns="4762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3042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可追溯並驗證的分析</a:t>
                      </a:r>
                    </a:p>
                  </a:txBody>
                  <a:tcPr marL="91440" marR="91440" marT="45720" marB="45720" anchor="ctr"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b373456574ba0"/>
          <a:stretch xmlns:a="http://schemas.openxmlformats.org/drawingml/2006/main"/>
        </p:blipFill>
        <p:spPr>
          <a:xfrm xmlns:a="http://schemas.openxmlformats.org/drawingml/2006/main">
            <a:off x="1505379" y="5381625"/>
            <a:ext cx="9181242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06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2026-10-09T20:47:44.5100000Z</dcterms:created>
  <dcterms:modified xsi:type="dcterms:W3CDTF">2026-10-09T20:47:44.5110000Z</dcterms:modified>
</coreProperties>
</file>