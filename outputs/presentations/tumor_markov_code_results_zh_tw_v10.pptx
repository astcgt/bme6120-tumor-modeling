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2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3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4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5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6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chart7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charts/chart8.xml" ContentType="application/vnd.openxmlformats-officedocument.drawingml.chart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9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10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slides/charts/chart11.xml" ContentType="application/vnd.openxmlformats-officedocument.drawingml.chart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charts/chart12.xml" ContentType="application/vnd.openxmlformats-officedocument.drawingml.chart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slides/charts/chart13.xml" ContentType="application/vnd.openxmlformats-officedocument.drawingml.chart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slides/charts/chart14.xml" ContentType="application/vnd.openxmlformats-officedocument.drawingml.chart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slides/charts/chart15.xml" ContentType="application/vnd.openxmlformats-officedocument.drawingml.chart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slides/charts/chart16.xml" ContentType="application/vnd.openxmlformats-officedocument.drawingml.chart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slides/charts/chart17.xml" ContentType="application/vnd.openxmlformats-officedocument.drawingml.chart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slides/charts/chart18.xml" ContentType="application/vnd.openxmlformats-officedocument.drawingml.chart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fb16aa5e6b4437" /><Relationship Type="http://schemas.openxmlformats.org/officeDocument/2006/relationships/extended-properties" Target="/docProps/app.xml" Id="R5bc7ce59f1dc44e0" /><Relationship Type="http://schemas.openxmlformats.org/officeDocument/2006/relationships/officeDocument" Target="/ppt/presentation.xml" Id="Rb18837befd1b44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1a89d478d543c8"/>
  </p:sldMasterIdLst>
  <p:notesMasterIdLst>
    <p:notesMasterId xmlns:r="http://schemas.openxmlformats.org/officeDocument/2006/relationships" r:id="Rce1ff96e8e6b4382"/>
  </p:notesMasterIdLst>
  <p:sldIdLst>
    <p:sldId xmlns:r="http://schemas.openxmlformats.org/officeDocument/2006/relationships" id="256" r:id="Rbab4b254335045f5"/>
    <p:sldId xmlns:r="http://schemas.openxmlformats.org/officeDocument/2006/relationships" id="257" r:id="Rea4e9b7e69a64f73"/>
    <p:sldId xmlns:r="http://schemas.openxmlformats.org/officeDocument/2006/relationships" id="258" r:id="R25c4a2dedc98443e"/>
    <p:sldId xmlns:r="http://schemas.openxmlformats.org/officeDocument/2006/relationships" id="259" r:id="Rd1b42f7295a642a6"/>
    <p:sldId xmlns:r="http://schemas.openxmlformats.org/officeDocument/2006/relationships" id="260" r:id="R279058c964f3495d"/>
    <p:sldId xmlns:r="http://schemas.openxmlformats.org/officeDocument/2006/relationships" id="261" r:id="Rc9076b199dce4dce"/>
    <p:sldId xmlns:r="http://schemas.openxmlformats.org/officeDocument/2006/relationships" id="262" r:id="R797bbb18f4354ec6"/>
    <p:sldId xmlns:r="http://schemas.openxmlformats.org/officeDocument/2006/relationships" id="263" r:id="Rd8cbcebffd844c46"/>
    <p:sldId xmlns:r="http://schemas.openxmlformats.org/officeDocument/2006/relationships" id="264" r:id="R1fd9ec35bdef4f77"/>
    <p:sldId xmlns:r="http://schemas.openxmlformats.org/officeDocument/2006/relationships" id="265" r:id="Rd4c51217e3b94001"/>
    <p:sldId xmlns:r="http://schemas.openxmlformats.org/officeDocument/2006/relationships" id="266" r:id="R9b6e9d45f2294bde"/>
    <p:sldId xmlns:r="http://schemas.openxmlformats.org/officeDocument/2006/relationships" id="267" r:id="R39798435cb8245c4"/>
    <p:sldId xmlns:r="http://schemas.openxmlformats.org/officeDocument/2006/relationships" id="268" r:id="Re23f17af2da5474c"/>
    <p:sldId xmlns:r="http://schemas.openxmlformats.org/officeDocument/2006/relationships" id="269" r:id="Ra99f43f5cc4e435c"/>
    <p:sldId xmlns:r="http://schemas.openxmlformats.org/officeDocument/2006/relationships" id="270" r:id="Rec2a91ba0b034839"/>
    <p:sldId xmlns:r="http://schemas.openxmlformats.org/officeDocument/2006/relationships" id="271" r:id="R183859710cb749cc"/>
    <p:sldId xmlns:r="http://schemas.openxmlformats.org/officeDocument/2006/relationships" id="272" r:id="Rd07dc42bf8f74d11"/>
    <p:sldId xmlns:r="http://schemas.openxmlformats.org/officeDocument/2006/relationships" id="273" r:id="Rd4726c04914f4f25"/>
    <p:sldId xmlns:r="http://schemas.openxmlformats.org/officeDocument/2006/relationships" id="274" r:id="Rdd7ced868cdf4a23"/>
    <p:sldId xmlns:r="http://schemas.openxmlformats.org/officeDocument/2006/relationships" id="275" r:id="Rea858b245ddf4a9a"/>
    <p:sldId xmlns:r="http://schemas.openxmlformats.org/officeDocument/2006/relationships" id="276" r:id="R0c728e89150447ce"/>
    <p:sldId xmlns:r="http://schemas.openxmlformats.org/officeDocument/2006/relationships" id="277" r:id="R85af1a55a4bd40db"/>
    <p:sldId xmlns:r="http://schemas.openxmlformats.org/officeDocument/2006/relationships" id="278" r:id="R765fbd7b070f4f9c"/>
    <p:sldId xmlns:r="http://schemas.openxmlformats.org/officeDocument/2006/relationships" id="279" r:id="Reffa4e7520a649a5"/>
    <p:sldId xmlns:r="http://schemas.openxmlformats.org/officeDocument/2006/relationships" id="280" r:id="R5d1fc53333284ce8"/>
    <p:sldId xmlns:r="http://schemas.openxmlformats.org/officeDocument/2006/relationships" id="281" r:id="R98886510651e433e"/>
    <p:sldId xmlns:r="http://schemas.openxmlformats.org/officeDocument/2006/relationships" id="282" r:id="Rfafdf3889f184a2f"/>
    <p:sldId xmlns:r="http://schemas.openxmlformats.org/officeDocument/2006/relationships" id="283" r:id="R02acc9036a9c4af8"/>
    <p:sldId xmlns:r="http://schemas.openxmlformats.org/officeDocument/2006/relationships" id="284" r:id="R363d253f4e8144d8"/>
    <p:sldId xmlns:r="http://schemas.openxmlformats.org/officeDocument/2006/relationships" id="285" r:id="R16ff6222c4894e8e"/>
    <p:sldId xmlns:r="http://schemas.openxmlformats.org/officeDocument/2006/relationships" id="286" r:id="Rbd33bf57c9aa4615"/>
    <p:sldId xmlns:r="http://schemas.openxmlformats.org/officeDocument/2006/relationships" id="287" r:id="Ra3fc66c052f04a23"/>
    <p:sldId xmlns:r="http://schemas.openxmlformats.org/officeDocument/2006/relationships" id="288" r:id="R7fcea0c30500496d"/>
    <p:sldId xmlns:r="http://schemas.openxmlformats.org/officeDocument/2006/relationships" id="289" r:id="R5080e421d26148cf"/>
    <p:sldId xmlns:r="http://schemas.openxmlformats.org/officeDocument/2006/relationships" id="290" r:id="R3e1667738f664544"/>
    <p:sldId xmlns:r="http://schemas.openxmlformats.org/officeDocument/2006/relationships" id="291" r:id="R3b0cffe98dcf4d9c"/>
    <p:sldId xmlns:r="http://schemas.openxmlformats.org/officeDocument/2006/relationships" id="292" r:id="R65937eee307f47ac"/>
    <p:sldId xmlns:r="http://schemas.openxmlformats.org/officeDocument/2006/relationships" id="293" r:id="Rd1c15161c00448ba"/>
    <p:sldId xmlns:r="http://schemas.openxmlformats.org/officeDocument/2006/relationships" id="294" r:id="Rfcd15bdba3a245cf"/>
    <p:sldId xmlns:r="http://schemas.openxmlformats.org/officeDocument/2006/relationships" id="295" r:id="R188b1a66a699429c"/>
    <p:sldId xmlns:r="http://schemas.openxmlformats.org/officeDocument/2006/relationships" id="296" r:id="Rd6aa16e990a44bf8"/>
    <p:sldId xmlns:r="http://schemas.openxmlformats.org/officeDocument/2006/relationships" id="297" r:id="Rfda5700397794fed"/>
    <p:sldId xmlns:r="http://schemas.openxmlformats.org/officeDocument/2006/relationships" id="298" r:id="R66ce6877060f4e00"/>
    <p:sldId xmlns:r="http://schemas.openxmlformats.org/officeDocument/2006/relationships" id="299" r:id="Ra35158868bff41c2"/>
    <p:sldId xmlns:r="http://schemas.openxmlformats.org/officeDocument/2006/relationships" id="300" r:id="R9cf85f0022f54554"/>
    <p:sldId xmlns:r="http://schemas.openxmlformats.org/officeDocument/2006/relationships" id="301" r:id="R2037ecc3bcda47ea"/>
    <p:sldId xmlns:r="http://schemas.openxmlformats.org/officeDocument/2006/relationships" id="302" r:id="Ra68afd132d0b4b86"/>
    <p:sldId xmlns:r="http://schemas.openxmlformats.org/officeDocument/2006/relationships" id="303" r:id="Rc11a3320227b41da"/>
    <p:sldId xmlns:r="http://schemas.openxmlformats.org/officeDocument/2006/relationships" id="304" r:id="R45ca1b768ee64e0c"/>
    <p:sldId xmlns:r="http://schemas.openxmlformats.org/officeDocument/2006/relationships" id="305" r:id="Redaccb2f769548c0"/>
    <p:sldId xmlns:r="http://schemas.openxmlformats.org/officeDocument/2006/relationships" id="306" r:id="Rb2c3f427bd8646b3"/>
    <p:sldId xmlns:r="http://schemas.openxmlformats.org/officeDocument/2006/relationships" id="307" r:id="Rd18b4df4fc084da7"/>
    <p:sldId xmlns:r="http://schemas.openxmlformats.org/officeDocument/2006/relationships" id="308" r:id="R7b7dfb2731df4b2f"/>
    <p:sldId xmlns:r="http://schemas.openxmlformats.org/officeDocument/2006/relationships" id="309" r:id="R77934554fdc842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ec9f2c987c45c0" /><Relationship Type="http://schemas.openxmlformats.org/officeDocument/2006/relationships/slideMaster" Target="/ppt/slideMasters/slideMaster1.xml" Id="R401a89d478d543c8" /><Relationship Type="http://schemas.openxmlformats.org/officeDocument/2006/relationships/notesMaster" Target="/ppt/notesMasters/notesMaster1.xml" Id="Rce1ff96e8e6b4382" /><Relationship Type="http://schemas.openxmlformats.org/officeDocument/2006/relationships/presProps" Target="/ppt/presProps.xml" Id="R10f0d7ead5994008" /><Relationship Type="http://schemas.openxmlformats.org/officeDocument/2006/relationships/tableStyles" Target="/ppt/tableStyles.xml" Id="Rf5cb3dbf71344d0f" /><Relationship Type="http://schemas.openxmlformats.org/officeDocument/2006/relationships/slide" Target="/ppt/slides/slide1.xml" Id="Rbab4b254335045f5" /><Relationship Type="http://schemas.openxmlformats.org/officeDocument/2006/relationships/slide" Target="/ppt/slides/slide2.xml" Id="Rea4e9b7e69a64f73" /><Relationship Type="http://schemas.openxmlformats.org/officeDocument/2006/relationships/slide" Target="/ppt/slides/slide3.xml" Id="R25c4a2dedc98443e" /><Relationship Type="http://schemas.openxmlformats.org/officeDocument/2006/relationships/slide" Target="/ppt/slides/slide4.xml" Id="Rd1b42f7295a642a6" /><Relationship Type="http://schemas.openxmlformats.org/officeDocument/2006/relationships/slide" Target="/ppt/slides/slide5.xml" Id="R279058c964f3495d" /><Relationship Type="http://schemas.openxmlformats.org/officeDocument/2006/relationships/slide" Target="/ppt/slides/slide6.xml" Id="Rc9076b199dce4dce" /><Relationship Type="http://schemas.openxmlformats.org/officeDocument/2006/relationships/slide" Target="/ppt/slides/slide7.xml" Id="R797bbb18f4354ec6" /><Relationship Type="http://schemas.openxmlformats.org/officeDocument/2006/relationships/slide" Target="/ppt/slides/slide8.xml" Id="Rd8cbcebffd844c46" /><Relationship Type="http://schemas.openxmlformats.org/officeDocument/2006/relationships/slide" Target="/ppt/slides/slide9.xml" Id="R1fd9ec35bdef4f77" /><Relationship Type="http://schemas.openxmlformats.org/officeDocument/2006/relationships/slide" Target="/ppt/slides/slide10.xml" Id="Rd4c51217e3b94001" /><Relationship Type="http://schemas.openxmlformats.org/officeDocument/2006/relationships/slide" Target="/ppt/slides/slide11.xml" Id="R9b6e9d45f2294bde" /><Relationship Type="http://schemas.openxmlformats.org/officeDocument/2006/relationships/slide" Target="/ppt/slides/slide12.xml" Id="R39798435cb8245c4" /><Relationship Type="http://schemas.openxmlformats.org/officeDocument/2006/relationships/slide" Target="/ppt/slides/slide13.xml" Id="Re23f17af2da5474c" /><Relationship Type="http://schemas.openxmlformats.org/officeDocument/2006/relationships/slide" Target="/ppt/slides/slide14.xml" Id="Ra99f43f5cc4e435c" /><Relationship Type="http://schemas.openxmlformats.org/officeDocument/2006/relationships/slide" Target="/ppt/slides/slide15.xml" Id="Rec2a91ba0b034839" /><Relationship Type="http://schemas.openxmlformats.org/officeDocument/2006/relationships/slide" Target="/ppt/slides/slide16.xml" Id="R183859710cb749cc" /><Relationship Type="http://schemas.openxmlformats.org/officeDocument/2006/relationships/slide" Target="/ppt/slides/slide17.xml" Id="Rd07dc42bf8f74d11" /><Relationship Type="http://schemas.openxmlformats.org/officeDocument/2006/relationships/slide" Target="/ppt/slides/slide18.xml" Id="Rd4726c04914f4f25" /><Relationship Type="http://schemas.openxmlformats.org/officeDocument/2006/relationships/slide" Target="/ppt/slides/slide19.xml" Id="Rdd7ced868cdf4a23" /><Relationship Type="http://schemas.openxmlformats.org/officeDocument/2006/relationships/slide" Target="/ppt/slides/slide20.xml" Id="Rea858b245ddf4a9a" /><Relationship Type="http://schemas.openxmlformats.org/officeDocument/2006/relationships/slide" Target="/ppt/slides/slide21.xml" Id="R0c728e89150447ce" /><Relationship Type="http://schemas.openxmlformats.org/officeDocument/2006/relationships/slide" Target="/ppt/slides/slide22.xml" Id="R85af1a55a4bd40db" /><Relationship Type="http://schemas.openxmlformats.org/officeDocument/2006/relationships/slide" Target="/ppt/slides/slide23.xml" Id="R765fbd7b070f4f9c" /><Relationship Type="http://schemas.openxmlformats.org/officeDocument/2006/relationships/slide" Target="/ppt/slides/slide24.xml" Id="Reffa4e7520a649a5" /><Relationship Type="http://schemas.openxmlformats.org/officeDocument/2006/relationships/slide" Target="/ppt/slides/slide25.xml" Id="R5d1fc53333284ce8" /><Relationship Type="http://schemas.openxmlformats.org/officeDocument/2006/relationships/slide" Target="/ppt/slides/slide26.xml" Id="R98886510651e433e" /><Relationship Type="http://schemas.openxmlformats.org/officeDocument/2006/relationships/slide" Target="/ppt/slides/slide27.xml" Id="Rfafdf3889f184a2f" /><Relationship Type="http://schemas.openxmlformats.org/officeDocument/2006/relationships/slide" Target="/ppt/slides/slide28.xml" Id="R02acc9036a9c4af8" /><Relationship Type="http://schemas.openxmlformats.org/officeDocument/2006/relationships/slide" Target="/ppt/slides/slide29.xml" Id="R363d253f4e8144d8" /><Relationship Type="http://schemas.openxmlformats.org/officeDocument/2006/relationships/slide" Target="/ppt/slides/slide30.xml" Id="R16ff6222c4894e8e" /><Relationship Type="http://schemas.openxmlformats.org/officeDocument/2006/relationships/slide" Target="/ppt/slides/slide31.xml" Id="Rbd33bf57c9aa4615" /><Relationship Type="http://schemas.openxmlformats.org/officeDocument/2006/relationships/slide" Target="/ppt/slides/slide32.xml" Id="Ra3fc66c052f04a23" /><Relationship Type="http://schemas.openxmlformats.org/officeDocument/2006/relationships/slide" Target="/ppt/slides/slide33.xml" Id="R7fcea0c30500496d" /><Relationship Type="http://schemas.openxmlformats.org/officeDocument/2006/relationships/slide" Target="/ppt/slides/slide34.xml" Id="R5080e421d26148cf" /><Relationship Type="http://schemas.openxmlformats.org/officeDocument/2006/relationships/slide" Target="/ppt/slides/slide35.xml" Id="R3e1667738f664544" /><Relationship Type="http://schemas.openxmlformats.org/officeDocument/2006/relationships/slide" Target="/ppt/slides/slide36.xml" Id="R3b0cffe98dcf4d9c" /><Relationship Type="http://schemas.openxmlformats.org/officeDocument/2006/relationships/slide" Target="/ppt/slides/slide37.xml" Id="R65937eee307f47ac" /><Relationship Type="http://schemas.openxmlformats.org/officeDocument/2006/relationships/slide" Target="/ppt/slides/slide38.xml" Id="Rd1c15161c00448ba" /><Relationship Type="http://schemas.openxmlformats.org/officeDocument/2006/relationships/slide" Target="/ppt/slides/slide39.xml" Id="Rfcd15bdba3a245cf" /><Relationship Type="http://schemas.openxmlformats.org/officeDocument/2006/relationships/slide" Target="/ppt/slides/slide40.xml" Id="R188b1a66a699429c" /><Relationship Type="http://schemas.openxmlformats.org/officeDocument/2006/relationships/slide" Target="/ppt/slides/slide41.xml" Id="Rd6aa16e990a44bf8" /><Relationship Type="http://schemas.openxmlformats.org/officeDocument/2006/relationships/slide" Target="/ppt/slides/slide42.xml" Id="Rfda5700397794fed" /><Relationship Type="http://schemas.openxmlformats.org/officeDocument/2006/relationships/slide" Target="/ppt/slides/slide43.xml" Id="R66ce6877060f4e00" /><Relationship Type="http://schemas.openxmlformats.org/officeDocument/2006/relationships/slide" Target="/ppt/slides/slide44.xml" Id="Ra35158868bff41c2" /><Relationship Type="http://schemas.openxmlformats.org/officeDocument/2006/relationships/slide" Target="/ppt/slides/slide45.xml" Id="R9cf85f0022f54554" /><Relationship Type="http://schemas.openxmlformats.org/officeDocument/2006/relationships/slide" Target="/ppt/slides/slide46.xml" Id="R2037ecc3bcda47ea" /><Relationship Type="http://schemas.openxmlformats.org/officeDocument/2006/relationships/slide" Target="/ppt/slides/slide47.xml" Id="Ra68afd132d0b4b86" /><Relationship Type="http://schemas.openxmlformats.org/officeDocument/2006/relationships/slide" Target="/ppt/slides/slide48.xml" Id="Rc11a3320227b41da" /><Relationship Type="http://schemas.openxmlformats.org/officeDocument/2006/relationships/slide" Target="/ppt/slides/slide49.xml" Id="R45ca1b768ee64e0c" /><Relationship Type="http://schemas.openxmlformats.org/officeDocument/2006/relationships/slide" Target="/ppt/slides/slide50.xml" Id="Redaccb2f769548c0" /><Relationship Type="http://schemas.openxmlformats.org/officeDocument/2006/relationships/slide" Target="/ppt/slides/slide51.xml" Id="Rb2c3f427bd8646b3" /><Relationship Type="http://schemas.openxmlformats.org/officeDocument/2006/relationships/slide" Target="/ppt/slides/slide52.xml" Id="Rd18b4df4fc084da7" /><Relationship Type="http://schemas.openxmlformats.org/officeDocument/2006/relationships/slide" Target="/ppt/slides/slide53.xml" Id="R7b7dfb2731df4b2f" /><Relationship Type="http://schemas.openxmlformats.org/officeDocument/2006/relationships/slide" Target="/ppt/slides/slide54.xml" Id="R77934554fdc842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0f93d8170f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572516bcb24c65" /><Relationship Type="http://schemas.openxmlformats.org/officeDocument/2006/relationships/notesMaster" Target="/ppt/notesMasters/notesMaster1.xml" Id="Rbde99992902f4c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e276bfd828419a" /><Relationship Type="http://schemas.openxmlformats.org/officeDocument/2006/relationships/notesMaster" Target="/ppt/notesMasters/notesMaster1.xml" Id="Rabb64bbbb78a49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68248965924a8e" /><Relationship Type="http://schemas.openxmlformats.org/officeDocument/2006/relationships/notesMaster" Target="/ppt/notesMasters/notesMaster1.xml" Id="R1d464679e0ab4a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28eccc944446f5" /><Relationship Type="http://schemas.openxmlformats.org/officeDocument/2006/relationships/notesMaster" Target="/ppt/notesMasters/notesMaster1.xml" Id="R4388c405858946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65a3f4bc7246ae" /><Relationship Type="http://schemas.openxmlformats.org/officeDocument/2006/relationships/notesMaster" Target="/ppt/notesMasters/notesMaster1.xml" Id="R9e732ac3fc164c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157bbd848c4145" /><Relationship Type="http://schemas.openxmlformats.org/officeDocument/2006/relationships/notesMaster" Target="/ppt/notesMasters/notesMaster1.xml" Id="Rb41a7a719bb24b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aec4241e3448fb" /><Relationship Type="http://schemas.openxmlformats.org/officeDocument/2006/relationships/notesMaster" Target="/ppt/notesMasters/notesMaster1.xml" Id="Rae24b9589c9641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f5f0663a4f4c00" /><Relationship Type="http://schemas.openxmlformats.org/officeDocument/2006/relationships/notesMaster" Target="/ppt/notesMasters/notesMaster1.xml" Id="Racf2195703b948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f145cffae944ce" /><Relationship Type="http://schemas.openxmlformats.org/officeDocument/2006/relationships/notesMaster" Target="/ppt/notesMasters/notesMaster1.xml" Id="R0011a40be5b34f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e734a2afeb42d9" /><Relationship Type="http://schemas.openxmlformats.org/officeDocument/2006/relationships/notesMaster" Target="/ppt/notesMasters/notesMaster1.xml" Id="Rdb6a3b6bec0f4c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33affbc15b4acf" /><Relationship Type="http://schemas.openxmlformats.org/officeDocument/2006/relationships/notesMaster" Target="/ppt/notesMasters/notesMaster1.xml" Id="Rbaaa006dd0f041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839d278c354c1d" /><Relationship Type="http://schemas.openxmlformats.org/officeDocument/2006/relationships/notesMaster" Target="/ppt/notesMasters/notesMaster1.xml" Id="R8c1839afa55a4d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88558aab4b4a60" /><Relationship Type="http://schemas.openxmlformats.org/officeDocument/2006/relationships/notesMaster" Target="/ppt/notesMasters/notesMaster1.xml" Id="R4600373b3ee541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2d238232f54340" /><Relationship Type="http://schemas.openxmlformats.org/officeDocument/2006/relationships/notesMaster" Target="/ppt/notesMasters/notesMaster1.xml" Id="R6287ad00f5b242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a1d36ff3b7497b" /><Relationship Type="http://schemas.openxmlformats.org/officeDocument/2006/relationships/notesMaster" Target="/ppt/notesMasters/notesMaster1.xml" Id="R9248ed52e3e94c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929e55a0444b55" /><Relationship Type="http://schemas.openxmlformats.org/officeDocument/2006/relationships/notesMaster" Target="/ppt/notesMasters/notesMaster1.xml" Id="Rbf268d13a4114b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e49b7758264b1e" /><Relationship Type="http://schemas.openxmlformats.org/officeDocument/2006/relationships/notesMaster" Target="/ppt/notesMasters/notesMaster1.xml" Id="Rae34ae1005e042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72784a403a4cae" /><Relationship Type="http://schemas.openxmlformats.org/officeDocument/2006/relationships/notesMaster" Target="/ppt/notesMasters/notesMaster1.xml" Id="R0131244d21a84b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5c9456c65754cf2" /><Relationship Type="http://schemas.openxmlformats.org/officeDocument/2006/relationships/notesMaster" Target="/ppt/notesMasters/notesMaster1.xml" Id="Rf9e5cd14530940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9ab88225e84263" /><Relationship Type="http://schemas.openxmlformats.org/officeDocument/2006/relationships/notesMaster" Target="/ppt/notesMasters/notesMaster1.xml" Id="Ra02e0aa2f5ef40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c60dd4b7ad423e" /><Relationship Type="http://schemas.openxmlformats.org/officeDocument/2006/relationships/notesMaster" Target="/ppt/notesMasters/notesMaster1.xml" Id="Ra7fadf4b2a4f4ad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0b0304396084502" /><Relationship Type="http://schemas.openxmlformats.org/officeDocument/2006/relationships/notesMaster" Target="/ppt/notesMasters/notesMaster1.xml" Id="R10976b859a9e429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708ac19ca64c9e" /><Relationship Type="http://schemas.openxmlformats.org/officeDocument/2006/relationships/notesMaster" Target="/ppt/notesMasters/notesMaster1.xml" Id="Rc2ed2117ace1481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a83e7021af84e90" /><Relationship Type="http://schemas.openxmlformats.org/officeDocument/2006/relationships/notesMaster" Target="/ppt/notesMasters/notesMaster1.xml" Id="R4666958525844e9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7fff740ff604e79" /><Relationship Type="http://schemas.openxmlformats.org/officeDocument/2006/relationships/notesMaster" Target="/ppt/notesMasters/notesMaster1.xml" Id="Rbbd6fa1404db49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63ac8c18fc44af" /><Relationship Type="http://schemas.openxmlformats.org/officeDocument/2006/relationships/notesMaster" Target="/ppt/notesMasters/notesMaster1.xml" Id="R4b13ad291a464cd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481d2a75b624c46" /><Relationship Type="http://schemas.openxmlformats.org/officeDocument/2006/relationships/notesMaster" Target="/ppt/notesMasters/notesMaster1.xml" Id="R2dbcefc62152421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4fcb7cd86fd40e1" /><Relationship Type="http://schemas.openxmlformats.org/officeDocument/2006/relationships/notesMaster" Target="/ppt/notesMasters/notesMaster1.xml" Id="R4d404c866c9f43a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4f784d2febd4acf" /><Relationship Type="http://schemas.openxmlformats.org/officeDocument/2006/relationships/notesMaster" Target="/ppt/notesMasters/notesMaster1.xml" Id="R551227655af34cc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50865cd1fb743e9" /><Relationship Type="http://schemas.openxmlformats.org/officeDocument/2006/relationships/notesMaster" Target="/ppt/notesMasters/notesMaster1.xml" Id="Rba34171c083f4e0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dd6647dd6f649f5" /><Relationship Type="http://schemas.openxmlformats.org/officeDocument/2006/relationships/notesMaster" Target="/ppt/notesMasters/notesMaster1.xml" Id="Ra9ba229e9de440c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9ccc4f1d2d3443a" /><Relationship Type="http://schemas.openxmlformats.org/officeDocument/2006/relationships/notesMaster" Target="/ppt/notesMasters/notesMaster1.xml" Id="R9357eb29838047b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2a27ae6724944da" /><Relationship Type="http://schemas.openxmlformats.org/officeDocument/2006/relationships/notesMaster" Target="/ppt/notesMasters/notesMaster1.xml" Id="Rf8b7cf0cb498485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57cb70a8de84a80" /><Relationship Type="http://schemas.openxmlformats.org/officeDocument/2006/relationships/notesMaster" Target="/ppt/notesMasters/notesMaster1.xml" Id="R38a227daf1f143c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296b224cfa34ab5" /><Relationship Type="http://schemas.openxmlformats.org/officeDocument/2006/relationships/notesMaster" Target="/ppt/notesMasters/notesMaster1.xml" Id="R116c973d81484a4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e54692f9c5942aa" /><Relationship Type="http://schemas.openxmlformats.org/officeDocument/2006/relationships/notesMaster" Target="/ppt/notesMasters/notesMaster1.xml" Id="Re77c6fb7fa5a459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ae2f649c64543a7" /><Relationship Type="http://schemas.openxmlformats.org/officeDocument/2006/relationships/notesMaster" Target="/ppt/notesMasters/notesMaster1.xml" Id="R5dc1bfb90bda469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86522b71130496f" /><Relationship Type="http://schemas.openxmlformats.org/officeDocument/2006/relationships/notesMaster" Target="/ppt/notesMasters/notesMaster1.xml" Id="Rccc59f67c8a742f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ac62c92fc14470f" /><Relationship Type="http://schemas.openxmlformats.org/officeDocument/2006/relationships/notesMaster" Target="/ppt/notesMasters/notesMaster1.xml" Id="R8741b6314db84ff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ca0480d08644aec" /><Relationship Type="http://schemas.openxmlformats.org/officeDocument/2006/relationships/notesMaster" Target="/ppt/notesMasters/notesMaster1.xml" Id="Re6a62daa5930483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ffff70a3b384f2f" /><Relationship Type="http://schemas.openxmlformats.org/officeDocument/2006/relationships/notesMaster" Target="/ppt/notesMasters/notesMaster1.xml" Id="Re41414d15d534cf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782131ea85c4633" /><Relationship Type="http://schemas.openxmlformats.org/officeDocument/2006/relationships/notesMaster" Target="/ppt/notesMasters/notesMaster1.xml" Id="R408bcf593efd4ce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974644470ff4924" /><Relationship Type="http://schemas.openxmlformats.org/officeDocument/2006/relationships/notesMaster" Target="/ppt/notesMasters/notesMaster1.xml" Id="R528d597b2aac4c8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e0d3d0e034c4d89" /><Relationship Type="http://schemas.openxmlformats.org/officeDocument/2006/relationships/notesMaster" Target="/ppt/notesMasters/notesMaster1.xml" Id="Rbf99bdd198994b1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028653857844dd0" /><Relationship Type="http://schemas.openxmlformats.org/officeDocument/2006/relationships/notesMaster" Target="/ppt/notesMasters/notesMaster1.xml" Id="Rc400a577a235459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5bdebcf03154acb" /><Relationship Type="http://schemas.openxmlformats.org/officeDocument/2006/relationships/notesMaster" Target="/ppt/notesMasters/notesMaster1.xml" Id="Rec985c9466d5422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02b014b5e054dab" /><Relationship Type="http://schemas.openxmlformats.org/officeDocument/2006/relationships/notesMaster" Target="/ppt/notesMasters/notesMaster1.xml" Id="Re1cfa4fa05084ac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46884653dbe485f" /><Relationship Type="http://schemas.openxmlformats.org/officeDocument/2006/relationships/notesMaster" Target="/ppt/notesMasters/notesMaster1.xml" Id="R7f447e97dfa44c2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82d9ff59bc04a00" /><Relationship Type="http://schemas.openxmlformats.org/officeDocument/2006/relationships/notesMaster" Target="/ppt/notesMasters/notesMaster1.xml" Id="R7fe5227d5b50409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86c63c380b9449e" /><Relationship Type="http://schemas.openxmlformats.org/officeDocument/2006/relationships/notesMaster" Target="/ppt/notesMasters/notesMaster1.xml" Id="Ra150b0d84d564af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07f9c0bb7b445c6" /><Relationship Type="http://schemas.openxmlformats.org/officeDocument/2006/relationships/notesMaster" Target="/ppt/notesMasters/notesMaster1.xml" Id="R99bcbffad541417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0542ff254b34d8f" /><Relationship Type="http://schemas.openxmlformats.org/officeDocument/2006/relationships/notesMaster" Target="/ppt/notesMasters/notesMaster1.xml" Id="R6f1282a1b8b84dd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e122e4b4091401a" /><Relationship Type="http://schemas.openxmlformats.org/officeDocument/2006/relationships/notesMaster" Target="/ppt/notesMasters/notesMaster1.xml" Id="Rb018dbca6def4cd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90110515a854e24" /><Relationship Type="http://schemas.openxmlformats.org/officeDocument/2006/relationships/notesMaster" Target="/ppt/notesMasters/notesMaster1.xml" Id="R121f08b6f2af44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以實作為主線。先建立資料與參數的語意，再追蹤simulate的一代更新，接著理解突變抽樣與Markov核，最後追溯結果、統計處理與測試。所有數學在對應概念頁直接說明，沒有附錄。結果沿用已核對的30次模擬資料。</a:t>
            </a:r>
          </a:p>
          <a:p xmlns:a="http://schemas.openxmlformats.org/drawingml/2006/main">
            <a:r>
              <a:t>LaTeX source: S_t=(\mathbf{N}_t,A_t),\qquad S_{t+1}\mid S_t=s\sim P(s,\cdot)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開場圖只看總量，先提出下降後回升的研究問題。資料是TSG twohit、IL11off，30次trial，前30代完整觀察。曲線是log10總量加1之後的中位與百分位；治療各trial各自達門檻後開始。本圖本身不能回答是什麼基因型再擴張，需由接下來的程式規則與組成圖解釋。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run_metadata.json。參數為教學假設，未用臨床資料校準。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集中參數，Result承載單次試驗。driver_count、suppressor_loss把基因型轉為表型，growth_probabilities將表型轉為機率，il11_environment計算共享環境。simulate執行同步更新，mutate_offspring重新分類子代。summarize只讀族群統計。main安排多次試驗，plot_therapy_ensemble、run_comparisons、run_il11_comparison產生圖與CSV，therapy_outcome從history識別復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modeling_cancer.py:32-255, 258-279, 639-762。參數為教學假設，未用臨床資料校準。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使用不可變dataclass。n_genes是基因座數，而非總位元數。driver三個位點、resistance一個位點、TSG兩個位點和IL11一個保留位點互不重疊。validate檢查每個機率，以及三子代機率加總不超過1。更換設定使用dataclasses.replace，不修改原config。這些是模型假設，不是估計的病人參數。</a:t>
            </a:r>
          </a:p>
          <a:p xmlns:a="http://schemas.openxmlformats.org/drawingml/2006/main">
            <a:r>
              <a:t>LaTeX source: \mu=0.001,\quad d_0=0.30,\quad q_0=0.04,\quad N_0=100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modeling_cancer.py:32-36, 49-54, 60-60。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population={0:90,8:10}表示90個未突變細胞與10個抗藥細胞。整數8的二進位第3位為1，因此具有resistance_gene=3。初始基因型0並不是第0個細胞，而是所有位元為0的基因型。字典副本避免後續更新污染已保存的快照。這是基因型計數，不追蹤每個細胞的家系。</a:t>
            </a:r>
          </a:p>
          <a:p xmlns:a="http://schemas.openxmlformats.org/drawingml/2006/main">
            <a:r>
              <a:t>LaTeX source: \mathbf{N}_t=(N_{g,t})_g,\qquad T_t=\sum_gN_{g,t}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modeling_cancer.py:233-235, 242-246。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driver_count針對config.driver_genes中的位點把布林結果加總。bool(genotype &amp; mask)判定該位元是否非零。1&lt;&lt;index生成單位元遮罩。位元OR會保留已有突變，因此不可逆突變可以自然表示。抗藥突變本身不增加growth_probabilities中的生長優勢。</a:t>
            </a:r>
          </a:p>
          <a:p xmlns:a="http://schemas.openxmlformats.org/drawingml/2006/main">
            <a:r>
              <a:t>LaTeX source: I_R(g)=\mathbf{1}\{\mathrm{bit}_3(g)=1\},\qquad 9=2^0+2^3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modeling_cancer.py:120-123。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=config.n_genes+config.suppressor_genes.index(gene)，把TSG的第二等位基因放在20和21。suppressor_alleles把兩個位元各轉成0/1再相加。例(1&lt;&lt;4)|(1&lt;&lt;5)對two-hit為False，而(1&lt;&lt;4)|(1&lt;&lt;20)為True。one-hit條件h=1表示任一等位基因失活即可，不改變基因組大小。總位元L=20+2=22。</a:t>
            </a:r>
          </a:p>
          <a:p xmlns:a="http://schemas.openxmlformats.org/drawingml/2006/main">
            <a:r>
              <a:t>LaTeX source: I_T(g)=\mathbf{1}\{\exists j:\ a_j(g)\geq h\},\qquad h\in\{1,2\}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modeling_cancer.py:125-129, 132-136。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ogene和suppressor是布林值，Python乘法將它們當0或1。driver達門檻降低死亡0.08並增加三子代機率0.12；TSG達門檻另加相同效果。不是每多一個driver就反覆加成。driver_hits預設1，因此任一oncogene可達標。基準均值1.428，單類優勢均值0.78*2.16=1.6848，兩類優勢0.86*2.28=1.9608。</a:t>
            </a:r>
          </a:p>
          <a:p xmlns:a="http://schemas.openxmlformats.org/drawingml/2006/main">
            <a:r>
              <a:t>LaTeX source: d_g=\max\{0,0.30-0.08I_O(g)-0.08I_T(g)-b\},\quad q_g=0.04+0.12I_O(g)+0.12I_T(g)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modeling_cancer.py:140-144, 148-150。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勻混合假設讓非生產者也獲得相同死亡降低。半飽和參數K=0.02，當f=K時b=bmax/2。il11_environment在每一代繁殖前呼叫一次。新子代突變在最後一步發生，所以新生產者不會回頭改變這一代已執行的存活抽樣。開關OFF保留第6位作passenger，以保持相同突變機會。</a:t>
            </a:r>
          </a:p>
          <a:p xmlns:a="http://schemas.openxmlformats.org/drawingml/2006/main">
            <a:r>
              <a:t>LaTeX source: f_t=\frac{\sum_g N_{g,t}I_{IL11}(g)}{T_t},\qquad b_t=\frac{0.06f_t}{0.02+f_t}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modeling_cancer.py:156-162。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e使用同步世代。記錄t代，檢查停止條件，依當前總量更新治療開關，計算IL11，再對所有父基因型存活與分裂，最後讓全部子代突變。新一代完全取代父代。把這個順序讀清楚可以避免把新突變誤當成本次存活的原因。</a:t>
            </a:r>
          </a:p>
          <a:p xmlns:a="http://schemas.openxmlformats.org/drawingml/2006/main">
            <a:r>
              <a:t>LaTeX source: S_t\longmapsto (\alpha_t,b_t)\longmapsto (U_g,V_g,B_g)_g\longmapsto\mathbf{N}_{t+1}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modeling_cancer.py:214-255。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止檢查在治療開關更新之前，已停止的族群不再繁殖。max_cells不是硬截斷細胞數，若上一代更新產生超過上限的細胞，程式保留完整該代再停止。計算上限不是生物吸收狀態。執行鏈若需要時間齊次狀態，可擴充(N,A,t,C)，其中C保存執行或停止模式。</a:t>
            </a:r>
          </a:p>
          <a:p xmlns:a="http://schemas.openxmlformats.org/drawingml/2006/main">
            <a:r>
              <a:t>LaTeX source: \tau=\inf\{t:T_t=0\ \mathrm{or}\ T_t\geq T_{\rm target}\ \mathrm{or}\ T_t\geq T_{\max}\ \mathrm{or}\ t=G\}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modeling_cancer.py:247-257。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therapy_generation記錄首次啟動的當前generation。transition t到t+1使用剛更新的治療控制alpha。門檻以下若先前已治療仍繼續，因為therapy_generation不會重設None。自然存活與治療存活相乘，不能直接把兩種死亡率相加。基準敏感死亡delta=1-.7*.1=.93，抗藥delta=1-.7*.96=.328。</a:t>
            </a:r>
          </a:p>
          <a:p xmlns:a="http://schemas.openxmlformats.org/drawingml/2006/main">
            <a:r>
              <a:t>LaTeX source: \alpha_t=A_t\vee\mathbf{1}\{\mathrm{therapy}\wedge T_t\geq20000\},\quad\delta_g=1-(1-d_g)(1-\alpha_t k_g)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modeling_cancer.py:258-261, 281-284。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A是當前門檻更新前的持續治療狀態，alpha為本次transition的治療狀態。完整狀態必須有A，因為下降到門檻以下後仍保持治療。停止模式C屬於程式控制，而非所有條件都是生物吸收。</a:t>
            </a:r>
          </a:p>
          <a:p xmlns:a="http://schemas.openxmlformats.org/drawingml/2006/main">
            <a:r>
              <a:t>LaTeX source: S_t=(\mathbf{N}_t,A_t),\qquad A_{t+1}=\alpha_t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modeling_cancer.py:214-244。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條件於state，父細胞死亡和分裂獨立同分布。第一次Binomial抽存活數，第二次在存活者中抽三子代數，故第二次試驗數是survivors而非count。每個存活者基準產生2個子代，三子代者再多1。U=0時V=0，沒有父代存活便不留下後代。每類使用批次Binomial與逐細胞Bernoulli在分布上等價。</a:t>
            </a:r>
          </a:p>
          <a:p xmlns:a="http://schemas.openxmlformats.org/drawingml/2006/main">
            <a:r>
              <a:t>LaTeX source: U_g\sim\mathrm{Bin}(n_g,1-\delta_g),\quad V_g\mid U_g\sim\mathrm{Bin}(U_g,q_g),\quad B_g=2U_g+V_g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modeling_cancer.py:276-277, 285-291。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準未治療delta=.3、q=.04。單個父細胞有0個子代的機率.3，2個子代.7*.96=.672，3個子代.7*.04=.028。均值0+2*.672+3*.028=1.428。治療下敏感均值.07*2.04=.1428，抗藥.672*2.04=1.37088，因而有選擇差異。期望不是一次試驗的必然細胞數。</a:t>
            </a:r>
          </a:p>
          <a:p xmlns:a="http://schemas.openxmlformats.org/drawingml/2006/main">
            <a:r>
              <a:t>LaTeX source: m_g(s)=\mathrm{E}[B_g^{(1)}\mid s]=(1-\delta_g(s))(2+q_g)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tion在函數入口先複製，updated在每一個gene開始時再複製。從舊population讀，向updated寫，避免本輪新基因型再處理同一個位元。當進入下一個gene時已接收前一輪更新，因此可在同一代新增兩個或更多不同位元。已為1的位元跳過，不允許回復突變。算法生成與每個子代每個未突變位元獨立Bernoulli相同的聯合分布。</a:t>
            </a:r>
          </a:p>
          <a:p xmlns:a="http://schemas.openxmlformats.org/drawingml/2006/main">
            <a:r>
              <a:t>LaTeX source: X_{g,j}\sim\mathrm{Bin}(N_g,\mu),\qquad g\longmapsto g\cup\{j\}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modeling_cancer.py:169-180。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例子抽樣數2是教學示意，不是由mu=.001必然得到。當gene=3遮罩為8，2個細胞由key0移至key8，總數100不變。dictionary.get容許新key存在或不存在。最後移除零數目。測試mu=0時完全不變，mu=1時全部移到滿位元基因型。</a:t>
            </a:r>
          </a:p>
          <a:p xmlns:a="http://schemas.openxmlformats.org/drawingml/2006/main">
            <a:r>
              <a:t>LaTeX source: \sum_hN_h^{\rm after\ mutation}=\sum_gB_g,\qquad g\subseteq 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modeling_cancer.py:181-187。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基因型表示為已突變位元集合g與h。只有g是h子集時可達。新增位元有|h|-|g|個，各以mu突變；保持0的L-|h|個位元各以1-mu不突變。已為1的位元不需再抽。當g不是h子集時Qgh=0。對任意g每列和1。給定Bg，Ygh聯合為Multinomial，這是逐位元拆分的等價數學表達，程式沒有真的建立Q。</a:t>
            </a:r>
          </a:p>
          <a:p xmlns:a="http://schemas.openxmlformats.org/drawingml/2006/main">
            <a:r>
              <a:t>LaTeX source: Q_{gh}=\mu^{|h|-|g|}(1-\mu)^{22-|h|}\quad(g\subseteq h),\qquad Q_{gh}=0\quad(g\nsubseteq h)</a:t>
            </a:r>
          </a:p>
          <a:p xmlns:a="http://schemas.openxmlformats.org/drawingml/2006/main">
            <a:r>
              <a:t>LaTeX source: (Y_{gh})_h\mid B_g\sim\mathrm{Multinomial}\bigl(B_g,(Q_{gh})_h\bigr),\qquad N_{h,t+1}=\sum_gY_{gh}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modeling_cancer.py:147-169。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簡化只保留敏感S與抗藥R且關閉其他優勢。Q=[[.999,.001],[0,1]]，治療下繁殖均值mS=.1428、mR=1.37088，所以M=diag(m)Q。第一列和.1428，第二列和1.37088，並不是機率矩陣。這個兩類簡化例是教學縮減，不能當成原模型所有基因型的兩類精確閉合。</a:t>
            </a:r>
          </a:p>
          <a:p xmlns:a="http://schemas.openxmlformats.org/drawingml/2006/main">
            <a:r>
              <a:t>LaTeX source: M_{gh}(s)=m_g(s)Q_{gh},\qquad\mathrm{E}[\mathbf{N}_{t+1}\mid S_t=s]=\mathbf{n}M(s)</a:t>
            </a:r>
          </a:p>
          <a:p xmlns:a="http://schemas.openxmlformats.org/drawingml/2006/main">
            <a:r>
              <a:t>LaTeX source: (100,5)M_{\rm on}=(14.26572,\ 6.86868)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modeling_cancer.py:238-253。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是所有基因型計數向量，A保存是否已開始治療，Config固定。IL11可由N計算，無需額外加入狀態。只用總細胞數T通常不具Markov性，因為相同T但抗藥比例或driver比例不同會有不同轉移。這裡的Markov鏈是理想隨機模型，實作中seed讓偽亂數路徑可重現。程式停止控制與復發歷史判讀需另外擴充狀態。</a:t>
            </a:r>
          </a:p>
          <a:p xmlns:a="http://schemas.openxmlformats.org/drawingml/2006/main">
            <a:r>
              <a:t>LaTeX source: S_t=(\mathbf{N}_t,A_t),\quad P_{ss'}=\Pr(S_{t+1}=s'\mid S_t=s)</a:t>
            </a:r>
          </a:p>
          <a:p xmlns:a="http://schemas.openxmlformats.org/drawingml/2006/main">
            <a:r>
              <a:t>LaTeX source: \Pr(S_{t+1}\mid S_t,S_{t-1},\ldots)=\Pr(S_{t+1}\mid S_t)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z_h是子基因型h的形式變數。u_g(z)=sumQgh zh是一個子代的生成函數。單個父細胞死亡時為常數delta，產生2或3個獨立子代時分別為u²和u³，依對應概率加權得到Fg。這同時捕捉子代數與突變種類的聯合分布。程式以Binomial分批實作這個規則。</a:t>
            </a:r>
          </a:p>
          <a:p xmlns:a="http://schemas.openxmlformats.org/drawingml/2006/main">
            <a:r>
              <a:t>LaTeX source: u_g(\mathbf{z})=\sum_hQ_{gh}z_h</a:t>
            </a:r>
          </a:p>
          <a:p xmlns:a="http://schemas.openxmlformats.org/drawingml/2006/main">
            <a:r>
              <a:t>LaTeX source: F_g(\mathbf{z}\mid s)=\delta_g+(1-\delta_g)\left[(1-q_g)u_g(\mathbf{z})^2+q_gu_g(\mathbf{z})^3\right]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給定s，ng個同基因型父細胞獨立，故該類生成函數Fg^ng。各類再相乘得到H。取z向量對應nprime的多項式係數得到下一代完整計數概率；另外要求下一代治療開關aprime等於本次更新後alpha。這個精確核定義於生物轉移的未停止狀態。停止控制可擴充狀態(N,A,t,C)。</a:t>
            </a:r>
          </a:p>
          <a:p xmlns:a="http://schemas.openxmlformats.org/drawingml/2006/main">
            <a:r>
              <a:t>LaTeX source: H_s(\mathbf{z})=\prod_g F_g(\mathbf{z}\mid s)^{n_g}</a:t>
            </a:r>
          </a:p>
          <a:p xmlns:a="http://schemas.openxmlformats.org/drawingml/2006/main">
            <a:r>
              <a:t>LaTeX source: P_{ss'}=\mathbf{1}\{a'=\alpha(s)\}\,[\mathbf{z}^{\mathbf{n}'}]H_s(\mathbf{z})</a:t>
            </a:r>
          </a:p>
          <a:p xmlns:a="http://schemas.openxmlformats.org/drawingml/2006/main">
            <a:r>
              <a:t>LaTeX source: [\mathbf{z}^{\mathbf{n}'}]\ :\ \mathrm{coefficient\ of}\ \prod_h z_h^{n'_h}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狀態順序0,1,2,3,dagger。基準單父子代0,2,3機率.3,.672,.028。例如2個父細胞都死亡=.09，一死一產2=.4032，一死一產3=.0168，其餘進入overflow概率.49。3個父細胞對應.027,.18144,.00756,.784。dagger是首次N&gt;=4後不再觀察的人工吸收，不是環境飽和或完整模型中的生物吸收。每列總和1。</a:t>
            </a:r>
          </a:p>
          <a:p xmlns:a="http://schemas.openxmlformats.org/drawingml/2006/main">
            <a:r>
              <a:t>LaTeX source: P_{ij}=\Pr(S_{t+1}=j\mid S_t=i),\qquad\sum_jP_{ij}=1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本簡報採橫向row probability vector。pi_t(i)是現在在狀態i的概率，Pij是由i走到j的條件概率，對所有i加總得到pi_next(j)。因此維度(1×K)(K×K)=(1×K)。若改column convention可寫p_next=Ptranspose p，不是左右哪個固定正確，而是索引與向量方向必須一致。pi0=[0,1,0,0,0]表示初始確定在一個細胞，pi1=P第二列。</a:t>
            </a:r>
          </a:p>
          <a:p xmlns:a="http://schemas.openxmlformats.org/drawingml/2006/main">
            <a:r>
              <a:t>LaTeX source: \pi_{t+1}(j)=\sum_i\pi_t(i)P_{ij},\qquad\boldsymbol{\pi}_{t+1}=\boldsymbol{\pi}_tP</a:t>
            </a:r>
          </a:p>
          <a:p xmlns:a="http://schemas.openxmlformats.org/drawingml/2006/main">
            <a:r>
              <a:t>LaTeX source: (1\times K)(K\times K)=(1\times K)</a:t>
            </a:r>
          </a:p>
          <a:p xmlns:a="http://schemas.openxmlformats.org/drawingml/2006/main">
            <a:r>
              <a:t>LaTeX source: \boldsymbol{\pi}_0=(0,1,0,0,0),\quad\boldsymbol{\pi}_1=(0.30,0,0.672,0.028,0)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一個細胞兩代後滅絕概率=.3*1+.672*.09+.028*.027=.361236。每一項是經過0、2、3個細胞中間狀態的路徑概率。完整pi2由pi0P²計算且總和1。一條simulate路徑只抽中其中一些狀態；P連乘描述全部可能路徑的分布。路徑probability初始pi0(s0)乘沿途P，不將實際抽中的計數向量直接乘P。</a:t>
            </a:r>
          </a:p>
          <a:p xmlns:a="http://schemas.openxmlformats.org/drawingml/2006/main">
            <a:r>
              <a:t>LaTeX source: (P^2)_{ij}=\sum_kP_{ik}P_{kj},\qquad\boldsymbol{\pi}_t=\boldsymbol{\pi}_0P^t</a:t>
            </a:r>
          </a:p>
          <a:p xmlns:a="http://schemas.openxmlformats.org/drawingml/2006/main">
            <a:r>
              <a:t>LaTeX source: \Pr(N_2=0)=0.30+0.672(0.09)+0.028(0.027)=0.361236</a:t>
            </a:r>
          </a:p>
          <a:p xmlns:a="http://schemas.openxmlformats.org/drawingml/2006/main">
            <a:r>
              <a:t>LaTeX source: \Pr(s_0,\ldots,s_T)=\pi_0(s_0)\prod_{t=0}^{T-1}P_{s_t s_{t+1}}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兩個索引是完整族群狀態，元素機率，推進pi。Q索引是單細胞父與子基因型，元素突變概率。M索引也是基因型，但元素期望子代數，列和m，不保證1。固定環境時E[Nt]=N0M^t；當IL11與治療由隨機state決定時E[Nnext]=E[Nt M(St)]，一般不等於E[Nt] M(E[St])。完整P可固定，因不同state的環境寫在不同列。</a:t>
            </a:r>
          </a:p>
          <a:p xmlns:a="http://schemas.openxmlformats.org/drawingml/2006/main">
            <a:r>
              <a:t>LaTeX source: \mathrm{E}[\mathbf{N}_{t+1}]=\mathrm{E}[\mathbf{N}_tM(S_t)],\quad\mathrm{E}[\mathbf{N}_t]=\mathbf{N}_0M^t\ \mathrm{only\ if}\ M\ \mathrm{is\ fixed}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nnon用自然對數。richness=len(population)只看種類，不看大小比例。例{a:50,b:50}的H=ln2≈.693，而{a:99,b:1}的H≈.056，比較相同richness但均勻度不同。exp(H)稱有效基因型數。零族群Shannon=0且effective_genotypes另外定為0，避免exp(0)=1誤表示仍有一種細胞。基因型多樣性不是家系多樣性。</a:t>
            </a:r>
          </a:p>
          <a:p xmlns:a="http://schemas.openxmlformats.org/drawingml/2006/main">
            <a:r>
              <a:t>LaTeX source: p_g=\frac{N_g}{T},\quad H=-\sum_gp_g\log p_g,\quad D=1-\sum_gp_g^2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modeling_cancer.py:192-196。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apy_generation對應history的generation索引，因從0開始每代記錄。baseline可overshoot20,000。after排除啟動代。declined一旦true保持true，防止單純持續增長被叫復發。完整分類依序relapse、extinction、no_relapse_observed、no_initial_response；未開始治療另為therapy_not_started。若要在Markov狀態內實時識別這個歷史事件，需加入baseline與declined，不只是N,A。</a:t>
            </a:r>
          </a:p>
          <a:p xmlns:a="http://schemas.openxmlformats.org/drawingml/2006/main">
            <a:r>
              <a:t>LaTeX source: T_*=T_{t_{\rm therapy}},\quad t_{\rm relapse}=\inf\{t&gt;t_{\rm therapy}:T_t\geq T_*,\ \exists u&lt;t:T_u&lt;T_*\}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modeling_cancer.py:301-308, 310-314。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同參數、seed與相同執行環境通常重現該偽亂數路徑。不同trial不共用同一Generator，避免意外耦合。main另外執行one/twohit與IL11組，比較時不施加治療。seed是重現標記，不是模型狀態或生物參數。套件版本存在metadata，有助查詢環境變化。</a:t>
            </a:r>
          </a:p>
          <a:p xmlns:a="http://schemas.openxmlformats.org/drawingml/2006/main">
            <a:r>
              <a:t>LaTeX source: S_{t+1}^{(r)}\mid S_t^{(r)}=s\sim P(s,\cdot),\quad r=1,\ldots,30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modeling_cancer.py:781-784, 793-794, 797-797。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ot_therapy_ensemble依絕對generation對齊，不是對齊治療起始。停止於celllimit的trial後續是缺失，不能填0或延續最後值。extinction後細胞數為0；抗藥比例及基因頻率無分母，因此缺失。percentiles是trial間變異，不是confidenceinterval。多種曲線的中位數不必相加。有效n下降時需小心條件選擇。</a:t>
            </a:r>
          </a:p>
          <a:p xmlns:a="http://schemas.openxmlformats.org/drawingml/2006/main">
            <a:r>
              <a:t>LaTeX source: \widehat{Q}_{p,t}=\mathrm{quantile}_p\{X_t^{(r)}:\ X_t^{(r)}\ \mathrm{observed}\},\quad p\in\{0.1,0.5,0.9\}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modeling_cancer.py:694-694, 698-701, 713-714。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_at_size從最後達標族群取sample，不是連續時間精確N=5000時的整個腫瘤。超幾何分布是無放回抽樣，與multinomial的有放回近似不同。未達標trial回None並記錄。高死亡可能較慢而累積更多mutation機會，故高H不能單獨歸因於death造成多樣性。下一步固定時間與固定大小分別比較。</a:t>
            </a:r>
          </a:p>
          <a:p xmlns:a="http://schemas.openxmlformats.org/drawingml/2006/main">
            <a:r>
              <a:t>LaTeX source: \mathbf{X}\sim\mathrm{MultiHypergeom}(\mathbf{N},5000),\qquad\sum_gX_g=5000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modeling_cancer.py:425-433。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有五個unittest方法涵蓋IL11共享、ensemble缺失與滅絕、同一TSG兩擊、突變守恆與獨立性、seed重現及參數驗證。mu=.2只有一個TSG兩位元可突變時，0/1/2擊概率.64/.32/.04，10萬樣本比例容許.006誤差。測試能抓算法錯誤，但不能證明教學參數符合生物數據。</a:t>
            </a:r>
          </a:p>
          <a:p xmlns:a="http://schemas.openxmlformats.org/drawingml/2006/main">
            <a:r>
              <a:t>LaTeX source: K\sim\mathrm{Bin}(2,0.2):\quad\Pr(K=0,1,2)=(0.64,0.32,0.04)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test_modeling_cancer.py: SuppressorTests。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主治療30次用twohit且IL11off。onehit/twohit18代無治療保持相同loci與oncogene，只改TSG門檻且不同seed組。IL11on/off18代無治療相同loci及同一replicate seed，族群分歧後不代表逐細胞配對。deathrate.2/.35/.45首次達5000後固定樣本，達標代數不同。這些比較估計的是指定教學參數情況的行為。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run_comparisons, run_il11_comparison, main。參數為教學假設，未用臨床資料校準。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問題承接前半部程式規則。治療降低敏感細胞存活，但抗藥細胞仍可增長。因此需用負荷、抗藥比例、多樣性與事件分布共同判讀。以下結果皆來自30次預設試驗，曲線按絕對generation對齊，每trial治療起始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在原始細胞數上計算percentiles再轉換log10(N+1)。每組治療開始世代中位15，各自達到門檻才治療，所以不畫一條共同啟動線。總、敏感、抗藥各自中位數不必相加。813.5是每個trial最低負荷的中位數，不是中位曲線最低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resistant_percent在存活且觀察中的trial計算。第15代中位1.1585%、第18代90.5163%、第20代99.9293%。抗藥比例增加不等同突變率增加，也不證明所有細胞同一家系。按代數保留n，這個窗口全部30個trial存活。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ective_genotypes=exp(Shannon)，有相同Shannon的均勻組成需這麼多基因型。它描述基因型多樣性，不是祖先家系數。直接使用trajectory已記錄trial百分位，前30代全部trial仍觀察且存活。圖中突變持續、不同基因型生長與選擇共同影響多樣性，不能僅由負荷推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outputs/trajectory.csv: effective_genotypes。參數為教學假設，未用臨床資料校準。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取代原本兩張熱圖。資料來自plot_genotype_evolution.py的gene_frequency_summary.csv：重現30個therapy seeds，以各自的治療開始為第0代對齊，只取所有試驗都有觀察的相對世代(−14到+17)。passenger mean是14個中性位點的平均，作為「沒有被篩選」的基準。治療前oncogene約4%而passenger約1.5%，突變率相同，差距來自選擇；RES在治療前與passenger同一水準，證明抗藥在治療前是中性的，治療後約4代升到100%。TSG任一擊約為passenger兩倍，因為有兩個等位基因。縱軸是log10(百分比+0.01)，0.01讓零值可以顯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outputs/genotype_evolution/gene_frequency_summary.csv。參數為教學假設，未用臨床資料校準。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觀察組成機制再看事件分布。relapse_generation範圍23到31，中位28，P10/P90為26/29.1。這批30/30不代表任何參數下都必然復發，更不能推論病人必然復發。未觀察事件需有截尾資料與其他分類，本批均完整觀察復發後才celllim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analyze_therapy.py 08。橫軸log10(治療開始負荷)，縱軸治癒(滅絕)百分比。理論：抗藥突變clone以Poisson過程出現，治療前s代出生的clone最終存活機率1−f^(s)(q_on)，q_on=0.479是治療下一個抗藥家系的滅絕機率，治癒≈exp(−Λ)。只用基準細胞，所以大負荷時略高估治癒。理論50%點約416細胞。主實驗20,000細胞遠超過這個範圍，因此30/30復發。模擬誤差以Wilson 95%區間記錄於CSV。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outputs/therapy_analysis/goldie_coldman_summary.csv。參數為教學假設，未用臨床資料校準。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analyze_therapy.py 09。基準預測ln(N/R0)/ln 1.371，假設所有抗藥細胞相同，平均誤差2.0代且偏晚。組成預測讓每種抗藥基因型以自己的治療中平均子代數成長(帶oncogene ×1.62)，敏感細胞×0.143衰減；向上取整後30次中24次完全命中，平均誤差0.2代。R0越多越早復發(Spearman -0.70)，oncogene比例越高越早(-0.51)。治療中成長率在ρ*=70%穿過零，即谷底。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outputs/therapy_analysis/relapse_time_prediction.csv。參數為教學假設，未用臨床資料校準。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analyze_therapy.py 10。表中數字是治癒(滅絕)百分比；預設k_R=0.04、μ=0.001。單純抗藥細胞在k_R=0.30停止成長，但帶oncogene的抗藥細胞要到0.41，再加TSG失活是0.49。突變率越高，治療前越可能已有這種雙突變細胞，治癒邊界越往右移。完整熱圖與復發延遲見outputs/therapy_analysis/10_parameter_sensitivity.p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outputs/therapy_analysis/parameter_sensitivity_trials.csv。參數為教學假設，未用臨床資料校準。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analyze_therapy.py 11。間歇治療：負荷降到治療起點一半就暫停，回到20,000再恢復。惡化=負荷曾低於20,000後，在用藥中仍≥24,000。兩種策略用同一組seed。沒有競爭時敏感細胞不會妨礙抗藥細胞，暫停只是讓抗藥細胞少挨殺傷，所以間歇較差。加入承載量競爭(K=30,000，每個細胞額外死亡0.21·N/K)後間歇延後惡化，配對比較中幾乎每次都較長，且只用約一半藥量。代價(抗藥細胞死亡+0.05)讓差距更明顯。競爭形式與參數都是教學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outputs/therapy_analysis/adaptive_therapy_summary.csv。參數為教學假設，未用臨床資料校準。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對照組保持相同基因組及oncogene規則，只把TSG deathreduction和triplebonus設0。onehit/twohit只改同一TSG門檻。新重現30個對照seed並核對comparisons.csv終點。三條中位線按18代固定時間，不治療，避免治療選擇乾擾。此圖對應02_scenario_comparisons左面板。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outputs/comparisons.csv, one_hit_vs_two_hit.csv。參數為教學假設，未用臨床資料校準。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onehit中位94617.5，twohit73879，兩組中位比1.2807，即高28.1%。不是每個onehittrial都大於每個twohittrial。這是功能門檻改變下的教學模型結果，無pvalue聲稱。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hit只要任一等位基因即可達標，twohit同基因兩等位基因，所以達標比例可能跨量級。為保留0並可顯示稀少twohit，顯式轉換log10(p_percent+.01)；0%=-2，.99%=0，9.99%=1。原始fig03面板B用symlog；這裡改用明確注明的平滑對數表示而非假裝沿用同一軸。資料用suppressor_fra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outputs/one_hit_vs_two_hit.csv: suppressor_fraction。參數為教學假設，未用臨床資料校準。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這是原始fig03面板C的固定18代endpoint散點。所有trial逐點保留，加上中位數。兩組不同seeds，並非配對點。可看到分布重疊，避免把中位28.1%差異當成每一個trial都相同。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outputs/one_hit_vs_two_hit.csv: generation 18。參數為教學假設，未用臨床資料校準。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原始fig05低比例放大面板。曲線來自指定公式而不是隨機模擬或實驗擬合。f=.02時b=.03，f=.1時b=.05。bmax=.06，不會超過6個百分點。半飽和參數是教學假設，可能影響結果。所有細胞均受益，未考慮分泌成本或空間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outputs/05_il11_benefit_curve.svg, Config。參數為教學假設，未用臨床資料校準。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OFF中位72455.5、ON110469.5，比值1.52465。每rep同seed，但族群分歧後隨機數消耗不同，不是逐細胞配對。控制相同20loci避免突變機會變化。未治療18代。52.5%是兩組中位比，不是pairedtrial提升平均。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fig04面板B。il11_percent是生產者比例，中位ON第18代1.603%，OFF位點中性但仍可能突變。ON所算shareddeathreduction中位2.6694百分點。比例中位與benefit中位因單調轉換一致但為每trial計算，不能把生產者數少誤解為只有少數細胞受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outputs/il11_comparison.csv: il11_percent, shared_death_reduction。參數為教學假設，未用臨床資料校準。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原始fig04面板C。同seed保持experiment可重現，但不能當成逐細胞配對。散點呈現原始30個endpoint，黑點為中位。看差異也看重疊，不聲稱實驗資料校準或統計顯著性。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outputs/il11_comparison.csv: generation 18。參數為教學假設，未用臨床資料校準。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原始fig02右面板。d=.2,.35,.45均30/30到達取樣目標。Shannon中位1.06236,1.80123,2.83497；達標generation中位8,14,26.5。較慢達標可累積更多mutation，因此不能單獨認定death提高多樣性。取樣控制的是樣本數，沒有控制演化時間。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outputs/comparisons.csv: death_rate。參數為教學假設，未用臨床資料校準。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抗藥殺傷率掃描用replace修改resistanttherapy kill，其餘保持固定。IL11掃描bmax與K，加入producercost或spatialrestriction。多樣性固定代數及固定樣本大小分開比較並保留未達標trial。先定義指標再新增experiment，存CSV與metadata及tests。需生物資料校準後再談實際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tion對應基因型計數向量，therapy_generation保存持續治療控制。growth_probabilities和il11_environment定義狀態相依環境，二項抽樣生成存活与子代，逐位元mutation等價於Q。這些規則共同定義巨大P，simulate只抽其中一條路徑。多次試驗估計結果分布；tests檢查實作語意，資料校準另需實驗證據。讀完應能追蹤程式每個變數的來源、分布與作用時點。</a:t>
            </a:r>
          </a:p>
          <a:p xmlns:a="http://schemas.openxmlformats.org/drawingml/2006/main">
            <a:r>
              <a:t>LaTeX source: \boldsymbol{\pi}_{t+1}=\boldsymbol{\pi}_tP,\qquad\mathrm{E}[\mathbf{N}_{t+1}\mid S_t=s]=\mathbf{n}M(s)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modeling_cancer.py, test_modeling_cancer.py。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3c0cbc74849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0de765b33041db" /><Relationship Type="http://schemas.openxmlformats.org/officeDocument/2006/relationships/slideLayout" Target="/ppt/slideLayouts/slideLayout1.xml" Id="Rd415b10fd0e34e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15b10fd0e34e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b8a5ad86d43fd" /><Relationship Type="http://schemas.openxmlformats.org/officeDocument/2006/relationships/image" Target="/ppt/media/image.png" Id="R5a47cd4c6f234548" /><Relationship Type="http://schemas.openxmlformats.org/officeDocument/2006/relationships/notesSlide" Target="/ppt/notesSlides/notesSlide1.xml" Id="R19f21bc7b3354f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b480594f14df2" /><Relationship Type="http://schemas.openxmlformats.org/officeDocument/2006/relationships/chart" Target="/ppt/slides/charts/chart1.xml" Id="R610de079f670457e" /><Relationship Type="http://schemas.openxmlformats.org/officeDocument/2006/relationships/notesSlide" Target="/ppt/notesSlides/notesSlide2.xml" Id="Rafc03eab270e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8481223344bb6" /><Relationship Type="http://schemas.openxmlformats.org/officeDocument/2006/relationships/notesSlide" Target="/ppt/notesSlides/notesSlide3.xml" Id="R18b337e9f42d4a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8480446044345" /><Relationship Type="http://schemas.openxmlformats.org/officeDocument/2006/relationships/image" Target="/ppt/media/image2.png" Id="R102d1396db54455b" /><Relationship Type="http://schemas.openxmlformats.org/officeDocument/2006/relationships/notesSlide" Target="/ppt/notesSlides/notesSlide4.xml" Id="Rbf6aaa41d3b048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759580a7e4e2f" /><Relationship Type="http://schemas.openxmlformats.org/officeDocument/2006/relationships/image" Target="/ppt/media/image3.png" Id="Rb33101007f78400d" /><Relationship Type="http://schemas.openxmlformats.org/officeDocument/2006/relationships/notesSlide" Target="/ppt/notesSlides/notesSlide5.xml" Id="R9cc0eec2be804c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61966d5304cfe" /><Relationship Type="http://schemas.openxmlformats.org/officeDocument/2006/relationships/image" Target="/ppt/media/image4.png" Id="R899ac9baf4f34bf8" /><Relationship Type="http://schemas.openxmlformats.org/officeDocument/2006/relationships/notesSlide" Target="/ppt/notesSlides/notesSlide6.xml" Id="Rbf2070c0962047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0ca5e84e1477c" /><Relationship Type="http://schemas.openxmlformats.org/officeDocument/2006/relationships/image" Target="/ppt/media/image5.png" Id="R45a2d04049e64377" /><Relationship Type="http://schemas.openxmlformats.org/officeDocument/2006/relationships/notesSlide" Target="/ppt/notesSlides/notesSlide7.xml" Id="R4c748a72f02b49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dfa1550324a5f" /><Relationship Type="http://schemas.openxmlformats.org/officeDocument/2006/relationships/image" Target="/ppt/media/image6.png" Id="R577afcd9a595485d" /><Relationship Type="http://schemas.openxmlformats.org/officeDocument/2006/relationships/notesSlide" Target="/ppt/notesSlides/notesSlide8.xml" Id="Rb5e7d96ab17e49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44caba9254811" /><Relationship Type="http://schemas.openxmlformats.org/officeDocument/2006/relationships/image" Target="/ppt/media/image7.png" Id="R0c51961ed71d4dc1" /><Relationship Type="http://schemas.openxmlformats.org/officeDocument/2006/relationships/notesSlide" Target="/ppt/notesSlides/notesSlide9.xml" Id="R80446a4e50b94a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f0be7ae9a4e3a" /><Relationship Type="http://schemas.openxmlformats.org/officeDocument/2006/relationships/image" Target="/ppt/media/image8.png" Id="R5ef24d7e95244372" /><Relationship Type="http://schemas.openxmlformats.org/officeDocument/2006/relationships/notesSlide" Target="/ppt/notesSlides/notesSlide10.xml" Id="Rd4c72c9210ac40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4a958a2cb472d" /><Relationship Type="http://schemas.openxmlformats.org/officeDocument/2006/relationships/image" Target="/ppt/media/image9.png" Id="R0b1c5a7e7a834070" /><Relationship Type="http://schemas.openxmlformats.org/officeDocument/2006/relationships/notesSlide" Target="/ppt/notesSlides/notesSlide11.xml" Id="R6b208ab24c2c42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029abfc9a436c" /><Relationship Type="http://schemas.openxmlformats.org/officeDocument/2006/relationships/image" Target="/ppt/media/image10.png" Id="Rc6b10749c0334937" /><Relationship Type="http://schemas.openxmlformats.org/officeDocument/2006/relationships/notesSlide" Target="/ppt/notesSlides/notesSlide12.xml" Id="Re8be3314ea5744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2e5e8fe0943ad" /><Relationship Type="http://schemas.openxmlformats.org/officeDocument/2006/relationships/image" Target="/ppt/media/image11.png" Id="Rd3dce3a919a44322" /><Relationship Type="http://schemas.openxmlformats.org/officeDocument/2006/relationships/notesSlide" Target="/ppt/notesSlides/notesSlide13.xml" Id="R468196608d4741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be070e79e4e3a" /><Relationship Type="http://schemas.openxmlformats.org/officeDocument/2006/relationships/image" Target="/ppt/media/image12.png" Id="R4da6baa1156d4983" /><Relationship Type="http://schemas.openxmlformats.org/officeDocument/2006/relationships/notesSlide" Target="/ppt/notesSlides/notesSlide14.xml" Id="R016c4c52be8c42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53c1301344764" /><Relationship Type="http://schemas.openxmlformats.org/officeDocument/2006/relationships/image" Target="/ppt/media/image13.png" Id="Rcee7540a836147ac" /><Relationship Type="http://schemas.openxmlformats.org/officeDocument/2006/relationships/notesSlide" Target="/ppt/notesSlides/notesSlide15.xml" Id="R96e5d138b99d47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e705b9ee44611" /><Relationship Type="http://schemas.openxmlformats.org/officeDocument/2006/relationships/image" Target="/ppt/media/image14.png" Id="R1cce3e1f6dea4c06" /><Relationship Type="http://schemas.openxmlformats.org/officeDocument/2006/relationships/notesSlide" Target="/ppt/notesSlides/notesSlide16.xml" Id="R370ea478a78f46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acfa73a494b4a" /><Relationship Type="http://schemas.openxmlformats.org/officeDocument/2006/relationships/image" Target="/ppt/media/image15.png" Id="Rbd9dc953caf24ce6" /><Relationship Type="http://schemas.openxmlformats.org/officeDocument/2006/relationships/notesSlide" Target="/ppt/notesSlides/notesSlide17.xml" Id="R63f522e6d2cf47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abad8a2a04aa7" /><Relationship Type="http://schemas.openxmlformats.org/officeDocument/2006/relationships/image" Target="/ppt/media/image16.png" Id="R5dc70a8965754a11" /><Relationship Type="http://schemas.openxmlformats.org/officeDocument/2006/relationships/image" Target="/ppt/media/image17.png" Id="R0dd08a6a451b4a0e" /><Relationship Type="http://schemas.openxmlformats.org/officeDocument/2006/relationships/notesSlide" Target="/ppt/notesSlides/notesSlide18.xml" Id="R5b6a23970adc40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cc12c1f724e40" /><Relationship Type="http://schemas.openxmlformats.org/officeDocument/2006/relationships/image" Target="/ppt/media/image18.png" Id="R2593915a7cd34c1b" /><Relationship Type="http://schemas.openxmlformats.org/officeDocument/2006/relationships/image" Target="/ppt/media/image19.png" Id="Rd4d7744419744a2d" /><Relationship Type="http://schemas.openxmlformats.org/officeDocument/2006/relationships/notesSlide" Target="/ppt/notesSlides/notesSlide19.xml" Id="R33094729def248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fa628779e4665" /><Relationship Type="http://schemas.openxmlformats.org/officeDocument/2006/relationships/image" Target="/ppt/media/image20.png" Id="R4aba6a5c99cf4120" /><Relationship Type="http://schemas.openxmlformats.org/officeDocument/2006/relationships/image" Target="/ppt/media/image21.png" Id="R87b7d53a55d14404" /><Relationship Type="http://schemas.openxmlformats.org/officeDocument/2006/relationships/notesSlide" Target="/ppt/notesSlides/notesSlide20.xml" Id="R710dfb1585924f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f599d9a734c04" /><Relationship Type="http://schemas.openxmlformats.org/officeDocument/2006/relationships/image" Target="/ppt/media/image22.png" Id="Rcdbe08952a984711" /><Relationship Type="http://schemas.openxmlformats.org/officeDocument/2006/relationships/image" Target="/ppt/media/image23.png" Id="R7b29a20c506043c6" /><Relationship Type="http://schemas.openxmlformats.org/officeDocument/2006/relationships/notesSlide" Target="/ppt/notesSlides/notesSlide21.xml" Id="R064b02d4470d415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4e6c896024fc8" /><Relationship Type="http://schemas.openxmlformats.org/officeDocument/2006/relationships/image" Target="/ppt/media/image24.png" Id="Rbc83ec2ac2cd4091" /><Relationship Type="http://schemas.openxmlformats.org/officeDocument/2006/relationships/image" Target="/ppt/media/image25.png" Id="R9e6558489c684557" /><Relationship Type="http://schemas.openxmlformats.org/officeDocument/2006/relationships/image" Target="/ppt/media/image26.png" Id="Re9e687e588d84c2e" /><Relationship Type="http://schemas.openxmlformats.org/officeDocument/2006/relationships/notesSlide" Target="/ppt/notesSlides/notesSlide22.xml" Id="Raced572c138247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4d28eee504f0d" /><Relationship Type="http://schemas.openxmlformats.org/officeDocument/2006/relationships/image" Target="/ppt/media/image27.png" Id="R778f7708573b41e3" /><Relationship Type="http://schemas.openxmlformats.org/officeDocument/2006/relationships/notesSlide" Target="/ppt/notesSlides/notesSlide23.xml" Id="Reb303c9268ec43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d697e89374447" /><Relationship Type="http://schemas.openxmlformats.org/officeDocument/2006/relationships/image" Target="/ppt/media/image28.png" Id="R5952e120cf6c4363" /><Relationship Type="http://schemas.openxmlformats.org/officeDocument/2006/relationships/image" Target="/ppt/media/image29.png" Id="R71d01bc55f05425c" /><Relationship Type="http://schemas.openxmlformats.org/officeDocument/2006/relationships/image" Target="/ppt/media/image30.png" Id="Ra845c49e01614982" /><Relationship Type="http://schemas.openxmlformats.org/officeDocument/2006/relationships/notesSlide" Target="/ppt/notesSlides/notesSlide24.xml" Id="R9982ac7dfcfe47c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9b0e5d82e4c7b" /><Relationship Type="http://schemas.openxmlformats.org/officeDocument/2006/relationships/image" Target="/ppt/media/image31.png" Id="R199136ee925d44fb" /><Relationship Type="http://schemas.openxmlformats.org/officeDocument/2006/relationships/image" Target="/ppt/media/image32.png" Id="R63b2abdb864044bb" /><Relationship Type="http://schemas.openxmlformats.org/officeDocument/2006/relationships/image" Target="/ppt/media/image33.png" Id="R393b3d25cc304037" /><Relationship Type="http://schemas.openxmlformats.org/officeDocument/2006/relationships/notesSlide" Target="/ppt/notesSlides/notesSlide25.xml" Id="Rc411014878ec472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c90d26dba4dde" /><Relationship Type="http://schemas.openxmlformats.org/officeDocument/2006/relationships/image" Target="/ppt/media/image34.png" Id="R71d95f98eda94bf8" /><Relationship Type="http://schemas.openxmlformats.org/officeDocument/2006/relationships/notesSlide" Target="/ppt/notesSlides/notesSlide26.xml" Id="R596cc6003343473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4b0025a864b86" /><Relationship Type="http://schemas.openxmlformats.org/officeDocument/2006/relationships/image" Target="/ppt/media/image35.png" Id="R12e115c17dc14e72" /><Relationship Type="http://schemas.openxmlformats.org/officeDocument/2006/relationships/notesSlide" Target="/ppt/notesSlides/notesSlide27.xml" Id="R87890a07b37a41c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6ecb8f2bb4e43" /><Relationship Type="http://schemas.openxmlformats.org/officeDocument/2006/relationships/image" Target="/ppt/media/image36.png" Id="Rd8b123fd781e42ea" /><Relationship Type="http://schemas.openxmlformats.org/officeDocument/2006/relationships/notesSlide" Target="/ppt/notesSlides/notesSlide28.xml" Id="R8ace6182c38e4c1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5adfe9ccb4842" /><Relationship Type="http://schemas.openxmlformats.org/officeDocument/2006/relationships/image" Target="/ppt/media/image37.png" Id="R47bbdc7b503c43c8" /><Relationship Type="http://schemas.openxmlformats.org/officeDocument/2006/relationships/notesSlide" Target="/ppt/notesSlides/notesSlide29.xml" Id="Rb96578cef81d491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b43989be94140" /><Relationship Type="http://schemas.openxmlformats.org/officeDocument/2006/relationships/image" Target="/ppt/media/image38.png" Id="R074e8233fb7040fc" /><Relationship Type="http://schemas.openxmlformats.org/officeDocument/2006/relationships/notesSlide" Target="/ppt/notesSlides/notesSlide30.xml" Id="R2778547266e34ac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f193f42de46a6" /><Relationship Type="http://schemas.openxmlformats.org/officeDocument/2006/relationships/image" Target="/ppt/media/image39.png" Id="Rc46001cac70048c8" /><Relationship Type="http://schemas.openxmlformats.org/officeDocument/2006/relationships/notesSlide" Target="/ppt/notesSlides/notesSlide31.xml" Id="R239e8c13587540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695fb55c74600" /><Relationship Type="http://schemas.openxmlformats.org/officeDocument/2006/relationships/image" Target="/ppt/media/image40.png" Id="R7aca000149524f13" /><Relationship Type="http://schemas.openxmlformats.org/officeDocument/2006/relationships/notesSlide" Target="/ppt/notesSlides/notesSlide32.xml" Id="Re58ee951c32b42d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989227b704ec2" /><Relationship Type="http://schemas.openxmlformats.org/officeDocument/2006/relationships/notesSlide" Target="/ppt/notesSlides/notesSlide33.xml" Id="R723cc8e06c1c48f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b3a08b85c4c35" /><Relationship Type="http://schemas.openxmlformats.org/officeDocument/2006/relationships/notesSlide" Target="/ppt/notesSlides/notesSlide34.xml" Id="R84db739f7325405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142302f90499b" /><Relationship Type="http://schemas.openxmlformats.org/officeDocument/2006/relationships/chart" Target="/ppt/slides/charts/chart2.xml" Id="Ref3955a936d449b7" /><Relationship Type="http://schemas.openxmlformats.org/officeDocument/2006/relationships/notesSlide" Target="/ppt/notesSlides/notesSlide35.xml" Id="R745a68b956ec481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eef18c7404a51" /><Relationship Type="http://schemas.openxmlformats.org/officeDocument/2006/relationships/chart" Target="/ppt/slides/charts/chart3.xml" Id="Rbdafe90534084574" /><Relationship Type="http://schemas.openxmlformats.org/officeDocument/2006/relationships/notesSlide" Target="/ppt/notesSlides/notesSlide36.xml" Id="R2cb626ecdacc486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78729a7554069" /><Relationship Type="http://schemas.openxmlformats.org/officeDocument/2006/relationships/chart" Target="/ppt/slides/charts/chart4.xml" Id="Re00b274940ae4265" /><Relationship Type="http://schemas.openxmlformats.org/officeDocument/2006/relationships/notesSlide" Target="/ppt/notesSlides/notesSlide37.xml" Id="Ra9d377771b05463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d8d1a4f314d66" /><Relationship Type="http://schemas.openxmlformats.org/officeDocument/2006/relationships/chart" Target="/ppt/slides/charts/chart5.xml" Id="R3100deeafefc4495" /><Relationship Type="http://schemas.openxmlformats.org/officeDocument/2006/relationships/notesSlide" Target="/ppt/notesSlides/notesSlide38.xml" Id="Rbffcf26bb65b421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ec201d12c46f2" /><Relationship Type="http://schemas.openxmlformats.org/officeDocument/2006/relationships/chart" Target="/ppt/slides/charts/chart6.xml" Id="R27ccee83f510401f" /><Relationship Type="http://schemas.openxmlformats.org/officeDocument/2006/relationships/notesSlide" Target="/ppt/notesSlides/notesSlide39.xml" Id="R3cee7a241c4349d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67a557ff14a70" /><Relationship Type="http://schemas.openxmlformats.org/officeDocument/2006/relationships/chart" Target="/ppt/slides/charts/chart7.xml" Id="Rad6d194e5ec64d29" /><Relationship Type="http://schemas.openxmlformats.org/officeDocument/2006/relationships/notesSlide" Target="/ppt/notesSlides/notesSlide40.xml" Id="R34e11f50a1964f4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5062d5a104992" /><Relationship Type="http://schemas.openxmlformats.org/officeDocument/2006/relationships/chart" Target="/ppt/slides/charts/chart8.xml" Id="R44ba2c4f895e4677" /><Relationship Type="http://schemas.openxmlformats.org/officeDocument/2006/relationships/notesSlide" Target="/ppt/notesSlides/notesSlide41.xml" Id="Rc30c0c7d4d5e42e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3d4be128e4a91" /><Relationship Type="http://schemas.openxmlformats.org/officeDocument/2006/relationships/notesSlide" Target="/ppt/notesSlides/notesSlide42.xml" Id="Re66e3227e8d343d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23096914c47c2" /><Relationship Type="http://schemas.openxmlformats.org/officeDocument/2006/relationships/chart" Target="/ppt/slides/charts/chart9.xml" Id="Rb8b8259d9fd14cc8" /><Relationship Type="http://schemas.openxmlformats.org/officeDocument/2006/relationships/notesSlide" Target="/ppt/notesSlides/notesSlide43.xml" Id="R7ee1fc807239495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79411a74f40f0" /><Relationship Type="http://schemas.openxmlformats.org/officeDocument/2006/relationships/chart" Target="/ppt/slides/charts/chart10.xml" Id="R0012f9e47e084e5f" /><Relationship Type="http://schemas.openxmlformats.org/officeDocument/2006/relationships/notesSlide" Target="/ppt/notesSlides/notesSlide44.xml" Id="Ra18d7ae887fd41a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9dd0cf60a4860" /><Relationship Type="http://schemas.openxmlformats.org/officeDocument/2006/relationships/chart" Target="/ppt/slides/charts/chart11.xml" Id="R9e7e9fc081e543e2" /><Relationship Type="http://schemas.openxmlformats.org/officeDocument/2006/relationships/notesSlide" Target="/ppt/notesSlides/notesSlide45.xml" Id="R125b568f511648c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c6d2fdec14b7c" /><Relationship Type="http://schemas.openxmlformats.org/officeDocument/2006/relationships/chart" Target="/ppt/slides/charts/chart12.xml" Id="R0be0ab154ff14f2a" /><Relationship Type="http://schemas.openxmlformats.org/officeDocument/2006/relationships/notesSlide" Target="/ppt/notesSlides/notesSlide46.xml" Id="R4c91adf8fc49477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f6cba905449be" /><Relationship Type="http://schemas.openxmlformats.org/officeDocument/2006/relationships/chart" Target="/ppt/slides/charts/chart13.xml" Id="R9df034b5dd6548ea" /><Relationship Type="http://schemas.openxmlformats.org/officeDocument/2006/relationships/notesSlide" Target="/ppt/notesSlides/notesSlide47.xml" Id="R8464662736c748e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5f1bfe8d347f5" /><Relationship Type="http://schemas.openxmlformats.org/officeDocument/2006/relationships/chart" Target="/ppt/slides/charts/chart14.xml" Id="Re43ceac55be44597" /><Relationship Type="http://schemas.openxmlformats.org/officeDocument/2006/relationships/notesSlide" Target="/ppt/notesSlides/notesSlide48.xml" Id="R67c24bb449c045c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4b61c470f44a8" /><Relationship Type="http://schemas.openxmlformats.org/officeDocument/2006/relationships/chart" Target="/ppt/slides/charts/chart15.xml" Id="Rdc516ec2a2b843c7" /><Relationship Type="http://schemas.openxmlformats.org/officeDocument/2006/relationships/notesSlide" Target="/ppt/notesSlides/notesSlide49.xml" Id="Re8fd76b47aaf457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729df29234d39" /><Relationship Type="http://schemas.openxmlformats.org/officeDocument/2006/relationships/chart" Target="/ppt/slides/charts/chart16.xml" Id="Rc0768a94357b44a8" /><Relationship Type="http://schemas.openxmlformats.org/officeDocument/2006/relationships/notesSlide" Target="/ppt/notesSlides/notesSlide50.xml" Id="R4912d580a0864aa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0ff9f9d0d44c4" /><Relationship Type="http://schemas.openxmlformats.org/officeDocument/2006/relationships/chart" Target="/ppt/slides/charts/chart17.xml" Id="R79a7e061200c48a1" /><Relationship Type="http://schemas.openxmlformats.org/officeDocument/2006/relationships/notesSlide" Target="/ppt/notesSlides/notesSlide51.xml" Id="Rde101980ff764fd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f714652ae4d56" /><Relationship Type="http://schemas.openxmlformats.org/officeDocument/2006/relationships/chart" Target="/ppt/slides/charts/chart18.xml" Id="R1594958d3bf740f1" /><Relationship Type="http://schemas.openxmlformats.org/officeDocument/2006/relationships/notesSlide" Target="/ppt/notesSlides/notesSlide52.xml" Id="Rd7537c6432d54ab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eaa36d28d4e24" /><Relationship Type="http://schemas.openxmlformats.org/officeDocument/2006/relationships/notesSlide" Target="/ppt/notesSlides/notesSlide53.xml" Id="Ra883b451a6214c7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eba241eff47f6" /><Relationship Type="http://schemas.openxmlformats.org/officeDocument/2006/relationships/image" Target="/ppt/media/image41.png" Id="R869c63cf57cf44dd" /><Relationship Type="http://schemas.openxmlformats.org/officeDocument/2006/relationships/notesSlide" Target="/ppt/notesSlides/notesSlide54.xml" Id="R1d25320166574a9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2.1271047983648077</c:v>
              </c:pt>
              <c:pt idx="2">
                <c:v>2.2664668954402414</c:v>
              </c:pt>
              <c:pt idx="3">
                <c:v>2.4026052419199146</c:v>
              </c:pt>
              <c:pt idx="4">
                <c:v>2.5471591213274176</c:v>
              </c:pt>
              <c:pt idx="5">
                <c:v>2.6893088591236203</c:v>
              </c:pt>
              <c:pt idx="6">
                <c:v>2.853393977450666</c:v>
              </c:pt>
              <c:pt idx="7">
                <c:v>3.00774777800074</c:v>
              </c:pt>
              <c:pt idx="8">
                <c:v>3.1604685311190375</c:v>
              </c:pt>
              <c:pt idx="9">
                <c:v>3.313972618860607</c:v>
              </c:pt>
              <c:pt idx="10">
                <c:v>3.463430091902802</c:v>
              </c:pt>
              <c:pt idx="11">
                <c:v>3.6252198190376075</c:v>
              </c:pt>
              <c:pt idx="12">
                <c:v>3.783917865040467</c:v>
              </c:pt>
              <c:pt idx="13">
                <c:v>3.94527158150771</c:v>
              </c:pt>
              <c:pt idx="14">
                <c:v>4.106625993991235</c:v>
              </c:pt>
              <c:pt idx="15">
                <c:v>4.225172250540992</c:v>
              </c:pt>
              <c:pt idx="16">
                <c:v>3.4965975763237087</c:v>
              </c:pt>
              <c:pt idx="17">
                <c:v>2.9095025414054154</c:v>
              </c:pt>
              <c:pt idx="18">
                <c:v>2.8112397727532894</c:v>
              </c:pt>
              <c:pt idx="19">
                <c:v>2.8518085142282374</c:v>
              </c:pt>
              <c:pt idx="20">
                <c:v>2.971229447276241</c:v>
              </c:pt>
              <c:pt idx="21">
                <c:v>3.118859695409587</c:v>
              </c:pt>
              <c:pt idx="22">
                <c:v>3.2631387712181423</c:v>
              </c:pt>
              <c:pt idx="23">
                <c:v>3.419526195575769</c:v>
              </c:pt>
              <c:pt idx="24">
                <c:v>3.570367785823503</c:v>
              </c:pt>
              <c:pt idx="25">
                <c:v>3.722428241979694</c:v>
              </c:pt>
              <c:pt idx="26">
                <c:v>3.881647094493409</c:v>
              </c:pt>
              <c:pt idx="27">
                <c:v>4.0500586541298595</c:v>
              </c:pt>
              <c:pt idx="28">
                <c:v>4.2175839520335225</c:v>
              </c:pt>
              <c:pt idx="29">
                <c:v>4.38660061601695</c:v>
              </c:pt>
              <c:pt idx="30">
                <c:v>4.562047686596289</c:v>
              </c:pt>
            </c:numLit>
          </c:val>
          <c:smooth val="0"/>
        </c:ser>
        <c:ser>
          <c:idx val="1"/>
          <c:order val="1"/>
          <c:tx>
            <c:v>總量中位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2.6133131614554594</c:v>
              </c:pt>
              <c:pt idx="5">
                <c:v>2.7611758131557314</c:v>
              </c:pt>
              <c:pt idx="6">
                <c:v>2.9229848157088827</c:v>
              </c:pt>
              <c:pt idx="7">
                <c:v>3.0764583877121514</c:v>
              </c:pt>
              <c:pt idx="8">
                <c:v>3.226084115975824</c:v>
              </c:pt>
              <c:pt idx="9">
                <c:v>3.3930484664167784</c:v>
              </c:pt>
              <c:pt idx="10">
                <c:v>3.550289516984764</c:v>
              </c:pt>
              <c:pt idx="11">
                <c:v>3.704193429194155</c:v>
              </c:pt>
              <c:pt idx="12">
                <c:v>3.868879446237088</c:v>
              </c:pt>
              <c:pt idx="13">
                <c:v>4.0349491466763725</c:v>
              </c:pt>
              <c:pt idx="14">
                <c:v>4.198368377590366</c:v>
              </c:pt>
              <c:pt idx="15">
                <c:v>4.3466560922695425</c:v>
              </c:pt>
              <c:pt idx="16">
                <c:v>3.5923433345820435</c:v>
              </c:pt>
              <c:pt idx="17">
                <c:v>3.057856208741888</c:v>
              </c:pt>
              <c:pt idx="18">
                <c:v>2.976808337338066</c:v>
              </c:pt>
              <c:pt idx="19">
                <c:v>3.0136796972911926</c:v>
              </c:pt>
              <c:pt idx="20">
                <c:v>3.1484484035233837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2.2043913319193</c:v>
              </c:pt>
              <c:pt idx="2">
                <c:v>2.3443922736851106</c:v>
              </c:pt>
              <c:pt idx="3">
                <c:v>2.5110808455391185</c:v>
              </c:pt>
              <c:pt idx="4">
                <c:v>2.67015304519218</c:v>
              </c:pt>
              <c:pt idx="5">
                <c:v>2.8260099777911005</c:v>
              </c:pt>
              <c:pt idx="6">
                <c:v>2.988648125235751</c:v>
              </c:pt>
              <c:pt idx="7">
                <c:v>3.1497424147134043</c:v>
              </c:pt>
              <c:pt idx="8">
                <c:v>3.30033456800233</c:v>
              </c:pt>
              <c:pt idx="9">
                <c:v>3.460942922888959</c:v>
              </c:pt>
              <c:pt idx="10">
                <c:v>3.621892588317354</c:v>
              </c:pt>
              <c:pt idx="11">
                <c:v>3.7810369386211318</c:v>
              </c:pt>
              <c:pt idx="12">
                <c:v>3.9408898574862166</c:v>
              </c:pt>
              <c:pt idx="13">
                <c:v>4.099760035863399</c:v>
              </c:pt>
              <c:pt idx="14">
                <c:v>4.265070301288256</c:v>
              </c:pt>
              <c:pt idx="15">
                <c:v>4.429123793669563</c:v>
              </c:pt>
              <c:pt idx="16">
                <c:v>4.389655055024599</c:v>
              </c:pt>
              <c:pt idx="17">
                <c:v>3.5904963118145647</c:v>
              </c:pt>
              <c:pt idx="18">
                <c:v>3.208602574462532</c:v>
              </c:pt>
              <c:pt idx="19">
                <c:v>3.338017993470887</c:v>
              </c:pt>
              <c:pt idx="20">
                <c:v>3.4946554141568607</c:v>
              </c:pt>
              <c:pt idx="21">
                <c:v>3.6561844771146426</c:v>
              </c:pt>
              <c:pt idx="22">
                <c:v>3.8176512945182424</c:v>
              </c:pt>
              <c:pt idx="23">
                <c:v>3.995626420883029</c:v>
              </c:pt>
              <c:pt idx="24">
                <c:v>4.161362011924947</c:v>
              </c:pt>
              <c:pt idx="25">
                <c:v>4.312359332565591</c:v>
              </c:pt>
              <c:pt idx="26">
                <c:v>4.489757448726724</c:v>
              </c:pt>
              <c:pt idx="27">
                <c:v>4.686465556196019</c:v>
              </c:pt>
              <c:pt idx="28">
                <c:v>4.883206465052513</c:v>
              </c:pt>
              <c:pt idx="29">
                <c:v>5.08168316194663</c:v>
              </c:pt>
              <c:pt idx="30">
                <c:v>5.282400264729029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log₁₀(細胞數+1)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總量 P10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2.1271047983648077</c:v>
              </c:pt>
              <c:pt idx="2">
                <c:v>2.2664668954402414</c:v>
              </c:pt>
              <c:pt idx="3">
                <c:v>2.4026052419199146</c:v>
              </c:pt>
              <c:pt idx="4">
                <c:v>2.5471591213274176</c:v>
              </c:pt>
              <c:pt idx="5">
                <c:v>2.6893088591236203</c:v>
              </c:pt>
              <c:pt idx="6">
                <c:v>2.853393977450666</c:v>
              </c:pt>
              <c:pt idx="7">
                <c:v>3.00774777800074</c:v>
              </c:pt>
              <c:pt idx="8">
                <c:v>3.1604685311190375</c:v>
              </c:pt>
              <c:pt idx="9">
                <c:v>3.313972618860607</c:v>
              </c:pt>
              <c:pt idx="10">
                <c:v>3.463430091902802</c:v>
              </c:pt>
              <c:pt idx="11">
                <c:v>3.6252198190376075</c:v>
              </c:pt>
              <c:pt idx="12">
                <c:v>3.783917865040467</c:v>
              </c:pt>
              <c:pt idx="13">
                <c:v>3.94527158150771</c:v>
              </c:pt>
              <c:pt idx="14">
                <c:v>4.106625993991235</c:v>
              </c:pt>
              <c:pt idx="15">
                <c:v>4.225172250540992</c:v>
              </c:pt>
              <c:pt idx="16">
                <c:v>3.4965975763237087</c:v>
              </c:pt>
              <c:pt idx="17">
                <c:v>2.9095025414054154</c:v>
              </c:pt>
              <c:pt idx="18">
                <c:v>2.8112397727532894</c:v>
              </c:pt>
              <c:pt idx="19">
                <c:v>2.8518085142282374</c:v>
              </c:pt>
              <c:pt idx="20">
                <c:v>2.971229447276241</c:v>
              </c:pt>
              <c:pt idx="21">
                <c:v>3.118859695409587</c:v>
              </c:pt>
              <c:pt idx="22">
                <c:v>3.2631387712181423</c:v>
              </c:pt>
              <c:pt idx="23">
                <c:v>3.419526195575769</c:v>
              </c:pt>
              <c:pt idx="24">
                <c:v>3.570367785823503</c:v>
              </c:pt>
              <c:pt idx="25">
                <c:v>3.722428241979694</c:v>
              </c:pt>
              <c:pt idx="26">
                <c:v>3.881647094493409</c:v>
              </c:pt>
              <c:pt idx="27">
                <c:v>4.0500586541298595</c:v>
              </c:pt>
              <c:pt idx="28">
                <c:v>4.2175839520335225</c:v>
              </c:pt>
              <c:pt idx="29">
                <c:v>4.38660061601695</c:v>
              </c:pt>
              <c:pt idx="30">
                <c:v>4.562047686596289</c:v>
              </c:pt>
            </c:numLit>
          </c:val>
          <c:smooth val="0"/>
        </c:ser>
        <c:ser>
          <c:idx val="1"/>
          <c:order val="1"/>
          <c:tx>
            <c:v>總量 中位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28575">
              <a:solidFill>
                <a:srgbClr val="173042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2.6133131614554594</c:v>
              </c:pt>
              <c:pt idx="5">
                <c:v>2.7611758131557314</c:v>
              </c:pt>
              <c:pt idx="6">
                <c:v>2.9229848157088827</c:v>
              </c:pt>
              <c:pt idx="7">
                <c:v>3.0764583877121514</c:v>
              </c:pt>
              <c:pt idx="8">
                <c:v>3.226084115975824</c:v>
              </c:pt>
              <c:pt idx="9">
                <c:v>3.3930484664167784</c:v>
              </c:pt>
              <c:pt idx="10">
                <c:v>3.550289516984764</c:v>
              </c:pt>
              <c:pt idx="11">
                <c:v>3.704193429194155</c:v>
              </c:pt>
              <c:pt idx="12">
                <c:v>3.868879446237088</c:v>
              </c:pt>
              <c:pt idx="13">
                <c:v>4.0349491466763725</c:v>
              </c:pt>
              <c:pt idx="14">
                <c:v>4.198368377590366</c:v>
              </c:pt>
              <c:pt idx="15">
                <c:v>4.3466560922695425</c:v>
              </c:pt>
              <c:pt idx="16">
                <c:v>3.5923433345820435</c:v>
              </c:pt>
              <c:pt idx="17">
                <c:v>3.057856208741888</c:v>
              </c:pt>
              <c:pt idx="18">
                <c:v>2.976808337338066</c:v>
              </c:pt>
              <c:pt idx="19">
                <c:v>3.0136796972911926</c:v>
              </c:pt>
              <c:pt idx="20">
                <c:v>3.1484484035233837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ser>
          <c:idx val="2"/>
          <c:order val="2"/>
          <c:tx>
            <c:v>總量 P90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2.2043913319193</c:v>
              </c:pt>
              <c:pt idx="2">
                <c:v>2.3443922736851106</c:v>
              </c:pt>
              <c:pt idx="3">
                <c:v>2.5110808455391185</c:v>
              </c:pt>
              <c:pt idx="4">
                <c:v>2.67015304519218</c:v>
              </c:pt>
              <c:pt idx="5">
                <c:v>2.8260099777911005</c:v>
              </c:pt>
              <c:pt idx="6">
                <c:v>2.988648125235751</c:v>
              </c:pt>
              <c:pt idx="7">
                <c:v>3.1497424147134043</c:v>
              </c:pt>
              <c:pt idx="8">
                <c:v>3.30033456800233</c:v>
              </c:pt>
              <c:pt idx="9">
                <c:v>3.460942922888959</c:v>
              </c:pt>
              <c:pt idx="10">
                <c:v>3.621892588317354</c:v>
              </c:pt>
              <c:pt idx="11">
                <c:v>3.7810369386211318</c:v>
              </c:pt>
              <c:pt idx="12">
                <c:v>3.9408898574862166</c:v>
              </c:pt>
              <c:pt idx="13">
                <c:v>4.099760035863399</c:v>
              </c:pt>
              <c:pt idx="14">
                <c:v>4.265070301288256</c:v>
              </c:pt>
              <c:pt idx="15">
                <c:v>4.429123793669563</c:v>
              </c:pt>
              <c:pt idx="16">
                <c:v>4.389655055024599</c:v>
              </c:pt>
              <c:pt idx="17">
                <c:v>3.5904963118145647</c:v>
              </c:pt>
              <c:pt idx="18">
                <c:v>3.208602574462532</c:v>
              </c:pt>
              <c:pt idx="19">
                <c:v>3.338017993470887</c:v>
              </c:pt>
              <c:pt idx="20">
                <c:v>3.4946554141568607</c:v>
              </c:pt>
              <c:pt idx="21">
                <c:v>3.6561844771146426</c:v>
              </c:pt>
              <c:pt idx="22">
                <c:v>3.8176512945182424</c:v>
              </c:pt>
              <c:pt idx="23">
                <c:v>3.995626420883029</c:v>
              </c:pt>
              <c:pt idx="24">
                <c:v>4.161362011924947</c:v>
              </c:pt>
              <c:pt idx="25">
                <c:v>4.312359332565591</c:v>
              </c:pt>
              <c:pt idx="26">
                <c:v>4.489757448726724</c:v>
              </c:pt>
              <c:pt idx="27">
                <c:v>4.686465556196019</c:v>
              </c:pt>
              <c:pt idx="28">
                <c:v>4.883206465052513</c:v>
              </c:pt>
              <c:pt idx="29">
                <c:v>5.08168316194663</c:v>
              </c:pt>
              <c:pt idx="30">
                <c:v>5.282400264729029</c:v>
              </c:pt>
            </c:numLit>
          </c:val>
          <c:smooth val="0"/>
        </c:ser>
        <c:ser>
          <c:idx val="3"/>
          <c:order val="3"/>
          <c:tx>
            <c:v>敏感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2.6127838567197355</c:v>
              </c:pt>
              <c:pt idx="5">
                <c:v>2.7607993116307177</c:v>
              </c:pt>
              <c:pt idx="6">
                <c:v>2.9229848157088827</c:v>
              </c:pt>
              <c:pt idx="7">
                <c:v>3.076276255404218</c:v>
              </c:pt>
              <c:pt idx="8">
                <c:v>3.225180008177683</c:v>
              </c:pt>
              <c:pt idx="9">
                <c:v>3.3896975482063856</c:v>
              </c:pt>
              <c:pt idx="10">
                <c:v>3.546480969539267</c:v>
              </c:pt>
              <c:pt idx="11">
                <c:v>3.7007037171450192</c:v>
              </c:pt>
              <c:pt idx="12">
                <c:v>3.8643627311058295</c:v>
              </c:pt>
              <c:pt idx="13">
                <c:v>4.030478280622408</c:v>
              </c:pt>
              <c:pt idx="14">
                <c:v>4.1932081084944945</c:v>
              </c:pt>
              <c:pt idx="15">
                <c:v>4.341038631677523</c:v>
              </c:pt>
              <c:pt idx="16">
                <c:v>3.5518767631329724</c:v>
              </c:pt>
              <c:pt idx="17">
                <c:v>2.7209857441537393</c:v>
              </c:pt>
              <c:pt idx="18">
                <c:v>1.8779469516291882</c:v>
              </c:pt>
              <c:pt idx="19">
                <c:v>1.041392685158225</c:v>
              </c:pt>
              <c:pt idx="20">
                <c:v>0.47712125471966244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</c:numLit>
          </c:val>
          <c:smooth val="0"/>
        </c:ser>
        <c:ser>
          <c:idx val="4"/>
          <c:order val="4"/>
          <c:tx>
            <c:v>抗藥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0.3010299956639812</c:v>
              </c:pt>
              <c:pt idx="5">
                <c:v>0.3010299956639812</c:v>
              </c:pt>
              <c:pt idx="6">
                <c:v>0.3979400086720376</c:v>
              </c:pt>
              <c:pt idx="7">
                <c:v>0.6020599913279624</c:v>
              </c:pt>
              <c:pt idx="8">
                <c:v>0.8750612633917001</c:v>
              </c:pt>
              <c:pt idx="9">
                <c:v>1.146128035678238</c:v>
              </c:pt>
              <c:pt idx="10">
                <c:v>1.3324384599156054</c:v>
              </c:pt>
              <c:pt idx="11">
                <c:v>1.5185139398778875</c:v>
              </c:pt>
              <c:pt idx="12">
                <c:v>1.7323937598229686</c:v>
              </c:pt>
              <c:pt idx="13">
                <c:v>1.9637878273455551</c:v>
              </c:pt>
              <c:pt idx="14">
                <c:v>2.156851901070011</c:v>
              </c:pt>
              <c:pt idx="15">
                <c:v>2.368286884902131</c:v>
              </c:pt>
              <c:pt idx="16">
                <c:v>2.5446880223026773</c:v>
              </c:pt>
              <c:pt idx="17">
                <c:v>2.6919651027673606</c:v>
              </c:pt>
              <c:pt idx="18">
                <c:v>2.8394780473741985</c:v>
              </c:pt>
              <c:pt idx="19">
                <c:v>2.9925535178321354</c:v>
              </c:pt>
              <c:pt idx="20">
                <c:v>3.145662470707546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log₁₀(細胞數+1)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0.19744267482129593</c:v>
              </c:pt>
              <c:pt idx="9">
                <c:v>0.18054980762297582</c:v>
              </c:pt>
              <c:pt idx="10">
                <c:v>0.33525710930291086</c:v>
              </c:pt>
              <c:pt idx="11">
                <c:v>0.4160723885843469</c:v>
              </c:pt>
              <c:pt idx="12">
                <c:v>0.5654083607617898</c:v>
              </c:pt>
              <c:pt idx="13">
                <c:v>0.5949509741839755</c:v>
              </c:pt>
              <c:pt idx="14">
                <c:v>0.6778366717541702</c:v>
              </c:pt>
              <c:pt idx="15">
                <c:v>0.7713988539458436</c:v>
              </c:pt>
              <c:pt idx="16">
                <c:v>1.2715392721152023</c:v>
              </c:pt>
              <c:pt idx="17">
                <c:v>11.072552877520904</c:v>
              </c:pt>
              <c:pt idx="18">
                <c:v>53.83176966775693</c:v>
              </c:pt>
              <c:pt idx="19">
                <c:v>91.65322742730349</c:v>
              </c:pt>
              <c:pt idx="20">
                <c:v>99.13285001412297</c:v>
              </c:pt>
              <c:pt idx="21">
                <c:v>99.8474473185217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ser>
          <c:idx val="1"/>
          <c:order val="1"/>
          <c:tx>
            <c:v>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0.21139069792202722</c:v>
              </c:pt>
              <c:pt idx="5">
                <c:v>0.1814935834936362</c:v>
              </c:pt>
              <c:pt idx="6">
                <c:v>0.1722613226921587</c:v>
              </c:pt>
              <c:pt idx="7">
                <c:v>0.27076826372853313</c:v>
              </c:pt>
              <c:pt idx="8">
                <c:v>0.3801961055906622</c:v>
              </c:pt>
              <c:pt idx="9">
                <c:v>0.5722157057102331</c:v>
              </c:pt>
              <c:pt idx="10">
                <c:v>0.6521585572968972</c:v>
              </c:pt>
              <c:pt idx="11">
                <c:v>0.7198031578880025</c:v>
              </c:pt>
              <c:pt idx="12">
                <c:v>0.7878172383869663</c:v>
              </c:pt>
              <c:pt idx="13">
                <c:v>0.9377077802833242</c:v>
              </c:pt>
              <c:pt idx="14">
                <c:v>0.9639218397945047</c:v>
              </c:pt>
              <c:pt idx="15">
                <c:v>1.15852021288647</c:v>
              </c:pt>
              <c:pt idx="16">
                <c:v>9.18287808790291</c:v>
              </c:pt>
              <c:pt idx="17">
                <c:v>50.208329489615814</c:v>
              </c:pt>
              <c:pt idx="18">
                <c:v>90.51630973348739</c:v>
              </c:pt>
              <c:pt idx="19">
                <c:v>99.24015659748152</c:v>
              </c:pt>
              <c:pt idx="20">
                <c:v>99.92933589718953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0.6116735695658844</c:v>
              </c:pt>
              <c:pt idx="2">
                <c:v>0.5747413663851273</c:v>
              </c:pt>
              <c:pt idx="3">
                <c:v>0.9224622669428826</c:v>
              </c:pt>
              <c:pt idx="4">
                <c:v>0.727602456482614</c:v>
              </c:pt>
              <c:pt idx="5">
                <c:v>1.1371711285995987</c:v>
              </c:pt>
              <c:pt idx="6">
                <c:v>1.1825152515811272</c:v>
              </c:pt>
              <c:pt idx="7">
                <c:v>1.3424726644740033</c:v>
              </c:pt>
              <c:pt idx="8">
                <c:v>1.2224647003139957</c:v>
              </c:pt>
              <c:pt idx="9">
                <c:v>1.5262415939183827</c:v>
              </c:pt>
              <c:pt idx="10">
                <c:v>1.4378059605733826</c:v>
              </c:pt>
              <c:pt idx="11">
                <c:v>1.4964971310911326</c:v>
              </c:pt>
              <c:pt idx="12">
                <c:v>1.622528496107583</c:v>
              </c:pt>
              <c:pt idx="13">
                <c:v>1.832253376364307</c:v>
              </c:pt>
              <c:pt idx="14">
                <c:v>1.9197058830294254</c:v>
              </c:pt>
              <c:pt idx="15">
                <c:v>2.244312716976146</c:v>
              </c:pt>
              <c:pt idx="16">
                <c:v>17.913746829784422</c:v>
              </c:pt>
              <c:pt idx="17">
                <c:v>66.03895955074833</c:v>
              </c:pt>
              <c:pt idx="18">
                <c:v>95.37497705460893</c:v>
              </c:pt>
              <c:pt idx="19">
                <c:v>99.67818821904426</c:v>
              </c:pt>
              <c:pt idx="20">
                <c:v>100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抗藥細胞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12383">
              <a:solidFill>
                <a:srgbClr val="6C5B9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1.0376294797355234</c:v>
              </c:pt>
              <c:pt idx="2">
                <c:v>1.1268153414209645</c:v>
              </c:pt>
              <c:pt idx="3">
                <c:v>1.2466467722484689</c:v>
              </c:pt>
              <c:pt idx="4">
                <c:v>1.3215285169591242</c:v>
              </c:pt>
              <c:pt idx="5">
                <c:v>1.5052819351508486</c:v>
              </c:pt>
              <c:pt idx="6">
                <c:v>1.662942696544194</c:v>
              </c:pt>
              <c:pt idx="7">
                <c:v>1.8860535490458707</c:v>
              </c:pt>
              <c:pt idx="8">
                <c:v>2.136161225348883</c:v>
              </c:pt>
              <c:pt idx="9">
                <c:v>2.4265230899679797</c:v>
              </c:pt>
              <c:pt idx="10">
                <c:v>2.693037685628764</c:v>
              </c:pt>
              <c:pt idx="11">
                <c:v>2.941313496609524</c:v>
              </c:pt>
              <c:pt idx="12">
                <c:v>3.343069906392109</c:v>
              </c:pt>
              <c:pt idx="13">
                <c:v>3.8042204127220836</c:v>
              </c:pt>
              <c:pt idx="14">
                <c:v>4.280653902451069</c:v>
              </c:pt>
              <c:pt idx="15">
                <c:v>4.975110517319269</c:v>
              </c:pt>
              <c:pt idx="16">
                <c:v>6.600401294276712</c:v>
              </c:pt>
              <c:pt idx="17">
                <c:v>7.338357895304835</c:v>
              </c:pt>
              <c:pt idx="18">
                <c:v>4.453171873312803</c:v>
              </c:pt>
              <c:pt idx="19">
                <c:v>3.847482387922712</c:v>
              </c:pt>
              <c:pt idx="20">
                <c:v>4.005475507436986</c:v>
              </c:pt>
              <c:pt idx="21">
                <c:v>4.638045592555594</c:v>
              </c:pt>
              <c:pt idx="22">
                <c:v>5.200657168536479</c:v>
              </c:pt>
              <c:pt idx="23">
                <c:v>5.548732149466799</c:v>
              </c:pt>
              <c:pt idx="24">
                <c:v>5.946660841641011</c:v>
              </c:pt>
              <c:pt idx="25">
                <c:v>6.329088204818775</c:v>
              </c:pt>
              <c:pt idx="26">
                <c:v>6.97495724503456</c:v>
              </c:pt>
              <c:pt idx="27">
                <c:v>7.980014472387137</c:v>
              </c:pt>
              <c:pt idx="28">
                <c:v>8.89776242563396</c:v>
              </c:pt>
              <c:pt idx="29">
                <c:v>9.94425899380532</c:v>
              </c:pt>
              <c:pt idx="30">
                <c:v>11.112402461805624</c:v>
              </c:pt>
            </c:numLit>
          </c:val>
          <c:smooth val="0"/>
        </c:ser>
        <c:ser>
          <c:idx val="1"/>
          <c:order val="1"/>
          <c:tx>
            <c:v>中位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28575">
              <a:solidFill>
                <a:srgbClr val="6C5B9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1.1245826434208193</c:v>
              </c:pt>
              <c:pt idx="2">
                <c:v>1.2793481052632922</c:v>
              </c:pt>
              <c:pt idx="3">
                <c:v>1.4159224760237767</c:v>
              </c:pt>
              <c:pt idx="4">
                <c:v>1.6598272319534797</c:v>
              </c:pt>
              <c:pt idx="5">
                <c:v>1.8242443343836119</c:v>
              </c:pt>
              <c:pt idx="6">
                <c:v>2.036337923181051</c:v>
              </c:pt>
              <c:pt idx="7">
                <c:v>2.335391032753164</c:v>
              </c:pt>
              <c:pt idx="8">
                <c:v>2.6206532644191625</c:v>
              </c:pt>
              <c:pt idx="9">
                <c:v>2.8770070552427467</c:v>
              </c:pt>
              <c:pt idx="10">
                <c:v>3.22476938118167</c:v>
              </c:pt>
              <c:pt idx="11">
                <c:v>3.6958751787161983</c:v>
              </c:pt>
              <c:pt idx="12">
                <c:v>4.261324166221646</c:v>
              </c:pt>
              <c:pt idx="13">
                <c:v>4.94454662955361</c:v>
              </c:pt>
              <c:pt idx="14">
                <c:v>5.726261213736414</c:v>
              </c:pt>
              <c:pt idx="15">
                <c:v>6.519335921669012</c:v>
              </c:pt>
              <c:pt idx="16">
                <c:v>8.860869278615645</c:v>
              </c:pt>
              <c:pt idx="17">
                <c:v>10.540905402195804</c:v>
              </c:pt>
              <c:pt idx="18">
                <c:v>7.53850789001267</c:v>
              </c:pt>
              <c:pt idx="19">
                <c:v>6.3197102820875175</c:v>
              </c:pt>
              <c:pt idx="20">
                <c:v>6.568236319395009</c:v>
              </c:pt>
              <c:pt idx="21">
                <c:v>7.079186111154868</c:v>
              </c:pt>
              <c:pt idx="22">
                <c:v>7.67955078034411</c:v>
              </c:pt>
              <c:pt idx="23">
                <c:v>8.695411804489941</c:v>
              </c:pt>
              <c:pt idx="24">
                <c:v>9.94811835569863</c:v>
              </c:pt>
              <c:pt idx="25">
                <c:v>11.419155451555168</c:v>
              </c:pt>
              <c:pt idx="26">
                <c:v>12.477569822430137</c:v>
              </c:pt>
              <c:pt idx="27">
                <c:v>13.968605513571347</c:v>
              </c:pt>
              <c:pt idx="28">
                <c:v>15.433491864354837</c:v>
              </c:pt>
              <c:pt idx="29">
                <c:v>17.40937055423389</c:v>
              </c:pt>
              <c:pt idx="30">
                <c:v>19.444327768641198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12383">
              <a:solidFill>
                <a:srgbClr val="6C5B9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1.2572031553363767</c:v>
              </c:pt>
              <c:pt idx="2">
                <c:v>1.4616868382388017</c:v>
              </c:pt>
              <c:pt idx="3">
                <c:v>1.6050770966178192</c:v>
              </c:pt>
              <c:pt idx="4">
                <c:v>1.855600248472056</c:v>
              </c:pt>
              <c:pt idx="5">
                <c:v>2.0273900626876675</c:v>
              </c:pt>
              <c:pt idx="6">
                <c:v>2.4311455651263456</c:v>
              </c:pt>
              <c:pt idx="7">
                <c:v>2.7567142017305737</c:v>
              </c:pt>
              <c:pt idx="8">
                <c:v>3.1953148961254687</c:v>
              </c:pt>
              <c:pt idx="9">
                <c:v>3.683474036833992</c:v>
              </c:pt>
              <c:pt idx="10">
                <c:v>4.245516297990508</c:v>
              </c:pt>
              <c:pt idx="11">
                <c:v>4.886874635518003</c:v>
              </c:pt>
              <c:pt idx="12">
                <c:v>5.781989781002207</c:v>
              </c:pt>
              <c:pt idx="13">
                <c:v>6.764031139280565</c:v>
              </c:pt>
              <c:pt idx="14">
                <c:v>7.90819399219119</c:v>
              </c:pt>
              <c:pt idx="15">
                <c:v>9.62372071859246</c:v>
              </c:pt>
              <c:pt idx="16">
                <c:v>12.186416826879118</c:v>
              </c:pt>
              <c:pt idx="17">
                <c:v>14.684049253663957</c:v>
              </c:pt>
              <c:pt idx="18">
                <c:v>10.405442751308907</c:v>
              </c:pt>
              <c:pt idx="19">
                <c:v>9.566373535200237</c:v>
              </c:pt>
              <c:pt idx="20">
                <c:v>9.993637584322919</c:v>
              </c:pt>
              <c:pt idx="21">
                <c:v>11.141351182792576</c:v>
              </c:pt>
              <c:pt idx="22">
                <c:v>12.104761422191812</c:v>
              </c:pt>
              <c:pt idx="23">
                <c:v>13.341261778167697</c:v>
              </c:pt>
              <c:pt idx="24">
                <c:v>15.40202188915918</c:v>
              </c:pt>
              <c:pt idx="25">
                <c:v>17.416803499190912</c:v>
              </c:pt>
              <c:pt idx="26">
                <c:v>19.4118146502744</c:v>
              </c:pt>
              <c:pt idx="27">
                <c:v>21.664574321949132</c:v>
              </c:pt>
              <c:pt idx="28">
                <c:v>24.286992253902785</c:v>
              </c:pt>
              <c:pt idx="29">
                <c:v>26.778971768091345</c:v>
              </c:pt>
              <c:pt idx="30">
                <c:v>29.321464562881552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有效基因型數 exp(H)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ONC1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-0.48021905267498655</c:v>
              </c:pt>
              <c:pt idx="4">
                <c:v>-0.28856716129078014</c:v>
              </c:pt>
              <c:pt idx="5">
                <c:v>-0.2241744797536775</c:v>
              </c:pt>
              <c:pt idx="6">
                <c:v>-0.07051302253062422</c:v>
              </c:pt>
              <c:pt idx="7">
                <c:v>0.033855922556008854</c:v>
              </c:pt>
              <c:pt idx="8">
                <c:v>0.07194836230356845</c:v>
              </c:pt>
              <c:pt idx="9">
                <c:v>0.17954859385521302</c:v>
              </c:pt>
              <c:pt idx="10">
                <c:v>0.26932068790752245</c:v>
              </c:pt>
              <c:pt idx="11">
                <c:v>0.32542479046182426</c:v>
              </c:pt>
              <c:pt idx="12">
                <c:v>0.42378465929735576</c:v>
              </c:pt>
              <c:pt idx="13">
                <c:v>0.4977145192346929</c:v>
              </c:pt>
              <c:pt idx="14">
                <c:v>0.5660008397623267</c:v>
              </c:pt>
              <c:pt idx="15">
                <c:v>0.6073735165774967</c:v>
              </c:pt>
              <c:pt idx="16">
                <c:v>0.5988166804894188</c:v>
              </c:pt>
              <c:pt idx="17">
                <c:v>0.5239063480507887</c:v>
              </c:pt>
              <c:pt idx="18">
                <c:v>0.6291731976833971</c:v>
              </c:pt>
              <c:pt idx="19">
                <c:v>0.6984538413552288</c:v>
              </c:pt>
              <c:pt idx="20">
                <c:v>0.7427117035100677</c:v>
              </c:pt>
              <c:pt idx="21">
                <c:v>0.7965088575191975</c:v>
              </c:pt>
              <c:pt idx="22">
                <c:v>0.8386646737274839</c:v>
              </c:pt>
              <c:pt idx="23">
                <c:v>0.8845721307684982</c:v>
              </c:pt>
              <c:pt idx="24">
                <c:v>0.9289663741776333</c:v>
              </c:pt>
              <c:pt idx="25">
                <c:v>0.9446803187412447</c:v>
              </c:pt>
              <c:pt idx="26">
                <c:v>0.9830393101123032</c:v>
              </c:pt>
              <c:pt idx="27">
                <c:v>1.0127206178181152</c:v>
              </c:pt>
              <c:pt idx="28">
                <c:v>1.053568846692723</c:v>
              </c:pt>
              <c:pt idx="29">
                <c:v>1.0798519518684062</c:v>
              </c:pt>
              <c:pt idx="30">
                <c:v>1.0960970100540204</c:v>
              </c:pt>
              <c:pt idx="31">
                <c:v>1.1091696722739368</c:v>
              </c:pt>
            </c:numLit>
          </c:val>
          <c:smooth val="0"/>
        </c:ser>
        <c:ser>
          <c:idx val="1"/>
          <c:order val="1"/>
          <c:tx>
            <c:v>ONC2</c:v>
          </c:tx>
          <c:spPr>
            <a:solidFill xmlns:a="http://schemas.openxmlformats.org/drawingml/2006/main">
              <a:srgbClr val="4F8FB0"/>
            </a:solidFill>
            <a:ln xmlns:a="http://schemas.openxmlformats.org/drawingml/2006/main" w="28575">
              <a:solidFill>
                <a:srgbClr val="4F8FB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-0.6136013802155159</c:v>
              </c:pt>
              <c:pt idx="4">
                <c:v>-0.40888040664599334</c:v>
              </c:pt>
              <c:pt idx="5">
                <c:v>-0.2665541923287529</c:v>
              </c:pt>
              <c:pt idx="6">
                <c:v>-0.1803542154199067</c:v>
              </c:pt>
              <c:pt idx="7">
                <c:v>-0.05134063589119594</c:v>
              </c:pt>
              <c:pt idx="8">
                <c:v>0.0341435574268014</c:v>
              </c:pt>
              <c:pt idx="9">
                <c:v>0.13935414753865286</c:v>
              </c:pt>
              <c:pt idx="10">
                <c:v>0.24402253538384766</c:v>
              </c:pt>
              <c:pt idx="11">
                <c:v>0.3375688498968584</c:v>
              </c:pt>
              <c:pt idx="12">
                <c:v>0.4312663622627544</c:v>
              </c:pt>
              <c:pt idx="13">
                <c:v>0.5067244770484184</c:v>
              </c:pt>
              <c:pt idx="14">
                <c:v>0.5783261096198888</c:v>
              </c:pt>
              <c:pt idx="15">
                <c:v>0.6646550259311355</c:v>
              </c:pt>
              <c:pt idx="16">
                <c:v>0.6629120950031746</c:v>
              </c:pt>
              <c:pt idx="17">
                <c:v>0.6215607162771599</c:v>
              </c:pt>
              <c:pt idx="18">
                <c:v>0.6449277142232003</c:v>
              </c:pt>
              <c:pt idx="19">
                <c:v>0.6962516184797232</c:v>
              </c:pt>
              <c:pt idx="20">
                <c:v>0.7229604198643005</c:v>
              </c:pt>
              <c:pt idx="21">
                <c:v>0.7923888690233546</c:v>
              </c:pt>
              <c:pt idx="22">
                <c:v>0.8417273149748276</c:v>
              </c:pt>
              <c:pt idx="23">
                <c:v>0.8962916782217598</c:v>
              </c:pt>
              <c:pt idx="24">
                <c:v>0.9445088596339037</c:v>
              </c:pt>
              <c:pt idx="25">
                <c:v>0.9992411310486288</c:v>
              </c:pt>
              <c:pt idx="26">
                <c:v>1.038706266460083</c:v>
              </c:pt>
              <c:pt idx="27">
                <c:v>1.0594141248008433</c:v>
              </c:pt>
              <c:pt idx="28">
                <c:v>1.0778690615947826</c:v>
              </c:pt>
              <c:pt idx="29">
                <c:v>1.0939646538279981</c:v>
              </c:pt>
              <c:pt idx="30">
                <c:v>1.1198772977504952</c:v>
              </c:pt>
              <c:pt idx="31">
                <c:v>1.1458810818490808</c:v>
              </c:pt>
            </c:numLit>
          </c:val>
          <c:smooth val="0"/>
        </c:ser>
        <c:ser>
          <c:idx val="2"/>
          <c:order val="2"/>
          <c:tx>
            <c:v>ONC3</c:v>
          </c:tx>
          <c:spPr>
            <a:solidFill xmlns:a="http://schemas.openxmlformats.org/drawingml/2006/main">
              <a:srgbClr val="86B5CC"/>
            </a:solidFill>
            <a:ln xmlns:a="http://schemas.openxmlformats.org/drawingml/2006/main" w="28575">
              <a:solidFill>
                <a:srgbClr val="86B5C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-0.5556961053928426</c:v>
              </c:pt>
              <c:pt idx="4">
                <c:v>-0.25534583552882634</c:v>
              </c:pt>
              <c:pt idx="5">
                <c:v>-0.16442024933339275</c:v>
              </c:pt>
              <c:pt idx="6">
                <c:v>-0.04619972882630855</c:v>
              </c:pt>
              <c:pt idx="7">
                <c:v>0.04574314368099337</c:v>
              </c:pt>
              <c:pt idx="8">
                <c:v>0.14921400451946265</c:v>
              </c:pt>
              <c:pt idx="9">
                <c:v>0.2396993504661667</c:v>
              </c:pt>
              <c:pt idx="10">
                <c:v>0.327945172353852</c:v>
              </c:pt>
              <c:pt idx="11">
                <c:v>0.40660754652189923</c:v>
              </c:pt>
              <c:pt idx="12">
                <c:v>0.5017683694879849</c:v>
              </c:pt>
              <c:pt idx="13">
                <c:v>0.5782070979566236</c:v>
              </c:pt>
              <c:pt idx="14">
                <c:v>0.6465095761115918</c:v>
              </c:pt>
              <c:pt idx="15">
                <c:v>0.6933102469841754</c:v>
              </c:pt>
              <c:pt idx="16">
                <c:v>0.6734291843445439</c:v>
              </c:pt>
              <c:pt idx="17">
                <c:v>0.680116887476394</c:v>
              </c:pt>
              <c:pt idx="18">
                <c:v>0.6998569705012003</c:v>
              </c:pt>
              <c:pt idx="19">
                <c:v>0.7347534834821711</c:v>
              </c:pt>
              <c:pt idx="20">
                <c:v>0.8096825216759116</c:v>
              </c:pt>
              <c:pt idx="21">
                <c:v>0.8527462634181016</c:v>
              </c:pt>
              <c:pt idx="22">
                <c:v>0.9261374955436914</c:v>
              </c:pt>
              <c:pt idx="23">
                <c:v>0.9845188522015255</c:v>
              </c:pt>
              <c:pt idx="24">
                <c:v>1.0343192229963547</c:v>
              </c:pt>
              <c:pt idx="25">
                <c:v>1.0876005644732545</c:v>
              </c:pt>
              <c:pt idx="26">
                <c:v>1.1264998547011416</c:v>
              </c:pt>
              <c:pt idx="27">
                <c:v>1.160212723102978</c:v>
              </c:pt>
              <c:pt idx="28">
                <c:v>1.188341456374952</c:v>
              </c:pt>
              <c:pt idx="29">
                <c:v>1.2137235672555478</c:v>
              </c:pt>
              <c:pt idx="30">
                <c:v>1.2359211175265712</c:v>
              </c:pt>
              <c:pt idx="31">
                <c:v>1.2568320139977394</c:v>
              </c:pt>
            </c:numLit>
          </c:val>
          <c:smooth val="0"/>
        </c:ser>
        <c:ser>
          <c:idx val="3"/>
          <c:order val="3"/>
          <c:tx>
            <c:v>RES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-0.9717875591362026</c:v>
              </c:pt>
              <c:pt idx="4">
                <c:v>-0.7262619054688806</c:v>
              </c:pt>
              <c:pt idx="5">
                <c:v>-0.6212438211580642</c:v>
              </c:pt>
              <c:pt idx="6">
                <c:v>-0.49410823592248343</c:v>
              </c:pt>
              <c:pt idx="7">
                <c:v>-0.3311022505745324</c:v>
              </c:pt>
              <c:pt idx="8">
                <c:v>-0.21437442125630887</c:v>
              </c:pt>
              <c:pt idx="9">
                <c:v>-0.13687982576668312</c:v>
              </c:pt>
              <c:pt idx="10">
                <c:v>-0.1212125794743653</c:v>
              </c:pt>
              <c:pt idx="11">
                <c:v>-0.061043393916822564</c:v>
              </c:pt>
              <c:pt idx="12">
                <c:v>-0.027229764179422602</c:v>
              </c:pt>
              <c:pt idx="13">
                <c:v>0.029117715927530024</c:v>
              </c:pt>
              <c:pt idx="14">
                <c:v>0.0838257471486219</c:v>
              </c:pt>
              <c:pt idx="15">
                <c:v>1.0345672988824197</c:v>
              </c:pt>
              <c:pt idx="16">
                <c:v>1.733866988251023</c:v>
              </c:pt>
              <c:pt idx="17">
                <c:v>1.961811225672622</c:v>
              </c:pt>
              <c:pt idx="18">
                <c:v>1.9969677076931514</c:v>
              </c:pt>
              <c:pt idx="19">
                <c:v>1.9997364592035836</c:v>
              </c:pt>
              <c:pt idx="20">
                <c:v>2.0000434272768626</c:v>
              </c:pt>
              <c:pt idx="21">
                <c:v>2.0000434272768626</c:v>
              </c:pt>
              <c:pt idx="22">
                <c:v>2.0000434272768626</c:v>
              </c:pt>
              <c:pt idx="23">
                <c:v>2.0000434272768626</c:v>
              </c:pt>
              <c:pt idx="24">
                <c:v>2.0000434272768626</c:v>
              </c:pt>
              <c:pt idx="25">
                <c:v>2.0000434272768626</c:v>
              </c:pt>
              <c:pt idx="26">
                <c:v>2.0000434272768626</c:v>
              </c:pt>
              <c:pt idx="27">
                <c:v>2.0000434272768626</c:v>
              </c:pt>
              <c:pt idx="28">
                <c:v>2.0000434272768626</c:v>
              </c:pt>
              <c:pt idx="29">
                <c:v>2.0000434272768626</c:v>
              </c:pt>
              <c:pt idx="30">
                <c:v>2.0000434272768626</c:v>
              </c:pt>
              <c:pt idx="31">
                <c:v>2.0000434272768626</c:v>
              </c:pt>
            </c:numLit>
          </c:val>
          <c:smooth val="0"/>
        </c:ser>
        <c:ser>
          <c:idx val="4"/>
          <c:order val="4"/>
          <c:tx>
            <c:v>TSG1 任一擊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28575">
              <a:solidFill>
                <a:srgbClr val="6C5B9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-2</c:v>
              </c:pt>
              <c:pt idx="1">
                <c:v>-2</c:v>
              </c:pt>
              <c:pt idx="2">
                <c:v>-0.46002661028163905</c:v>
              </c:pt>
              <c:pt idx="3">
                <c:v>-0.1324273633202751</c:v>
              </c:pt>
              <c:pt idx="4">
                <c:v>-0.10553939432874024</c:v>
              </c:pt>
              <c:pt idx="5">
                <c:v>-0.0025912475694833655</c:v>
              </c:pt>
              <c:pt idx="6">
                <c:v>0.06394087860661585</c:v>
              </c:pt>
              <c:pt idx="7">
                <c:v>0.1283108249350409</c:v>
              </c:pt>
              <c:pt idx="8">
                <c:v>0.15875884386348396</c:v>
              </c:pt>
              <c:pt idx="9">
                <c:v>0.22496345562523581</c:v>
              </c:pt>
              <c:pt idx="10">
                <c:v>0.2564120825757303</c:v>
              </c:pt>
              <c:pt idx="11">
                <c:v>0.303447678597414</c:v>
              </c:pt>
              <c:pt idx="12">
                <c:v>0.36752716295238574</c:v>
              </c:pt>
              <c:pt idx="13">
                <c:v>0.40149429625125693</c:v>
              </c:pt>
              <c:pt idx="14">
                <c:v>0.4339769014278543</c:v>
              </c:pt>
              <c:pt idx="15">
                <c:v>0.4704855273879941</c:v>
              </c:pt>
              <c:pt idx="16">
                <c:v>0.4784463785496791</c:v>
              </c:pt>
              <c:pt idx="17">
                <c:v>0.48914291114309905</c:v>
              </c:pt>
              <c:pt idx="18">
                <c:v>0.509081863730203</c:v>
              </c:pt>
              <c:pt idx="19">
                <c:v>0.5832274064196385</c:v>
              </c:pt>
              <c:pt idx="20">
                <c:v>0.620142155488148</c:v>
              </c:pt>
              <c:pt idx="21">
                <c:v>0.6301568744511142</c:v>
              </c:pt>
              <c:pt idx="22">
                <c:v>0.6283178332999356</c:v>
              </c:pt>
              <c:pt idx="23">
                <c:v>0.6325703835096824</c:v>
              </c:pt>
              <c:pt idx="24">
                <c:v>0.6486025443384406</c:v>
              </c:pt>
              <c:pt idx="25">
                <c:v>0.684233600220458</c:v>
              </c:pt>
              <c:pt idx="26">
                <c:v>0.7159584052587094</c:v>
              </c:pt>
              <c:pt idx="27">
                <c:v>0.724674753648655</c:v>
              </c:pt>
              <c:pt idx="28">
                <c:v>0.7600712541019221</c:v>
              </c:pt>
              <c:pt idx="29">
                <c:v>0.7878542744226237</c:v>
              </c:pt>
              <c:pt idx="30">
                <c:v>0.808544869370963</c:v>
              </c:pt>
              <c:pt idx="31">
                <c:v>0.819141726379135</c:v>
              </c:pt>
            </c:numLit>
          </c:val>
          <c:smooth val="0"/>
        </c:ser>
        <c:ser>
          <c:idx val="5"/>
          <c:order val="5"/>
          <c:tx>
            <c:v>passenger 平均</c:v>
          </c:tx>
          <c:spPr>
            <a:solidFill xmlns:a="http://schemas.openxmlformats.org/drawingml/2006/main">
              <a:srgbClr val="657580"/>
            </a:solidFill>
            <a:ln xmlns:a="http://schemas.openxmlformats.org/drawingml/2006/main" w="12383">
              <a:solidFill>
                <a:srgbClr val="65758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-1.2012799495545525</c:v>
              </c:pt>
              <c:pt idx="1">
                <c:v>-0.7392464477587732</c:v>
              </c:pt>
              <c:pt idx="2">
                <c:v>-0.5504456098015891</c:v>
              </c:pt>
              <c:pt idx="3">
                <c:v>-0.4163503535080638</c:v>
              </c:pt>
              <c:pt idx="4">
                <c:v>-0.32527490657072133</c:v>
              </c:pt>
              <c:pt idx="5">
                <c:v>-0.2532005265999393</c:v>
              </c:pt>
              <c:pt idx="6">
                <c:v>-0.17954303816027778</c:v>
              </c:pt>
              <c:pt idx="7">
                <c:v>-0.1201498076613998</c:v>
              </c:pt>
              <c:pt idx="8">
                <c:v>-0.06182213697865574</c:v>
              </c:pt>
              <c:pt idx="9">
                <c:v>-0.014063283667513289</c:v>
              </c:pt>
              <c:pt idx="10">
                <c:v>0.01895726480403617</c:v>
              </c:pt>
              <c:pt idx="11">
                <c:v>0.0668880988017812</c:v>
              </c:pt>
              <c:pt idx="12">
                <c:v>0.102910102991626</c:v>
              </c:pt>
              <c:pt idx="13">
                <c:v>0.1427109260263814</c:v>
              </c:pt>
              <c:pt idx="14">
                <c:v>0.17240650609132727</c:v>
              </c:pt>
              <c:pt idx="15">
                <c:v>0.19329556148759744</c:v>
              </c:pt>
              <c:pt idx="16">
                <c:v>0.1861789538836785</c:v>
              </c:pt>
              <c:pt idx="17">
                <c:v>0.12664620993752748</c:v>
              </c:pt>
              <c:pt idx="18">
                <c:v>0.15651042427360548</c:v>
              </c:pt>
              <c:pt idx="19">
                <c:v>0.17500582090896719</c:v>
              </c:pt>
              <c:pt idx="20">
                <c:v>0.2087467495362435</c:v>
              </c:pt>
              <c:pt idx="21">
                <c:v>0.24100436873304582</c:v>
              </c:pt>
              <c:pt idx="22">
                <c:v>0.26112700906599146</c:v>
              </c:pt>
              <c:pt idx="23">
                <c:v>0.28181588230775173</c:v>
              </c:pt>
              <c:pt idx="24">
                <c:v>0.30281684986325325</c:v>
              </c:pt>
              <c:pt idx="25">
                <c:v>0.32444380319070143</c:v>
              </c:pt>
              <c:pt idx="26">
                <c:v>0.34222377114828606</c:v>
              </c:pt>
              <c:pt idx="27">
                <c:v>0.3534811075127066</c:v>
              </c:pt>
              <c:pt idx="28">
                <c:v>0.3686438717003129</c:v>
              </c:pt>
              <c:pt idx="29">
                <c:v>0.3810222512094667</c:v>
              </c:pt>
              <c:pt idx="30">
                <c:v>0.39866317745918733</c:v>
              </c:pt>
              <c:pt idx="31">
                <c:v>0.4182143636735733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相對治療開始的世代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.1"/>
          <c:min val="-2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log₁₀(突變細胞 % + 0.01)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復發試驗數</c:v>
          </c:tx>
          <c:spPr>
            <a:solidFill xmlns:a="http://schemas.openxmlformats.org/drawingml/2006/main">
              <a:srgbClr val="A74F3D"/>
            </a:solidFill>
          </c:spPr>
          <c:cat>
            <c:numLit>
              <c:formatCode>General</c:formatCode>
              <c:ptCount val="9"/>
              <c:pt idx="0">
                <c:v>23</c:v>
              </c:pt>
              <c:pt idx="1">
                <c:v>24</c:v>
              </c:pt>
              <c:pt idx="2">
                <c:v>25</c:v>
              </c:pt>
              <c:pt idx="3">
                <c:v>26</c:v>
              </c:pt>
              <c:pt idx="4">
                <c:v>27</c:v>
              </c:pt>
              <c:pt idx="5">
                <c:v>28</c:v>
              </c:pt>
              <c:pt idx="6">
                <c:v>29</c:v>
              </c:pt>
              <c:pt idx="7">
                <c:v>30</c:v>
              </c:pt>
              <c:pt idx="8">
                <c:v>31</c:v>
              </c:pt>
            </c:numLit>
          </c:cat>
          <c:val>
            <c:numLit>
              <c:formatCode>0</c:formatCode>
              <c:ptCount val="9"/>
              <c:pt idx="0">
                <c:v>1</c:v>
              </c:pt>
              <c:pt idx="1">
                <c:v>0</c:v>
              </c:pt>
              <c:pt idx="2">
                <c:v>1</c:v>
              </c:pt>
              <c:pt idx="3">
                <c:v>5</c:v>
              </c:pt>
              <c:pt idx="4">
                <c:v>6</c:v>
              </c:pt>
              <c:pt idx="5">
                <c:v>8</c:v>
              </c:pt>
              <c:pt idx="6">
                <c:v>6</c:v>
              </c:pt>
              <c:pt idx="7">
                <c:v>2</c:v>
              </c:pt>
              <c:pt idx="8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首次復發世代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試驗數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模擬（200 次）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1"/>
              <c:pt idx="0">
                <c:v>2</c:v>
              </c:pt>
              <c:pt idx="1">
                <c:v>2.1760912590556813</c:v>
              </c:pt>
              <c:pt idx="2">
                <c:v>2.3010299956639813</c:v>
              </c:pt>
              <c:pt idx="3">
                <c:v>2.4771212547196626</c:v>
              </c:pt>
              <c:pt idx="4">
                <c:v>2.6989700043360187</c:v>
              </c:pt>
              <c:pt idx="5">
                <c:v>2.845098040014257</c:v>
              </c:pt>
              <c:pt idx="6">
                <c:v>3</c:v>
              </c:pt>
              <c:pt idx="7">
                <c:v>3.1760912590556813</c:v>
              </c:pt>
              <c:pt idx="8">
                <c:v>3.3010299956639813</c:v>
              </c:pt>
              <c:pt idx="9">
                <c:v>3.4771212547196626</c:v>
              </c:pt>
              <c:pt idx="10">
                <c:v>3.6989700043360187</c:v>
              </c:pt>
            </c:numLit>
          </c:xVal>
          <c:yVal>
            <c:numLit>
              <c:formatCode>#,##0</c:formatCode>
              <c:ptCount val="11"/>
              <c:pt idx="0">
                <c:v>99.5</c:v>
              </c:pt>
              <c:pt idx="1">
                <c:v>83.5</c:v>
              </c:pt>
              <c:pt idx="2">
                <c:v>79</c:v>
              </c:pt>
              <c:pt idx="3">
                <c:v>60.5</c:v>
              </c:pt>
              <c:pt idx="4">
                <c:v>40</c:v>
              </c:pt>
              <c:pt idx="5">
                <c:v>21</c:v>
              </c:pt>
              <c:pt idx="6">
                <c:v>10</c:v>
              </c:pt>
              <c:pt idx="7">
                <c:v>3</c:v>
              </c:pt>
              <c:pt idx="8">
                <c:v>0.5</c:v>
              </c:pt>
              <c:pt idx="9">
                <c:v>0.5</c:v>
              </c:pt>
              <c:pt idx="10">
                <c:v>0</c:v>
              </c:pt>
            </c:numLit>
          </c:yVal>
        </c:ser>
        <c:ser>
          <c:idx val="1"/>
          <c:order val="1"/>
          <c:tx>
            <c:v>分枝過程理論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14288">
              <a:solidFill>
                <a:srgbClr val="173042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173042"/>
              </a:solidFill>
            </c:spPr>
          </c:marker>
          <c:xVal>
            <c:numLit>
              <c:formatCode>General</c:formatCode>
              <c:ptCount val="11"/>
              <c:pt idx="0">
                <c:v>2</c:v>
              </c:pt>
              <c:pt idx="1">
                <c:v>2.1760912590556813</c:v>
              </c:pt>
              <c:pt idx="2">
                <c:v>2.3010299956639813</c:v>
              </c:pt>
              <c:pt idx="3">
                <c:v>2.4771212547196626</c:v>
              </c:pt>
              <c:pt idx="4">
                <c:v>2.6989700043360187</c:v>
              </c:pt>
              <c:pt idx="5">
                <c:v>2.845098040014257</c:v>
              </c:pt>
              <c:pt idx="6">
                <c:v>3</c:v>
              </c:pt>
              <c:pt idx="7">
                <c:v>3.1760912590556813</c:v>
              </c:pt>
              <c:pt idx="8">
                <c:v>3.3010299956639813</c:v>
              </c:pt>
              <c:pt idx="9">
                <c:v>3.4771212547196626</c:v>
              </c:pt>
              <c:pt idx="10">
                <c:v>3.6989700043360187</c:v>
              </c:pt>
            </c:numLit>
          </c:xVal>
          <c:yVal>
            <c:numLit>
              <c:formatCode>#,##0</c:formatCode>
              <c:ptCount val="11"/>
              <c:pt idx="0">
                <c:v>99.13569642081578</c:v>
              </c:pt>
              <c:pt idx="1">
                <c:v>81.75284527794818</c:v>
              </c:pt>
              <c:pt idx="2">
                <c:v>81.75284527794818</c:v>
              </c:pt>
              <c:pt idx="3">
                <c:v>54.59913753928619</c:v>
              </c:pt>
              <c:pt idx="4">
                <c:v>38.84151078534612</c:v>
              </c:pt>
              <c:pt idx="5">
                <c:v>23.87337618999074</c:v>
              </c:pt>
              <c:pt idx="6">
                <c:v>11.910895897934425</c:v>
              </c:pt>
              <c:pt idx="7">
                <c:v>4.412293183179083</c:v>
              </c:pt>
              <c:pt idx="8">
                <c:v>1.068456493880592</c:v>
              </c:pt>
              <c:pt idx="9">
                <c:v>0.14099958182364586</c:v>
              </c:pt>
              <c:pt idx="10">
                <c:v>0.007820286517347909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治癒機率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3.8"/>
          <c:min val="1.9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log₁₀(開始治療時的細胞數)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基準預測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15.281510160711303</c:v>
              </c:pt>
              <c:pt idx="1">
                <c:v>13.086037167758624</c:v>
              </c:pt>
              <c:pt idx="2">
                <c:v>13.15037435250641</c:v>
              </c:pt>
              <c:pt idx="3">
                <c:v>15.655365528079301</c:v>
              </c:pt>
              <c:pt idx="4">
                <c:v>13.8766227190283</c:v>
              </c:pt>
              <c:pt idx="5">
                <c:v>12.80108280650726</c:v>
              </c:pt>
              <c:pt idx="6">
                <c:v>15.71755302466868</c:v>
              </c:pt>
              <c:pt idx="7">
                <c:v>14.718686148462632</c:v>
              </c:pt>
              <c:pt idx="8">
                <c:v>13.839951222961265</c:v>
              </c:pt>
              <c:pt idx="9">
                <c:v>13.714373427937849</c:v>
              </c:pt>
              <c:pt idx="10">
                <c:v>13.266122680018185</c:v>
              </c:pt>
              <c:pt idx="11">
                <c:v>16.368377820681296</c:v>
              </c:pt>
              <c:pt idx="12">
                <c:v>11.366234396036589</c:v>
              </c:pt>
              <c:pt idx="13">
                <c:v>13.078087346534016</c:v>
              </c:pt>
              <c:pt idx="14">
                <c:v>14.660358238831236</c:v>
              </c:pt>
              <c:pt idx="15">
                <c:v>14.833327660346074</c:v>
              </c:pt>
              <c:pt idx="16">
                <c:v>15.165119874648942</c:v>
              </c:pt>
              <c:pt idx="17">
                <c:v>14.662025119804449</c:v>
              </c:pt>
              <c:pt idx="18">
                <c:v>10.859862983211</c:v>
              </c:pt>
              <c:pt idx="19">
                <c:v>14.012324321586759</c:v>
              </c:pt>
              <c:pt idx="20">
                <c:v>15.39642113046661</c:v>
              </c:pt>
              <c:pt idx="21">
                <c:v>14.589862842844935</c:v>
              </c:pt>
              <c:pt idx="22">
                <c:v>13.505695113090296</c:v>
              </c:pt>
              <c:pt idx="23">
                <c:v>14.01362556843527</c:v>
              </c:pt>
              <c:pt idx="24">
                <c:v>14.72486799270908</c:v>
              </c:pt>
              <c:pt idx="25">
                <c:v>13.836744949180416</c:v>
              </c:pt>
              <c:pt idx="26">
                <c:v>14.569732133466596</c:v>
              </c:pt>
              <c:pt idx="27">
                <c:v>12.571348813771703</c:v>
              </c:pt>
              <c:pt idx="28">
                <c:v>12.198233978863598</c:v>
              </c:pt>
              <c:pt idx="29">
                <c:v>15.06760945453086</c:v>
              </c:pt>
            </c:numLit>
          </c:xVal>
          <c:yVal>
            <c:numLit>
              <c:formatCode>#,##0</c:formatCode>
              <c:ptCount val="30"/>
              <c:pt idx="0">
                <c:v>14</c:v>
              </c:pt>
              <c:pt idx="1">
                <c:v>13</c:v>
              </c:pt>
              <c:pt idx="2">
                <c:v>13</c:v>
              </c:pt>
              <c:pt idx="3">
                <c:v>15</c:v>
              </c:pt>
              <c:pt idx="4">
                <c:v>13</c:v>
              </c:pt>
              <c:pt idx="5">
                <c:v>11</c:v>
              </c:pt>
              <c:pt idx="6">
                <c:v>13</c:v>
              </c:pt>
              <c:pt idx="7">
                <c:v>13</c:v>
              </c:pt>
              <c:pt idx="8">
                <c:v>13</c:v>
              </c:pt>
              <c:pt idx="9">
                <c:v>12</c:v>
              </c:pt>
              <c:pt idx="10">
                <c:v>12</c:v>
              </c:pt>
              <c:pt idx="11">
                <c:v>16</c:v>
              </c:pt>
              <c:pt idx="12">
                <c:v>9</c:v>
              </c:pt>
              <c:pt idx="13">
                <c:v>10</c:v>
              </c:pt>
              <c:pt idx="14">
                <c:v>12</c:v>
              </c:pt>
              <c:pt idx="15">
                <c:v>13</c:v>
              </c:pt>
              <c:pt idx="16">
                <c:v>14</c:v>
              </c:pt>
              <c:pt idx="17">
                <c:v>14</c:v>
              </c:pt>
              <c:pt idx="18">
                <c:v>11</c:v>
              </c:pt>
              <c:pt idx="19">
                <c:v>12</c:v>
              </c:pt>
              <c:pt idx="20">
                <c:v>12</c:v>
              </c:pt>
              <c:pt idx="21">
                <c:v>13</c:v>
              </c:pt>
              <c:pt idx="22">
                <c:v>11</c:v>
              </c:pt>
              <c:pt idx="23">
                <c:v>11</c:v>
              </c:pt>
              <c:pt idx="24">
                <c:v>12</c:v>
              </c:pt>
              <c:pt idx="25">
                <c:v>13</c:v>
              </c:pt>
              <c:pt idx="26">
                <c:v>13</c:v>
              </c:pt>
              <c:pt idx="27">
                <c:v>12</c:v>
              </c:pt>
              <c:pt idx="28">
                <c:v>12</c:v>
              </c:pt>
              <c:pt idx="29">
                <c:v>14</c:v>
              </c:pt>
            </c:numLit>
          </c:yVal>
        </c:ser>
        <c:ser>
          <c:idx val="1"/>
          <c:order val="1"/>
          <c:tx>
            <c:v>考慮基因型組成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14.19</c:v>
              </c:pt>
              <c:pt idx="1">
                <c:v>12.28</c:v>
              </c:pt>
              <c:pt idx="2">
                <c:v>12.68</c:v>
              </c:pt>
              <c:pt idx="3">
                <c:v>14.06</c:v>
              </c:pt>
              <c:pt idx="4">
                <c:v>12.81</c:v>
              </c:pt>
              <c:pt idx="5">
                <c:v>10.65</c:v>
              </c:pt>
              <c:pt idx="6">
                <c:v>12.47</c:v>
              </c:pt>
              <c:pt idx="7">
                <c:v>13.94</c:v>
              </c:pt>
              <c:pt idx="8">
                <c:v>12.33</c:v>
              </c:pt>
              <c:pt idx="9">
                <c:v>11.11</c:v>
              </c:pt>
              <c:pt idx="10">
                <c:v>11.29</c:v>
              </c:pt>
              <c:pt idx="11">
                <c:v>15.15</c:v>
              </c:pt>
              <c:pt idx="12">
                <c:v>8.01</c:v>
              </c:pt>
              <c:pt idx="13">
                <c:v>9.81</c:v>
              </c:pt>
              <c:pt idx="14">
                <c:v>12.290000000000001</c:v>
              </c:pt>
              <c:pt idx="15">
                <c:v>12.65</c:v>
              </c:pt>
              <c:pt idx="16">
                <c:v>13.44</c:v>
              </c:pt>
              <c:pt idx="17">
                <c:v>13.55</c:v>
              </c:pt>
              <c:pt idx="18">
                <c:v>10.56</c:v>
              </c:pt>
              <c:pt idx="19">
                <c:v>11.71</c:v>
              </c:pt>
              <c:pt idx="20">
                <c:v>11.69</c:v>
              </c:pt>
              <c:pt idx="21">
                <c:v>12.23</c:v>
              </c:pt>
              <c:pt idx="22">
                <c:v>10.45</c:v>
              </c:pt>
              <c:pt idx="23">
                <c:v>11.38</c:v>
              </c:pt>
              <c:pt idx="24">
                <c:v>12.57</c:v>
              </c:pt>
              <c:pt idx="25">
                <c:v>12.55</c:v>
              </c:pt>
              <c:pt idx="26">
                <c:v>13.09</c:v>
              </c:pt>
              <c:pt idx="27">
                <c:v>11.53</c:v>
              </c:pt>
              <c:pt idx="28">
                <c:v>11.55</c:v>
              </c:pt>
              <c:pt idx="29">
                <c:v>13.35</c:v>
              </c:pt>
            </c:numLit>
          </c:xVal>
          <c:yVal>
            <c:numLit>
              <c:formatCode>#,##0</c:formatCode>
              <c:ptCount val="30"/>
              <c:pt idx="0">
                <c:v>14</c:v>
              </c:pt>
              <c:pt idx="1">
                <c:v>13</c:v>
              </c:pt>
              <c:pt idx="2">
                <c:v>13</c:v>
              </c:pt>
              <c:pt idx="3">
                <c:v>15</c:v>
              </c:pt>
              <c:pt idx="4">
                <c:v>13</c:v>
              </c:pt>
              <c:pt idx="5">
                <c:v>11</c:v>
              </c:pt>
              <c:pt idx="6">
                <c:v>13</c:v>
              </c:pt>
              <c:pt idx="7">
                <c:v>13</c:v>
              </c:pt>
              <c:pt idx="8">
                <c:v>13</c:v>
              </c:pt>
              <c:pt idx="9">
                <c:v>12</c:v>
              </c:pt>
              <c:pt idx="10">
                <c:v>12</c:v>
              </c:pt>
              <c:pt idx="11">
                <c:v>16</c:v>
              </c:pt>
              <c:pt idx="12">
                <c:v>9</c:v>
              </c:pt>
              <c:pt idx="13">
                <c:v>10</c:v>
              </c:pt>
              <c:pt idx="14">
                <c:v>12</c:v>
              </c:pt>
              <c:pt idx="15">
                <c:v>13</c:v>
              </c:pt>
              <c:pt idx="16">
                <c:v>14</c:v>
              </c:pt>
              <c:pt idx="17">
                <c:v>14</c:v>
              </c:pt>
              <c:pt idx="18">
                <c:v>11</c:v>
              </c:pt>
              <c:pt idx="19">
                <c:v>12</c:v>
              </c:pt>
              <c:pt idx="20">
                <c:v>12</c:v>
              </c:pt>
              <c:pt idx="21">
                <c:v>13</c:v>
              </c:pt>
              <c:pt idx="22">
                <c:v>11</c:v>
              </c:pt>
              <c:pt idx="23">
                <c:v>11</c:v>
              </c:pt>
              <c:pt idx="24">
                <c:v>12</c:v>
              </c:pt>
              <c:pt idx="25">
                <c:v>13</c:v>
              </c:pt>
              <c:pt idx="26">
                <c:v>13</c:v>
              </c:pt>
              <c:pt idx="27">
                <c:v>12</c:v>
              </c:pt>
              <c:pt idx="28">
                <c:v>12</c:v>
              </c:pt>
              <c:pt idx="29">
                <c:v>14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8"/>
          <c:min val="7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觀察到的復發延遲（代）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18"/>
          <c:min val="7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預測的復發延遲（治療開始後的代數）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持續用藥</c:v>
          </c:tx>
          <c:spPr>
            <a:solidFill xmlns:a="http://schemas.openxmlformats.org/drawingml/2006/main">
              <a:srgbClr val="236B8E"/>
            </a:solidFill>
          </c:spPr>
          <c:cat>
            <c:strLit>
              <c:ptCount val="4"/>
              <c:pt idx="0">
                <c:v>無競爭</c:v>
              </c:pt>
              <c:pt idx="1">
                <c:v>無競爭＋代價</c:v>
              </c:pt>
              <c:pt idx="2">
                <c:v>競爭</c:v>
              </c:pt>
              <c:pt idx="3">
                <c:v>競爭＋代價</c:v>
              </c:pt>
            </c:strLit>
          </c:cat>
          <c:val>
            <c:numLit>
              <c:formatCode>0.0</c:formatCode>
              <c:ptCount val="4"/>
              <c:pt idx="0">
                <c:v>13</c:v>
              </c:pt>
              <c:pt idx="1">
                <c:v>16.5</c:v>
              </c:pt>
              <c:pt idx="2">
                <c:v>14</c:v>
              </c:pt>
              <c:pt idx="3">
                <c:v>17.5</c:v>
              </c:pt>
            </c:numLit>
          </c:val>
        </c:ser>
        <c:ser>
          <c:idx val="1"/>
          <c:order val="1"/>
          <c:tx>
            <c:v>間歇（適應性）</c:v>
          </c:tx>
          <c:spPr>
            <a:solidFill xmlns:a="http://schemas.openxmlformats.org/drawingml/2006/main">
              <a:srgbClr val="A74F3D"/>
            </a:solidFill>
          </c:spPr>
          <c:cat>
            <c:strLit>
              <c:ptCount val="4"/>
              <c:pt idx="0">
                <c:v>無競爭</c:v>
              </c:pt>
              <c:pt idx="1">
                <c:v>無競爭＋代價</c:v>
              </c:pt>
              <c:pt idx="2">
                <c:v>競爭</c:v>
              </c:pt>
              <c:pt idx="3">
                <c:v>競爭＋代價</c:v>
              </c:pt>
            </c:strLit>
          </c:cat>
          <c:val>
            <c:numLit>
              <c:formatCode>0.0</c:formatCode>
              <c:ptCount val="4"/>
              <c:pt idx="0">
                <c:v>11</c:v>
              </c:pt>
              <c:pt idx="1">
                <c:v>15</c:v>
              </c:pt>
              <c:pt idx="2">
                <c:v>16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模型設定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惡化時間中位數（代）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無 TSG 優勢</c:v>
          </c:tx>
          <c:spPr>
            <a:solidFill xmlns:a="http://schemas.openxmlformats.org/drawingml/2006/main">
              <a:srgbClr val="657580"/>
            </a:solidFill>
            <a:ln xmlns:a="http://schemas.openxmlformats.org/drawingml/2006/main" w="28575">
              <a:solidFill>
                <a:srgbClr val="65758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142.5</c:v>
              </c:pt>
              <c:pt idx="2">
                <c:v>204.5</c:v>
              </c:pt>
              <c:pt idx="3">
                <c:v>300.5</c:v>
              </c:pt>
              <c:pt idx="4">
                <c:v>423.5</c:v>
              </c:pt>
              <c:pt idx="5">
                <c:v>617</c:v>
              </c:pt>
              <c:pt idx="6">
                <c:v>883</c:v>
              </c:pt>
              <c:pt idx="7">
                <c:v>1287</c:v>
              </c:pt>
              <c:pt idx="8">
                <c:v>1829.5</c:v>
              </c:pt>
              <c:pt idx="9">
                <c:v>2606.5</c:v>
              </c:pt>
              <c:pt idx="10">
                <c:v>3778.5</c:v>
              </c:pt>
              <c:pt idx="11">
                <c:v>5424</c:v>
              </c:pt>
              <c:pt idx="12">
                <c:v>7813</c:v>
              </c:pt>
              <c:pt idx="13">
                <c:v>11321</c:v>
              </c:pt>
              <c:pt idx="14">
                <c:v>16515.5</c:v>
              </c:pt>
              <c:pt idx="15">
                <c:v>23969</c:v>
              </c:pt>
              <c:pt idx="16">
                <c:v>35159</c:v>
              </c:pt>
              <c:pt idx="17">
                <c:v>51773.5</c:v>
              </c:pt>
              <c:pt idx="18">
                <c:v>76445.5</c:v>
              </c:pt>
            </c:numLit>
          </c:val>
          <c:smooth val="0"/>
        </c:ser>
        <c:ser>
          <c:idx val="1"/>
          <c:order val="1"/>
          <c:tx>
            <c:v>one-hit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197</c:v>
              </c:pt>
              <c:pt idx="3">
                <c:v>284.5</c:v>
              </c:pt>
              <c:pt idx="4">
                <c:v>410</c:v>
              </c:pt>
              <c:pt idx="5">
                <c:v>583.5</c:v>
              </c:pt>
              <c:pt idx="6">
                <c:v>831</c:v>
              </c:pt>
              <c:pt idx="7">
                <c:v>1205</c:v>
              </c:pt>
              <c:pt idx="8">
                <c:v>1729.5</c:v>
              </c:pt>
              <c:pt idx="9">
                <c:v>2512.5</c:v>
              </c:pt>
              <c:pt idx="10">
                <c:v>3694.5</c:v>
              </c:pt>
              <c:pt idx="11">
                <c:v>5422.5</c:v>
              </c:pt>
              <c:pt idx="12">
                <c:v>8086.5</c:v>
              </c:pt>
              <c:pt idx="13">
                <c:v>12064.5</c:v>
              </c:pt>
              <c:pt idx="14">
                <c:v>17911.5</c:v>
              </c:pt>
              <c:pt idx="15">
                <c:v>27139</c:v>
              </c:pt>
              <c:pt idx="16">
                <c:v>40731</c:v>
              </c:pt>
              <c:pt idx="17">
                <c:v>61654</c:v>
              </c:pt>
              <c:pt idx="18">
                <c:v>94617.5</c:v>
              </c:pt>
            </c:numLit>
          </c:val>
          <c:smooth val="0"/>
        </c:ser>
        <c:ser>
          <c:idx val="2"/>
          <c:order val="2"/>
          <c:tx>
            <c:v>two-hit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198</c:v>
              </c:pt>
              <c:pt idx="3">
                <c:v>286.5</c:v>
              </c:pt>
              <c:pt idx="4">
                <c:v>406</c:v>
              </c:pt>
              <c:pt idx="5">
                <c:v>573</c:v>
              </c:pt>
              <c:pt idx="6">
                <c:v>833.5</c:v>
              </c:pt>
              <c:pt idx="7">
                <c:v>1200.5</c:v>
              </c:pt>
              <c:pt idx="8">
                <c:v>1755.5</c:v>
              </c:pt>
              <c:pt idx="9">
                <c:v>2518</c:v>
              </c:pt>
              <c:pt idx="10">
                <c:v>3597</c:v>
              </c:pt>
              <c:pt idx="11">
                <c:v>5176</c:v>
              </c:pt>
              <c:pt idx="12">
                <c:v>7480</c:v>
              </c:pt>
              <c:pt idx="13">
                <c:v>10883</c:v>
              </c:pt>
              <c:pt idx="14">
                <c:v>15894</c:v>
              </c:pt>
              <c:pt idx="15">
                <c:v>23030</c:v>
              </c:pt>
              <c:pt idx="16">
                <c:v>33809</c:v>
              </c:pt>
              <c:pt idx="17">
                <c:v>49886</c:v>
              </c:pt>
              <c:pt idx="18">
                <c:v>73879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one-hit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132.7</c:v>
              </c:pt>
              <c:pt idx="2">
                <c:v>178.7</c:v>
              </c:pt>
              <c:pt idx="3">
                <c:v>256</c:v>
              </c:pt>
              <c:pt idx="4">
                <c:v>370.5</c:v>
              </c:pt>
              <c:pt idx="5">
                <c:v>533.3</c:v>
              </c:pt>
              <c:pt idx="6">
                <c:v>756.3</c:v>
              </c:pt>
              <c:pt idx="7">
                <c:v>1079.7</c:v>
              </c:pt>
              <c:pt idx="8">
                <c:v>1572.8</c:v>
              </c:pt>
              <c:pt idx="9">
                <c:v>2331.6</c:v>
              </c:pt>
              <c:pt idx="10">
                <c:v>3375.5</c:v>
              </c:pt>
              <c:pt idx="11">
                <c:v>4890.9</c:v>
              </c:pt>
              <c:pt idx="12">
                <c:v>7254.8</c:v>
              </c:pt>
              <c:pt idx="13">
                <c:v>10640.7</c:v>
              </c:pt>
              <c:pt idx="14">
                <c:v>15780.7</c:v>
              </c:pt>
              <c:pt idx="15">
                <c:v>23577.1</c:v>
              </c:pt>
              <c:pt idx="16">
                <c:v>35262.5</c:v>
              </c:pt>
              <c:pt idx="17">
                <c:v>53111.3</c:v>
              </c:pt>
              <c:pt idx="18">
                <c:v>81349.8</c:v>
              </c:pt>
            </c:numLit>
          </c:val>
          <c:smooth val="0"/>
        </c:ser>
        <c:ser>
          <c:idx val="1"/>
          <c:order val="1"/>
          <c:tx>
            <c:v>one-hit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197</c:v>
              </c:pt>
              <c:pt idx="3">
                <c:v>284.5</c:v>
              </c:pt>
              <c:pt idx="4">
                <c:v>410</c:v>
              </c:pt>
              <c:pt idx="5">
                <c:v>583.5</c:v>
              </c:pt>
              <c:pt idx="6">
                <c:v>831</c:v>
              </c:pt>
              <c:pt idx="7">
                <c:v>1205</c:v>
              </c:pt>
              <c:pt idx="8">
                <c:v>1729.5</c:v>
              </c:pt>
              <c:pt idx="9">
                <c:v>2512.5</c:v>
              </c:pt>
              <c:pt idx="10">
                <c:v>3694.5</c:v>
              </c:pt>
              <c:pt idx="11">
                <c:v>5422.5</c:v>
              </c:pt>
              <c:pt idx="12">
                <c:v>8086.5</c:v>
              </c:pt>
              <c:pt idx="13">
                <c:v>12064.5</c:v>
              </c:pt>
              <c:pt idx="14">
                <c:v>17911.5</c:v>
              </c:pt>
              <c:pt idx="15">
                <c:v>27139</c:v>
              </c:pt>
              <c:pt idx="16">
                <c:v>40731</c:v>
              </c:pt>
              <c:pt idx="17">
                <c:v>61654</c:v>
              </c:pt>
              <c:pt idx="18">
                <c:v>94617.5</c:v>
              </c:pt>
            </c:numLit>
          </c:val>
          <c:smooth val="0"/>
        </c:ser>
        <c:ser>
          <c:idx val="2"/>
          <c:order val="2"/>
          <c:tx>
            <c:v>one-hit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153.3</c:v>
              </c:pt>
              <c:pt idx="2">
                <c:v>219</c:v>
              </c:pt>
              <c:pt idx="3">
                <c:v>330.5</c:v>
              </c:pt>
              <c:pt idx="4">
                <c:v>484.1</c:v>
              </c:pt>
              <c:pt idx="5">
                <c:v>704.9</c:v>
              </c:pt>
              <c:pt idx="6">
                <c:v>1021.5</c:v>
              </c:pt>
              <c:pt idx="7">
                <c:v>1438.6000000000001</c:v>
              </c:pt>
              <c:pt idx="8">
                <c:v>2125.4</c:v>
              </c:pt>
              <c:pt idx="9">
                <c:v>3047.1000000000004</c:v>
              </c:pt>
              <c:pt idx="10">
                <c:v>4439.1</c:v>
              </c:pt>
              <c:pt idx="11">
                <c:v>6457.000000000001</c:v>
              </c:pt>
              <c:pt idx="12">
                <c:v>9533.2</c:v>
              </c:pt>
              <c:pt idx="13">
                <c:v>14161.200000000003</c:v>
              </c:pt>
              <c:pt idx="14">
                <c:v>20945.500000000004</c:v>
              </c:pt>
              <c:pt idx="15">
                <c:v>31556.100000000006</c:v>
              </c:pt>
              <c:pt idx="16">
                <c:v>48581.00000000001</c:v>
              </c:pt>
              <c:pt idx="17">
                <c:v>77948</c:v>
              </c:pt>
              <c:pt idx="18">
                <c:v>121569.40000000001</c:v>
              </c:pt>
            </c:numLit>
          </c:val>
          <c:smooth val="0"/>
        </c:ser>
        <c:ser>
          <c:idx val="3"/>
          <c:order val="3"/>
          <c:tx>
            <c:v>two-hit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130.7</c:v>
              </c:pt>
              <c:pt idx="2">
                <c:v>182.6</c:v>
              </c:pt>
              <c:pt idx="3">
                <c:v>246</c:v>
              </c:pt>
              <c:pt idx="4">
                <c:v>361.9</c:v>
              </c:pt>
              <c:pt idx="5">
                <c:v>501.6</c:v>
              </c:pt>
              <c:pt idx="6">
                <c:v>730.8</c:v>
              </c:pt>
              <c:pt idx="7">
                <c:v>1047.7</c:v>
              </c:pt>
              <c:pt idx="8">
                <c:v>1486</c:v>
              </c:pt>
              <c:pt idx="9">
                <c:v>2132.6</c:v>
              </c:pt>
              <c:pt idx="10">
                <c:v>3041.6</c:v>
              </c:pt>
              <c:pt idx="11">
                <c:v>4395.7</c:v>
              </c:pt>
              <c:pt idx="12">
                <c:v>6343</c:v>
              </c:pt>
              <c:pt idx="13">
                <c:v>9139.5</c:v>
              </c:pt>
              <c:pt idx="14">
                <c:v>13210.6</c:v>
              </c:pt>
              <c:pt idx="15">
                <c:v>19225.6</c:v>
              </c:pt>
              <c:pt idx="16">
                <c:v>27830.8</c:v>
              </c:pt>
              <c:pt idx="17">
                <c:v>40613.4</c:v>
              </c:pt>
              <c:pt idx="18">
                <c:v>59720.5</c:v>
              </c:pt>
            </c:numLit>
          </c:val>
          <c:smooth val="0"/>
        </c:ser>
        <c:ser>
          <c:idx val="4"/>
          <c:order val="4"/>
          <c:tx>
            <c:v>two-hit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198</c:v>
              </c:pt>
              <c:pt idx="3">
                <c:v>286.5</c:v>
              </c:pt>
              <c:pt idx="4">
                <c:v>406</c:v>
              </c:pt>
              <c:pt idx="5">
                <c:v>573</c:v>
              </c:pt>
              <c:pt idx="6">
                <c:v>833.5</c:v>
              </c:pt>
              <c:pt idx="7">
                <c:v>1200.5</c:v>
              </c:pt>
              <c:pt idx="8">
                <c:v>1755.5</c:v>
              </c:pt>
              <c:pt idx="9">
                <c:v>2518</c:v>
              </c:pt>
              <c:pt idx="10">
                <c:v>3597</c:v>
              </c:pt>
              <c:pt idx="11">
                <c:v>5176</c:v>
              </c:pt>
              <c:pt idx="12">
                <c:v>7480</c:v>
              </c:pt>
              <c:pt idx="13">
                <c:v>10883</c:v>
              </c:pt>
              <c:pt idx="14">
                <c:v>15894</c:v>
              </c:pt>
              <c:pt idx="15">
                <c:v>23030</c:v>
              </c:pt>
              <c:pt idx="16">
                <c:v>33809</c:v>
              </c:pt>
              <c:pt idx="17">
                <c:v>49886</c:v>
              </c:pt>
              <c:pt idx="18">
                <c:v>73879</c:v>
              </c:pt>
            </c:numLit>
          </c:val>
          <c:smooth val="0"/>
        </c:ser>
        <c:ser>
          <c:idx val="5"/>
          <c:order val="5"/>
          <c:tx>
            <c:v>two-hit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218</c:v>
              </c:pt>
              <c:pt idx="3">
                <c:v>314.4</c:v>
              </c:pt>
              <c:pt idx="4">
                <c:v>466.1</c:v>
              </c:pt>
              <c:pt idx="5">
                <c:v>658.5</c:v>
              </c:pt>
              <c:pt idx="6">
                <c:v>956.1</c:v>
              </c:pt>
              <c:pt idx="7">
                <c:v>1364.4</c:v>
              </c:pt>
              <c:pt idx="8">
                <c:v>1941.4</c:v>
              </c:pt>
              <c:pt idx="9">
                <c:v>2801.4</c:v>
              </c:pt>
              <c:pt idx="10">
                <c:v>4065.2000000000003</c:v>
              </c:pt>
              <c:pt idx="11">
                <c:v>5887.6</c:v>
              </c:pt>
              <c:pt idx="12">
                <c:v>8551.2</c:v>
              </c:pt>
              <c:pt idx="13">
                <c:v>12328.5</c:v>
              </c:pt>
              <c:pt idx="14">
                <c:v>18059</c:v>
              </c:pt>
              <c:pt idx="15">
                <c:v>26616.6</c:v>
              </c:pt>
              <c:pt idx="16">
                <c:v>39331</c:v>
              </c:pt>
              <c:pt idx="17">
                <c:v>58193.700000000004</c:v>
              </c:pt>
              <c:pt idx="18">
                <c:v>86805.3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6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one-hit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-2</c:v>
              </c:pt>
              <c:pt idx="1">
                <c:v>-2</c:v>
              </c:pt>
              <c:pt idx="2">
                <c:v>-0.031711375136247395</c:v>
              </c:pt>
              <c:pt idx="3">
                <c:v>0.1732209844022645</c:v>
              </c:pt>
              <c:pt idx="4">
                <c:v>0.33560159517360155</c:v>
              </c:pt>
              <c:pt idx="5">
                <c:v>0.41759012821002256</c:v>
              </c:pt>
              <c:pt idx="6">
                <c:v>0.5166123821208795</c:v>
              </c:pt>
              <c:pt idx="7">
                <c:v>0.6286963575783553</c:v>
              </c:pt>
              <c:pt idx="8">
                <c:v>0.7502415151517066</c:v>
              </c:pt>
              <c:pt idx="9">
                <c:v>0.8390228749386778</c:v>
              </c:pt>
              <c:pt idx="10">
                <c:v>0.9223013274512127</c:v>
              </c:pt>
              <c:pt idx="11">
                <c:v>0.9990393191627809</c:v>
              </c:pt>
              <c:pt idx="12">
                <c:v>1.0727993789753105</c:v>
              </c:pt>
              <c:pt idx="13">
                <c:v>1.147547213990546</c:v>
              </c:pt>
              <c:pt idx="14">
                <c:v>1.2161487759422436</c:v>
              </c:pt>
              <c:pt idx="15">
                <c:v>1.2780457068039561</c:v>
              </c:pt>
              <c:pt idx="16">
                <c:v>1.335679326884064</c:v>
              </c:pt>
              <c:pt idx="17">
                <c:v>1.3902233771529904</c:v>
              </c:pt>
              <c:pt idx="18">
                <c:v>1.4455124679056475</c:v>
              </c:pt>
            </c:numLit>
          </c:val>
          <c:smooth val="0"/>
        </c:ser>
        <c:ser>
          <c:idx val="1"/>
          <c:order val="1"/>
          <c:tx>
            <c:v>two-hit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-2</c:v>
              </c:pt>
              <c:pt idx="4">
                <c:v>-2</c:v>
              </c:pt>
              <c:pt idx="5">
                <c:v>-2</c:v>
              </c:pt>
              <c:pt idx="6">
                <c:v>-2</c:v>
              </c:pt>
              <c:pt idx="7">
                <c:v>-2</c:v>
              </c:pt>
              <c:pt idx="8">
                <c:v>-2</c:v>
              </c:pt>
              <c:pt idx="9">
                <c:v>-2</c:v>
              </c:pt>
              <c:pt idx="10">
                <c:v>-2</c:v>
              </c:pt>
              <c:pt idx="11">
                <c:v>-2</c:v>
              </c:pt>
              <c:pt idx="12">
                <c:v>-1.6586779561525875</c:v>
              </c:pt>
              <c:pt idx="13">
                <c:v>-1.5636298228168868</c:v>
              </c:pt>
              <c:pt idx="14">
                <c:v>-1.481466038068009</c:v>
              </c:pt>
              <c:pt idx="15">
                <c:v>-1.4050345730007565</c:v>
              </c:pt>
              <c:pt idx="16">
                <c:v>-1.2923144127261734</c:v>
              </c:pt>
              <c:pt idx="17">
                <c:v>-1.1827160548766085</c:v>
              </c:pt>
              <c:pt idx="18">
                <c:v>-1.0929716522097106</c:v>
              </c:pt>
            </c:numLit>
          </c:val>
          <c:smooth val="0"/>
        </c:ser>
        <c:ser>
          <c:idx val="2"/>
          <c:order val="2"/>
          <c:tx>
            <c:v>無 TSG 優勢 中位</c:v>
          </c:tx>
          <c:spPr>
            <a:solidFill xmlns:a="http://schemas.openxmlformats.org/drawingml/2006/main">
              <a:srgbClr val="657580"/>
            </a:solidFill>
            <a:ln xmlns:a="http://schemas.openxmlformats.org/drawingml/2006/main" w="12383">
              <a:solidFill>
                <a:srgbClr val="65758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-2</c:v>
              </c:pt>
              <c:pt idx="4">
                <c:v>-2</c:v>
              </c:pt>
              <c:pt idx="5">
                <c:v>-2</c:v>
              </c:pt>
              <c:pt idx="6">
                <c:v>-2</c:v>
              </c:pt>
              <c:pt idx="7">
                <c:v>-2</c:v>
              </c:pt>
              <c:pt idx="8">
                <c:v>-2</c:v>
              </c:pt>
              <c:pt idx="9">
                <c:v>-2</c:v>
              </c:pt>
              <c:pt idx="10">
                <c:v>-2</c:v>
              </c:pt>
              <c:pt idx="11">
                <c:v>-2</c:v>
              </c:pt>
              <c:pt idx="12">
                <c:v>-1.6636509972147977</c:v>
              </c:pt>
              <c:pt idx="13">
                <c:v>-1.5766605473773174</c:v>
              </c:pt>
              <c:pt idx="14">
                <c:v>-1.497407366554121</c:v>
              </c:pt>
              <c:pt idx="15">
                <c:v>-1.4318497281470088</c:v>
              </c:pt>
              <c:pt idx="16">
                <c:v>-1.3687749468717054</c:v>
              </c:pt>
              <c:pt idx="17">
                <c:v>-1.2834102173466093</c:v>
              </c:pt>
              <c:pt idx="18">
                <c:v>-1.2138482265760846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log₁₀(TSG 達標 %+0.01)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No TSG advantage</c:v>
          </c:tx>
          <c:spPr>
            <a:solidFill xmlns:a="http://schemas.openxmlformats.org/drawingml/2006/main">
              <a:srgbClr val="657580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-0.07500000000000001</c:v>
              </c:pt>
              <c:pt idx="1">
                <c:v>-0.05</c:v>
              </c:pt>
              <c:pt idx="2">
                <c:v>-0.025</c:v>
              </c:pt>
              <c:pt idx="3">
                <c:v>0</c:v>
              </c:pt>
              <c:pt idx="4">
                <c:v>0.025</c:v>
              </c:pt>
              <c:pt idx="5">
                <c:v>0.05</c:v>
              </c:pt>
              <c:pt idx="6">
                <c:v>0.07500000000000001</c:v>
              </c:pt>
              <c:pt idx="7">
                <c:v>-0.07500000000000001</c:v>
              </c:pt>
              <c:pt idx="8">
                <c:v>-0.05</c:v>
              </c:pt>
              <c:pt idx="9">
                <c:v>-0.025</c:v>
              </c:pt>
              <c:pt idx="10">
                <c:v>0</c:v>
              </c:pt>
              <c:pt idx="11">
                <c:v>0.025</c:v>
              </c:pt>
              <c:pt idx="12">
                <c:v>0.05</c:v>
              </c:pt>
              <c:pt idx="13">
                <c:v>0.07500000000000001</c:v>
              </c:pt>
              <c:pt idx="14">
                <c:v>-0.07500000000000001</c:v>
              </c:pt>
              <c:pt idx="15">
                <c:v>-0.05</c:v>
              </c:pt>
              <c:pt idx="16">
                <c:v>-0.025</c:v>
              </c:pt>
              <c:pt idx="17">
                <c:v>0</c:v>
              </c:pt>
              <c:pt idx="18">
                <c:v>0.025</c:v>
              </c:pt>
              <c:pt idx="19">
                <c:v>0.05</c:v>
              </c:pt>
              <c:pt idx="20">
                <c:v>0.07500000000000001</c:v>
              </c:pt>
              <c:pt idx="21">
                <c:v>-0.07500000000000001</c:v>
              </c:pt>
              <c:pt idx="22">
                <c:v>-0.05</c:v>
              </c:pt>
              <c:pt idx="23">
                <c:v>-0.025</c:v>
              </c:pt>
              <c:pt idx="24">
                <c:v>0</c:v>
              </c:pt>
              <c:pt idx="25">
                <c:v>0.025</c:v>
              </c:pt>
              <c:pt idx="26">
                <c:v>0.05</c:v>
              </c:pt>
              <c:pt idx="27">
                <c:v>0.07500000000000001</c:v>
              </c:pt>
              <c:pt idx="28">
                <c:v>-0.07500000000000001</c:v>
              </c:pt>
              <c:pt idx="29">
                <c:v>-0.05</c:v>
              </c:pt>
            </c:numLit>
          </c:xVal>
          <c:yVal>
            <c:numLit>
              <c:formatCode>#,##0</c:formatCode>
              <c:ptCount val="30"/>
              <c:pt idx="0">
                <c:v>62100</c:v>
              </c:pt>
              <c:pt idx="1">
                <c:v>76829</c:v>
              </c:pt>
              <c:pt idx="2">
                <c:v>79380</c:v>
              </c:pt>
              <c:pt idx="3">
                <c:v>80957</c:v>
              </c:pt>
              <c:pt idx="4">
                <c:v>75550</c:v>
              </c:pt>
              <c:pt idx="5">
                <c:v>70281</c:v>
              </c:pt>
              <c:pt idx="6">
                <c:v>66502</c:v>
              </c:pt>
              <c:pt idx="7">
                <c:v>82305</c:v>
              </c:pt>
              <c:pt idx="8">
                <c:v>108287</c:v>
              </c:pt>
              <c:pt idx="9">
                <c:v>97799</c:v>
              </c:pt>
              <c:pt idx="10">
                <c:v>56777</c:v>
              </c:pt>
              <c:pt idx="11">
                <c:v>74539</c:v>
              </c:pt>
              <c:pt idx="12">
                <c:v>63520</c:v>
              </c:pt>
              <c:pt idx="13">
                <c:v>86267</c:v>
              </c:pt>
              <c:pt idx="14">
                <c:v>92388</c:v>
              </c:pt>
              <c:pt idx="15">
                <c:v>69347</c:v>
              </c:pt>
              <c:pt idx="16">
                <c:v>76062</c:v>
              </c:pt>
              <c:pt idx="17">
                <c:v>79721</c:v>
              </c:pt>
              <c:pt idx="18">
                <c:v>79798</c:v>
              </c:pt>
              <c:pt idx="19">
                <c:v>71402</c:v>
              </c:pt>
              <c:pt idx="20">
                <c:v>91876</c:v>
              </c:pt>
              <c:pt idx="21">
                <c:v>66072</c:v>
              </c:pt>
              <c:pt idx="22">
                <c:v>86133</c:v>
              </c:pt>
              <c:pt idx="23">
                <c:v>80694</c:v>
              </c:pt>
              <c:pt idx="24">
                <c:v>69718</c:v>
              </c:pt>
              <c:pt idx="25">
                <c:v>79899</c:v>
              </c:pt>
              <c:pt idx="26">
                <c:v>74713</c:v>
              </c:pt>
              <c:pt idx="27">
                <c:v>86922</c:v>
              </c:pt>
              <c:pt idx="28">
                <c:v>70576</c:v>
              </c:pt>
              <c:pt idx="29">
                <c:v>57357</c:v>
              </c:pt>
            </c:numLit>
          </c:yVal>
        </c:ser>
        <c:ser>
          <c:idx val="1"/>
          <c:order val="1"/>
          <c:tx>
            <c:v>TSG one-hit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0.925</c:v>
              </c:pt>
              <c:pt idx="1">
                <c:v>0.95</c:v>
              </c:pt>
              <c:pt idx="2">
                <c:v>0.975</c:v>
              </c:pt>
              <c:pt idx="3">
                <c:v>1</c:v>
              </c:pt>
              <c:pt idx="4">
                <c:v>1.025</c:v>
              </c:pt>
              <c:pt idx="5">
                <c:v>1.05</c:v>
              </c:pt>
              <c:pt idx="6">
                <c:v>1.075</c:v>
              </c:pt>
              <c:pt idx="7">
                <c:v>0.925</c:v>
              </c:pt>
              <c:pt idx="8">
                <c:v>0.95</c:v>
              </c:pt>
              <c:pt idx="9">
                <c:v>0.975</c:v>
              </c:pt>
              <c:pt idx="10">
                <c:v>1</c:v>
              </c:pt>
              <c:pt idx="11">
                <c:v>1.025</c:v>
              </c:pt>
              <c:pt idx="12">
                <c:v>1.05</c:v>
              </c:pt>
              <c:pt idx="13">
                <c:v>1.075</c:v>
              </c:pt>
              <c:pt idx="14">
                <c:v>0.925</c:v>
              </c:pt>
              <c:pt idx="15">
                <c:v>0.95</c:v>
              </c:pt>
              <c:pt idx="16">
                <c:v>0.975</c:v>
              </c:pt>
              <c:pt idx="17">
                <c:v>1</c:v>
              </c:pt>
              <c:pt idx="18">
                <c:v>1.025</c:v>
              </c:pt>
              <c:pt idx="19">
                <c:v>1.05</c:v>
              </c:pt>
              <c:pt idx="20">
                <c:v>1.075</c:v>
              </c:pt>
              <c:pt idx="21">
                <c:v>0.925</c:v>
              </c:pt>
              <c:pt idx="22">
                <c:v>0.95</c:v>
              </c:pt>
              <c:pt idx="23">
                <c:v>0.975</c:v>
              </c:pt>
              <c:pt idx="24">
                <c:v>1</c:v>
              </c:pt>
              <c:pt idx="25">
                <c:v>1.025</c:v>
              </c:pt>
              <c:pt idx="26">
                <c:v>1.05</c:v>
              </c:pt>
              <c:pt idx="27">
                <c:v>1.075</c:v>
              </c:pt>
              <c:pt idx="28">
                <c:v>0.925</c:v>
              </c:pt>
              <c:pt idx="29">
                <c:v>0.95</c:v>
              </c:pt>
            </c:numLit>
          </c:xVal>
          <c:yVal>
            <c:numLit>
              <c:formatCode>#,##0</c:formatCode>
              <c:ptCount val="30"/>
              <c:pt idx="0">
                <c:v>81413</c:v>
              </c:pt>
              <c:pt idx="1">
                <c:v>103594</c:v>
              </c:pt>
              <c:pt idx="2">
                <c:v>80781</c:v>
              </c:pt>
              <c:pt idx="3">
                <c:v>82979</c:v>
              </c:pt>
              <c:pt idx="4">
                <c:v>92501</c:v>
              </c:pt>
              <c:pt idx="5">
                <c:v>102714</c:v>
              </c:pt>
              <c:pt idx="6">
                <c:v>82275</c:v>
              </c:pt>
              <c:pt idx="7">
                <c:v>110529</c:v>
              </c:pt>
              <c:pt idx="8">
                <c:v>87142</c:v>
              </c:pt>
              <c:pt idx="9">
                <c:v>92149</c:v>
              </c:pt>
              <c:pt idx="10">
                <c:v>78930</c:v>
              </c:pt>
              <c:pt idx="11">
                <c:v>79794</c:v>
              </c:pt>
              <c:pt idx="12">
                <c:v>90782</c:v>
              </c:pt>
              <c:pt idx="13">
                <c:v>120934</c:v>
              </c:pt>
              <c:pt idx="14">
                <c:v>157239</c:v>
              </c:pt>
              <c:pt idx="15">
                <c:v>100138</c:v>
              </c:pt>
              <c:pt idx="16">
                <c:v>93307</c:v>
              </c:pt>
              <c:pt idx="17">
                <c:v>113742</c:v>
              </c:pt>
              <c:pt idx="18">
                <c:v>82988</c:v>
              </c:pt>
              <c:pt idx="19">
                <c:v>84122</c:v>
              </c:pt>
              <c:pt idx="20">
                <c:v>139291</c:v>
              </c:pt>
              <c:pt idx="21">
                <c:v>91668</c:v>
              </c:pt>
              <c:pt idx="22">
                <c:v>112387</c:v>
              </c:pt>
              <c:pt idx="23">
                <c:v>105883</c:v>
              </c:pt>
              <c:pt idx="24">
                <c:v>95928</c:v>
              </c:pt>
              <c:pt idx="25">
                <c:v>82810</c:v>
              </c:pt>
              <c:pt idx="26">
                <c:v>107366</c:v>
              </c:pt>
              <c:pt idx="27">
                <c:v>127288</c:v>
              </c:pt>
              <c:pt idx="28">
                <c:v>98867</c:v>
              </c:pt>
              <c:pt idx="29">
                <c:v>110972</c:v>
              </c:pt>
            </c:numLit>
          </c:yVal>
        </c:ser>
        <c:ser>
          <c:idx val="2"/>
          <c:order val="2"/>
          <c:tx>
            <c:v>TSG two-hit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1.925</c:v>
              </c:pt>
              <c:pt idx="1">
                <c:v>1.95</c:v>
              </c:pt>
              <c:pt idx="2">
                <c:v>1.975</c:v>
              </c:pt>
              <c:pt idx="3">
                <c:v>2</c:v>
              </c:pt>
              <c:pt idx="4">
                <c:v>2.025</c:v>
              </c:pt>
              <c:pt idx="5">
                <c:v>2.05</c:v>
              </c:pt>
              <c:pt idx="6">
                <c:v>2.075</c:v>
              </c:pt>
              <c:pt idx="7">
                <c:v>1.925</c:v>
              </c:pt>
              <c:pt idx="8">
                <c:v>1.95</c:v>
              </c:pt>
              <c:pt idx="9">
                <c:v>1.975</c:v>
              </c:pt>
              <c:pt idx="10">
                <c:v>2</c:v>
              </c:pt>
              <c:pt idx="11">
                <c:v>2.025</c:v>
              </c:pt>
              <c:pt idx="12">
                <c:v>2.05</c:v>
              </c:pt>
              <c:pt idx="13">
                <c:v>2.075</c:v>
              </c:pt>
              <c:pt idx="14">
                <c:v>1.925</c:v>
              </c:pt>
              <c:pt idx="15">
                <c:v>1.95</c:v>
              </c:pt>
              <c:pt idx="16">
                <c:v>1.975</c:v>
              </c:pt>
              <c:pt idx="17">
                <c:v>2</c:v>
              </c:pt>
              <c:pt idx="18">
                <c:v>2.025</c:v>
              </c:pt>
              <c:pt idx="19">
                <c:v>2.05</c:v>
              </c:pt>
              <c:pt idx="20">
                <c:v>2.075</c:v>
              </c:pt>
              <c:pt idx="21">
                <c:v>1.925</c:v>
              </c:pt>
              <c:pt idx="22">
                <c:v>1.95</c:v>
              </c:pt>
              <c:pt idx="23">
                <c:v>1.975</c:v>
              </c:pt>
              <c:pt idx="24">
                <c:v>2</c:v>
              </c:pt>
              <c:pt idx="25">
                <c:v>2.025</c:v>
              </c:pt>
              <c:pt idx="26">
                <c:v>2.05</c:v>
              </c:pt>
              <c:pt idx="27">
                <c:v>2.075</c:v>
              </c:pt>
              <c:pt idx="28">
                <c:v>1.925</c:v>
              </c:pt>
              <c:pt idx="29">
                <c:v>1.95</c:v>
              </c:pt>
            </c:numLit>
          </c:xVal>
          <c:yVal>
            <c:numLit>
              <c:formatCode>#,##0</c:formatCode>
              <c:ptCount val="30"/>
              <c:pt idx="0">
                <c:v>86767</c:v>
              </c:pt>
              <c:pt idx="1">
                <c:v>87150</c:v>
              </c:pt>
              <c:pt idx="2">
                <c:v>73455</c:v>
              </c:pt>
              <c:pt idx="3">
                <c:v>64576</c:v>
              </c:pt>
              <c:pt idx="4">
                <c:v>75910</c:v>
              </c:pt>
              <c:pt idx="5">
                <c:v>102187</c:v>
              </c:pt>
              <c:pt idx="6">
                <c:v>83966</c:v>
              </c:pt>
              <c:pt idx="7">
                <c:v>77470</c:v>
              </c:pt>
              <c:pt idx="8">
                <c:v>64446</c:v>
              </c:pt>
              <c:pt idx="9">
                <c:v>84209</c:v>
              </c:pt>
              <c:pt idx="10">
                <c:v>67685</c:v>
              </c:pt>
              <c:pt idx="11">
                <c:v>86435</c:v>
              </c:pt>
              <c:pt idx="12">
                <c:v>59993</c:v>
              </c:pt>
              <c:pt idx="13">
                <c:v>66965</c:v>
              </c:pt>
              <c:pt idx="14">
                <c:v>77786</c:v>
              </c:pt>
              <c:pt idx="15">
                <c:v>59910</c:v>
              </c:pt>
              <c:pt idx="16">
                <c:v>56430</c:v>
              </c:pt>
              <c:pt idx="17">
                <c:v>64725</c:v>
              </c:pt>
              <c:pt idx="18">
                <c:v>57284</c:v>
              </c:pt>
              <c:pt idx="19">
                <c:v>74303</c:v>
              </c:pt>
              <c:pt idx="20">
                <c:v>89595</c:v>
              </c:pt>
              <c:pt idx="21">
                <c:v>73184</c:v>
              </c:pt>
              <c:pt idx="22">
                <c:v>74773</c:v>
              </c:pt>
              <c:pt idx="23">
                <c:v>77732</c:v>
              </c:pt>
              <c:pt idx="24">
                <c:v>67734</c:v>
              </c:pt>
              <c:pt idx="25">
                <c:v>73125</c:v>
              </c:pt>
              <c:pt idx="26">
                <c:v>84828</c:v>
              </c:pt>
              <c:pt idx="27">
                <c:v>74838</c:v>
              </c:pt>
              <c:pt idx="28">
                <c:v>58015</c:v>
              </c:pt>
              <c:pt idx="29">
                <c:v>72986</c:v>
              </c:pt>
            </c:numLit>
          </c:yVal>
        </c:ser>
        <c:ser>
          <c:idx val="3"/>
          <c:order val="3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1</c:v>
              </c:pt>
              <c:pt idx="2">
                <c:v>2</c:v>
              </c:pt>
            </c:numLit>
          </c:xVal>
          <c:yVal>
            <c:numLit>
              <c:formatCode>#,##0</c:formatCode>
              <c:ptCount val="3"/>
              <c:pt idx="0">
                <c:v>76445.5</c:v>
              </c:pt>
              <c:pt idx="1">
                <c:v>94617.5</c:v>
              </c:pt>
              <c:pt idx="2">
                <c:v>73879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第 18 代細胞數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2.2"/>
          <c:min val="-0.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條件編號：對照上方圖例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共享死亡降低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cat>
          <c:val>
            <c:numLit>
              <c:formatCode>#,##0</c:formatCode>
              <c:ptCount val="21"/>
              <c:pt idx="0">
                <c:v>0</c:v>
              </c:pt>
              <c:pt idx="1">
                <c:v>1.2</c:v>
              </c:pt>
              <c:pt idx="2">
                <c:v>2</c:v>
              </c:pt>
              <c:pt idx="3">
                <c:v>2.571428571428571</c:v>
              </c:pt>
              <c:pt idx="4">
                <c:v>3</c:v>
              </c:pt>
              <c:pt idx="5">
                <c:v>3.333333333333334</c:v>
              </c:pt>
              <c:pt idx="6">
                <c:v>3.5999999999999996</c:v>
              </c:pt>
              <c:pt idx="7">
                <c:v>3.818181818181818</c:v>
              </c:pt>
              <c:pt idx="8">
                <c:v>4</c:v>
              </c:pt>
              <c:pt idx="9">
                <c:v>4.153846153846154</c:v>
              </c:pt>
              <c:pt idx="10">
                <c:v>4.285714285714286</c:v>
              </c:pt>
              <c:pt idx="11">
                <c:v>4.4</c:v>
              </c:pt>
              <c:pt idx="12">
                <c:v>4.5</c:v>
              </c:pt>
              <c:pt idx="13">
                <c:v>4.588235294117647</c:v>
              </c:pt>
              <c:pt idx="14">
                <c:v>4.666666666666667</c:v>
              </c:pt>
              <c:pt idx="15">
                <c:v>4.7368421052631575</c:v>
              </c:pt>
              <c:pt idx="16">
                <c:v>4.8</c:v>
              </c:pt>
              <c:pt idx="17">
                <c:v>4.857142857142857</c:v>
              </c:pt>
              <c:pt idx="18">
                <c:v>4.909090909090909</c:v>
              </c:pt>
              <c:pt idx="19">
                <c:v>4.9565217391304355</c:v>
              </c:pt>
              <c:pt idx="20">
                <c:v>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IL11⁺ 生產者比例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死亡率降低 (百分點)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OFF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134.9</c:v>
              </c:pt>
              <c:pt idx="2">
                <c:v>191.6</c:v>
              </c:pt>
              <c:pt idx="3">
                <c:v>265.4</c:v>
              </c:pt>
              <c:pt idx="4">
                <c:v>376</c:v>
              </c:pt>
              <c:pt idx="5">
                <c:v>537.7</c:v>
              </c:pt>
              <c:pt idx="6">
                <c:v>748.7</c:v>
              </c:pt>
              <c:pt idx="7">
                <c:v>1105.3</c:v>
              </c:pt>
              <c:pt idx="8">
                <c:v>1576.9</c:v>
              </c:pt>
              <c:pt idx="9">
                <c:v>2254.3</c:v>
              </c:pt>
              <c:pt idx="10">
                <c:v>3185.4</c:v>
              </c:pt>
              <c:pt idx="11">
                <c:v>4623.6</c:v>
              </c:pt>
              <c:pt idx="12">
                <c:v>6591</c:v>
              </c:pt>
              <c:pt idx="13">
                <c:v>9501.3</c:v>
              </c:pt>
              <c:pt idx="14">
                <c:v>13846.6</c:v>
              </c:pt>
              <c:pt idx="15">
                <c:v>19974.5</c:v>
              </c:pt>
              <c:pt idx="16">
                <c:v>29159.3</c:v>
              </c:pt>
              <c:pt idx="17">
                <c:v>42647.3</c:v>
              </c:pt>
              <c:pt idx="18">
                <c:v>62907.3</c:v>
              </c:pt>
            </c:numLit>
          </c:val>
          <c:smooth val="0"/>
        </c:ser>
        <c:ser>
          <c:idx val="1"/>
          <c:order val="1"/>
          <c:tx>
            <c:v>OFF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143.5</c:v>
              </c:pt>
              <c:pt idx="2">
                <c:v>207.5</c:v>
              </c:pt>
              <c:pt idx="3">
                <c:v>288.5</c:v>
              </c:pt>
              <c:pt idx="4">
                <c:v>419</c:v>
              </c:pt>
              <c:pt idx="5">
                <c:v>584.5</c:v>
              </c:pt>
              <c:pt idx="6">
                <c:v>835</c:v>
              </c:pt>
              <c:pt idx="7">
                <c:v>1201.5</c:v>
              </c:pt>
              <c:pt idx="8">
                <c:v>1730.5</c:v>
              </c:pt>
              <c:pt idx="9">
                <c:v>2511</c:v>
              </c:pt>
              <c:pt idx="10">
                <c:v>3581.5</c:v>
              </c:pt>
              <c:pt idx="11">
                <c:v>5179.5</c:v>
              </c:pt>
              <c:pt idx="12">
                <c:v>7492.5</c:v>
              </c:pt>
              <c:pt idx="13">
                <c:v>10769.5</c:v>
              </c:pt>
              <c:pt idx="14">
                <c:v>15794.5</c:v>
              </c:pt>
              <c:pt idx="15">
                <c:v>23170</c:v>
              </c:pt>
              <c:pt idx="16">
                <c:v>34006.5</c:v>
              </c:pt>
              <c:pt idx="17">
                <c:v>49479</c:v>
              </c:pt>
              <c:pt idx="18">
                <c:v>72455.5</c:v>
              </c:pt>
            </c:numLit>
          </c:val>
          <c:smooth val="0"/>
        </c:ser>
        <c:ser>
          <c:idx val="2"/>
          <c:order val="2"/>
          <c:tx>
            <c:v>OFF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234.3</c:v>
              </c:pt>
              <c:pt idx="3">
                <c:v>334.20000000000005</c:v>
              </c:pt>
              <c:pt idx="4">
                <c:v>472.70000000000005</c:v>
              </c:pt>
              <c:pt idx="5">
                <c:v>711.7</c:v>
              </c:pt>
              <c:pt idx="6">
                <c:v>1034.4</c:v>
              </c:pt>
              <c:pt idx="7">
                <c:v>1483.8</c:v>
              </c:pt>
              <c:pt idx="8">
                <c:v>2129.7000000000003</c:v>
              </c:pt>
              <c:pt idx="9">
                <c:v>3048.8</c:v>
              </c:pt>
              <c:pt idx="10">
                <c:v>4479.900000000001</c:v>
              </c:pt>
              <c:pt idx="11">
                <c:v>6601.5</c:v>
              </c:pt>
              <c:pt idx="12">
                <c:v>9699.3</c:v>
              </c:pt>
              <c:pt idx="13">
                <c:v>14067.2</c:v>
              </c:pt>
              <c:pt idx="14">
                <c:v>20237.4</c:v>
              </c:pt>
              <c:pt idx="15">
                <c:v>29390</c:v>
              </c:pt>
              <c:pt idx="16">
                <c:v>42937.4</c:v>
              </c:pt>
              <c:pt idx="17">
                <c:v>63182.3</c:v>
              </c:pt>
              <c:pt idx="18">
                <c:v>97037.40000000001</c:v>
              </c:pt>
            </c:numLit>
          </c:val>
          <c:smooth val="0"/>
        </c:ser>
        <c:ser>
          <c:idx val="3"/>
          <c:order val="3"/>
          <c:tx>
            <c:v>ON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134.9</c:v>
              </c:pt>
              <c:pt idx="2">
                <c:v>191.6</c:v>
              </c:pt>
              <c:pt idx="3">
                <c:v>268.7</c:v>
              </c:pt>
              <c:pt idx="4">
                <c:v>377</c:v>
              </c:pt>
              <c:pt idx="5">
                <c:v>539</c:v>
              </c:pt>
              <c:pt idx="6">
                <c:v>799</c:v>
              </c:pt>
              <c:pt idx="7">
                <c:v>1166.5</c:v>
              </c:pt>
              <c:pt idx="8">
                <c:v>1688.1000000000001</c:v>
              </c:pt>
              <c:pt idx="9">
                <c:v>2478.1</c:v>
              </c:pt>
              <c:pt idx="10">
                <c:v>3629.8</c:v>
              </c:pt>
              <c:pt idx="11">
                <c:v>5284.5</c:v>
              </c:pt>
              <c:pt idx="12">
                <c:v>7810</c:v>
              </c:pt>
              <c:pt idx="13">
                <c:v>11493.1</c:v>
              </c:pt>
              <c:pt idx="14">
                <c:v>17143.6</c:v>
              </c:pt>
              <c:pt idx="15">
                <c:v>25173.7</c:v>
              </c:pt>
              <c:pt idx="16">
                <c:v>37266.3</c:v>
              </c:pt>
              <c:pt idx="17">
                <c:v>55748.1</c:v>
              </c:pt>
              <c:pt idx="18">
                <c:v>83885.40000000001</c:v>
              </c:pt>
            </c:numLit>
          </c:val>
          <c:smooth val="0"/>
        </c:ser>
        <c:ser>
          <c:idx val="4"/>
          <c:order val="4"/>
          <c:tx>
            <c:v>ON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143.5</c:v>
              </c:pt>
              <c:pt idx="2">
                <c:v>207.5</c:v>
              </c:pt>
              <c:pt idx="3">
                <c:v>294</c:v>
              </c:pt>
              <c:pt idx="4">
                <c:v>442.5</c:v>
              </c:pt>
              <c:pt idx="5">
                <c:v>637.5</c:v>
              </c:pt>
              <c:pt idx="6">
                <c:v>932</c:v>
              </c:pt>
              <c:pt idx="7">
                <c:v>1359</c:v>
              </c:pt>
              <c:pt idx="8">
                <c:v>1990.5</c:v>
              </c:pt>
              <c:pt idx="9">
                <c:v>2979</c:v>
              </c:pt>
              <c:pt idx="10">
                <c:v>4372.5</c:v>
              </c:pt>
              <c:pt idx="11">
                <c:v>6525.5</c:v>
              </c:pt>
              <c:pt idx="12">
                <c:v>9641.5</c:v>
              </c:pt>
              <c:pt idx="13">
                <c:v>14302.5</c:v>
              </c:pt>
              <c:pt idx="14">
                <c:v>21330.5</c:v>
              </c:pt>
              <c:pt idx="15">
                <c:v>32134.5</c:v>
              </c:pt>
              <c:pt idx="16">
                <c:v>48106</c:v>
              </c:pt>
              <c:pt idx="17">
                <c:v>72365.5</c:v>
              </c:pt>
              <c:pt idx="18">
                <c:v>110469.5</c:v>
              </c:pt>
            </c:numLit>
          </c:val>
          <c:smooth val="0"/>
        </c:ser>
        <c:ser>
          <c:idx val="5"/>
          <c:order val="5"/>
          <c:tx>
            <c:v>ON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234.3</c:v>
              </c:pt>
              <c:pt idx="3">
                <c:v>353.1</c:v>
              </c:pt>
              <c:pt idx="4">
                <c:v>514.1</c:v>
              </c:pt>
              <c:pt idx="5">
                <c:v>736.8</c:v>
              </c:pt>
              <c:pt idx="6">
                <c:v>1071.5</c:v>
              </c:pt>
              <c:pt idx="7">
                <c:v>1596.4</c:v>
              </c:pt>
              <c:pt idx="8">
                <c:v>2361.4</c:v>
              </c:pt>
              <c:pt idx="9">
                <c:v>3540.1</c:v>
              </c:pt>
              <c:pt idx="10">
                <c:v>5305.5</c:v>
              </c:pt>
              <c:pt idx="11">
                <c:v>7830.900000000001</c:v>
              </c:pt>
              <c:pt idx="12">
                <c:v>11773.7</c:v>
              </c:pt>
              <c:pt idx="13">
                <c:v>17851.6</c:v>
              </c:pt>
              <c:pt idx="14">
                <c:v>27025.9</c:v>
              </c:pt>
              <c:pt idx="15">
                <c:v>41417.3</c:v>
              </c:pt>
              <c:pt idx="16">
                <c:v>63852.100000000006</c:v>
              </c:pt>
              <c:pt idx="17">
                <c:v>98646.90000000001</c:v>
              </c:pt>
              <c:pt idx="18">
                <c:v>153289.30000000002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8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OFF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1"/>
          <c:order val="1"/>
          <c:tx>
            <c:v>OFF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2"/>
          <c:order val="2"/>
          <c:tx>
            <c:v>OFF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3"/>
          <c:order val="3"/>
          <c:tx>
            <c:v>ON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0.08315287358034826</c:v>
              </c:pt>
              <c:pt idx="8">
                <c:v>0.1839621764259781</c:v>
              </c:pt>
              <c:pt idx="9">
                <c:v>0.31306599715322736</c:v>
              </c:pt>
              <c:pt idx="10">
                <c:v>0.3424138369139368</c:v>
              </c:pt>
              <c:pt idx="11">
                <c:v>0.4849752048926135</c:v>
              </c:pt>
              <c:pt idx="12">
                <c:v>0.4814625790975933</c:v>
              </c:pt>
              <c:pt idx="13">
                <c:v>0.6116455492796693</c:v>
              </c:pt>
              <c:pt idx="14">
                <c:v>0.744482569653181</c:v>
              </c:pt>
              <c:pt idx="15">
                <c:v>0.8391446977552116</c:v>
              </c:pt>
              <c:pt idx="16">
                <c:v>0.9056646287583244</c:v>
              </c:pt>
              <c:pt idx="17">
                <c:v>0.9504783629431804</c:v>
              </c:pt>
              <c:pt idx="18">
                <c:v>1.0566642793789618</c:v>
              </c:pt>
            </c:numLit>
          </c:val>
          <c:smooth val="0"/>
        </c:ser>
        <c:ser>
          <c:idx val="4"/>
          <c:order val="4"/>
          <c:tx>
            <c:v>ON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0.1404494382022472</c:v>
              </c:pt>
              <c:pt idx="4">
                <c:v>0.4223114602179957</c:v>
              </c:pt>
              <c:pt idx="5">
                <c:v>0.5837243100864975</c:v>
              </c:pt>
              <c:pt idx="6">
                <c:v>0.5567728614592964</c:v>
              </c:pt>
              <c:pt idx="7">
                <c:v>0.6534008344833053</c:v>
              </c:pt>
              <c:pt idx="8">
                <c:v>0.6977386713557757</c:v>
              </c:pt>
              <c:pt idx="9">
                <c:v>0.785082189174056</c:v>
              </c:pt>
              <c:pt idx="10">
                <c:v>0.9409743821303281</c:v>
              </c:pt>
              <c:pt idx="11">
                <c:v>0.9948562724812884</c:v>
              </c:pt>
              <c:pt idx="12">
                <c:v>1.0764569789314453</c:v>
              </c:pt>
              <c:pt idx="13">
                <c:v>1.1673422563898512</c:v>
              </c:pt>
              <c:pt idx="14">
                <c:v>1.2495474348802278</c:v>
              </c:pt>
              <c:pt idx="15">
                <c:v>1.3600427137161235</c:v>
              </c:pt>
              <c:pt idx="16">
                <c:v>1.4451565132630977</c:v>
              </c:pt>
              <c:pt idx="17">
                <c:v>1.5227290790474535</c:v>
              </c:pt>
              <c:pt idx="18">
                <c:v>1.603019646699818</c:v>
              </c:pt>
            </c:numLit>
          </c:val>
          <c:smooth val="0"/>
        </c:ser>
        <c:ser>
          <c:idx val="5"/>
          <c:order val="5"/>
          <c:tx>
            <c:v>ON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0.580692167577414</c:v>
              </c:pt>
              <c:pt idx="3">
                <c:v>0.9328100470957615</c:v>
              </c:pt>
              <c:pt idx="4">
                <c:v>0.9549747419283994</c:v>
              </c:pt>
              <c:pt idx="5">
                <c:v>1.3499989474348988</c:v>
              </c:pt>
              <c:pt idx="6">
                <c:v>1.4675299420034549</c:v>
              </c:pt>
              <c:pt idx="7">
                <c:v>1.4085537577999894</c:v>
              </c:pt>
              <c:pt idx="8">
                <c:v>1.4165799062988031</c:v>
              </c:pt>
              <c:pt idx="9">
                <c:v>1.5577107878262706</c:v>
              </c:pt>
              <c:pt idx="10">
                <c:v>1.6497793468667257</c:v>
              </c:pt>
              <c:pt idx="11">
                <c:v>1.7675494743495375</c:v>
              </c:pt>
              <c:pt idx="12">
                <c:v>1.8393328121040398</c:v>
              </c:pt>
              <c:pt idx="13">
                <c:v>1.9936987310957839</c:v>
              </c:pt>
              <c:pt idx="14">
                <c:v>2.1302813867373427</c:v>
              </c:pt>
              <c:pt idx="15">
                <c:v>2.1257808724402993</c:v>
              </c:pt>
              <c:pt idx="16">
                <c:v>2.200207850261611</c:v>
              </c:pt>
              <c:pt idx="17">
                <c:v>2.279019057027547</c:v>
              </c:pt>
              <c:pt idx="18">
                <c:v>2.3420910852690846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IL11 位點突變細胞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7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IL11 OFF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-0.07500000000000001</c:v>
              </c:pt>
              <c:pt idx="1">
                <c:v>-0.05</c:v>
              </c:pt>
              <c:pt idx="2">
                <c:v>-0.025</c:v>
              </c:pt>
              <c:pt idx="3">
                <c:v>0</c:v>
              </c:pt>
              <c:pt idx="4">
                <c:v>0.025</c:v>
              </c:pt>
              <c:pt idx="5">
                <c:v>0.05</c:v>
              </c:pt>
              <c:pt idx="6">
                <c:v>0.07500000000000001</c:v>
              </c:pt>
              <c:pt idx="7">
                <c:v>-0.07500000000000001</c:v>
              </c:pt>
              <c:pt idx="8">
                <c:v>-0.05</c:v>
              </c:pt>
              <c:pt idx="9">
                <c:v>-0.025</c:v>
              </c:pt>
              <c:pt idx="10">
                <c:v>0</c:v>
              </c:pt>
              <c:pt idx="11">
                <c:v>0.025</c:v>
              </c:pt>
              <c:pt idx="12">
                <c:v>0.05</c:v>
              </c:pt>
              <c:pt idx="13">
                <c:v>0.07500000000000001</c:v>
              </c:pt>
              <c:pt idx="14">
                <c:v>-0.07500000000000001</c:v>
              </c:pt>
              <c:pt idx="15">
                <c:v>-0.05</c:v>
              </c:pt>
              <c:pt idx="16">
                <c:v>-0.025</c:v>
              </c:pt>
              <c:pt idx="17">
                <c:v>0</c:v>
              </c:pt>
              <c:pt idx="18">
                <c:v>0.025</c:v>
              </c:pt>
              <c:pt idx="19">
                <c:v>0.05</c:v>
              </c:pt>
              <c:pt idx="20">
                <c:v>0.07500000000000001</c:v>
              </c:pt>
              <c:pt idx="21">
                <c:v>-0.07500000000000001</c:v>
              </c:pt>
              <c:pt idx="22">
                <c:v>-0.05</c:v>
              </c:pt>
              <c:pt idx="23">
                <c:v>-0.025</c:v>
              </c:pt>
              <c:pt idx="24">
                <c:v>0</c:v>
              </c:pt>
              <c:pt idx="25">
                <c:v>0.025</c:v>
              </c:pt>
              <c:pt idx="26">
                <c:v>0.05</c:v>
              </c:pt>
              <c:pt idx="27">
                <c:v>0.07500000000000001</c:v>
              </c:pt>
              <c:pt idx="28">
                <c:v>-0.07500000000000001</c:v>
              </c:pt>
              <c:pt idx="29">
                <c:v>-0.05</c:v>
              </c:pt>
            </c:numLit>
          </c:xVal>
          <c:yVal>
            <c:numLit>
              <c:formatCode>#,##0</c:formatCode>
              <c:ptCount val="30"/>
              <c:pt idx="0">
                <c:v>76526</c:v>
              </c:pt>
              <c:pt idx="1">
                <c:v>71046</c:v>
              </c:pt>
              <c:pt idx="2">
                <c:v>115271</c:v>
              </c:pt>
              <c:pt idx="3">
                <c:v>81833</c:v>
              </c:pt>
              <c:pt idx="4">
                <c:v>67380</c:v>
              </c:pt>
              <c:pt idx="5">
                <c:v>80378</c:v>
              </c:pt>
              <c:pt idx="6">
                <c:v>69263</c:v>
              </c:pt>
              <c:pt idx="7">
                <c:v>71474</c:v>
              </c:pt>
              <c:pt idx="8">
                <c:v>65730</c:v>
              </c:pt>
              <c:pt idx="9">
                <c:v>104108</c:v>
              </c:pt>
              <c:pt idx="10">
                <c:v>79728</c:v>
              </c:pt>
              <c:pt idx="11">
                <c:v>61821</c:v>
              </c:pt>
              <c:pt idx="12">
                <c:v>62550</c:v>
              </c:pt>
              <c:pt idx="13">
                <c:v>91123</c:v>
              </c:pt>
              <c:pt idx="14">
                <c:v>64231</c:v>
              </c:pt>
              <c:pt idx="15">
                <c:v>68296</c:v>
              </c:pt>
              <c:pt idx="16">
                <c:v>96826</c:v>
              </c:pt>
              <c:pt idx="17">
                <c:v>86126</c:v>
              </c:pt>
              <c:pt idx="18">
                <c:v>88169</c:v>
              </c:pt>
              <c:pt idx="19">
                <c:v>87314</c:v>
              </c:pt>
              <c:pt idx="20">
                <c:v>72758</c:v>
              </c:pt>
              <c:pt idx="21">
                <c:v>71352</c:v>
              </c:pt>
              <c:pt idx="22">
                <c:v>62947</c:v>
              </c:pt>
              <c:pt idx="23">
                <c:v>65789</c:v>
              </c:pt>
              <c:pt idx="24">
                <c:v>76487</c:v>
              </c:pt>
              <c:pt idx="25">
                <c:v>82823</c:v>
              </c:pt>
              <c:pt idx="26">
                <c:v>72153</c:v>
              </c:pt>
              <c:pt idx="27">
                <c:v>60217</c:v>
              </c:pt>
              <c:pt idx="28">
                <c:v>65187</c:v>
              </c:pt>
              <c:pt idx="29">
                <c:v>98940</c:v>
              </c:pt>
            </c:numLit>
          </c:yVal>
        </c:ser>
        <c:ser>
          <c:idx val="1"/>
          <c:order val="1"/>
          <c:tx>
            <c:v>IL11 ON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0.925</c:v>
              </c:pt>
              <c:pt idx="1">
                <c:v>0.95</c:v>
              </c:pt>
              <c:pt idx="2">
                <c:v>0.975</c:v>
              </c:pt>
              <c:pt idx="3">
                <c:v>1</c:v>
              </c:pt>
              <c:pt idx="4">
                <c:v>1.025</c:v>
              </c:pt>
              <c:pt idx="5">
                <c:v>1.05</c:v>
              </c:pt>
              <c:pt idx="6">
                <c:v>1.075</c:v>
              </c:pt>
              <c:pt idx="7">
                <c:v>0.925</c:v>
              </c:pt>
              <c:pt idx="8">
                <c:v>0.95</c:v>
              </c:pt>
              <c:pt idx="9">
                <c:v>0.975</c:v>
              </c:pt>
              <c:pt idx="10">
                <c:v>1</c:v>
              </c:pt>
              <c:pt idx="11">
                <c:v>1.025</c:v>
              </c:pt>
              <c:pt idx="12">
                <c:v>1.05</c:v>
              </c:pt>
              <c:pt idx="13">
                <c:v>1.075</c:v>
              </c:pt>
              <c:pt idx="14">
                <c:v>0.925</c:v>
              </c:pt>
              <c:pt idx="15">
                <c:v>0.95</c:v>
              </c:pt>
              <c:pt idx="16">
                <c:v>0.975</c:v>
              </c:pt>
              <c:pt idx="17">
                <c:v>1</c:v>
              </c:pt>
              <c:pt idx="18">
                <c:v>1.025</c:v>
              </c:pt>
              <c:pt idx="19">
                <c:v>1.05</c:v>
              </c:pt>
              <c:pt idx="20">
                <c:v>1.075</c:v>
              </c:pt>
              <c:pt idx="21">
                <c:v>0.925</c:v>
              </c:pt>
              <c:pt idx="22">
                <c:v>0.95</c:v>
              </c:pt>
              <c:pt idx="23">
                <c:v>0.975</c:v>
              </c:pt>
              <c:pt idx="24">
                <c:v>1</c:v>
              </c:pt>
              <c:pt idx="25">
                <c:v>1.025</c:v>
              </c:pt>
              <c:pt idx="26">
                <c:v>1.05</c:v>
              </c:pt>
              <c:pt idx="27">
                <c:v>1.075</c:v>
              </c:pt>
              <c:pt idx="28">
                <c:v>0.925</c:v>
              </c:pt>
              <c:pt idx="29">
                <c:v>0.95</c:v>
              </c:pt>
            </c:numLit>
          </c:xVal>
          <c:yVal>
            <c:numLit>
              <c:formatCode>#,##0</c:formatCode>
              <c:ptCount val="30"/>
              <c:pt idx="0">
                <c:v>110292</c:v>
              </c:pt>
              <c:pt idx="1">
                <c:v>102940</c:v>
              </c:pt>
              <c:pt idx="2">
                <c:v>146937</c:v>
              </c:pt>
              <c:pt idx="3">
                <c:v>109380</c:v>
              </c:pt>
              <c:pt idx="4">
                <c:v>88504</c:v>
              </c:pt>
              <c:pt idx="5">
                <c:v>125255</c:v>
              </c:pt>
              <c:pt idx="6">
                <c:v>78017</c:v>
              </c:pt>
              <c:pt idx="7">
                <c:v>157963</c:v>
              </c:pt>
              <c:pt idx="8">
                <c:v>126556</c:v>
              </c:pt>
              <c:pt idx="9">
                <c:v>140292</c:v>
              </c:pt>
              <c:pt idx="10">
                <c:v>139739</c:v>
              </c:pt>
              <c:pt idx="11">
                <c:v>79191</c:v>
              </c:pt>
              <c:pt idx="12">
                <c:v>77532</c:v>
              </c:pt>
              <c:pt idx="13">
                <c:v>129921</c:v>
              </c:pt>
              <c:pt idx="14">
                <c:v>113597</c:v>
              </c:pt>
              <c:pt idx="15">
                <c:v>107344</c:v>
              </c:pt>
              <c:pt idx="16">
                <c:v>175252</c:v>
              </c:pt>
              <c:pt idx="17">
                <c:v>100528</c:v>
              </c:pt>
              <c:pt idx="18">
                <c:v>166452</c:v>
              </c:pt>
              <c:pt idx="19">
                <c:v>140374</c:v>
              </c:pt>
              <c:pt idx="20">
                <c:v>133291</c:v>
              </c:pt>
              <c:pt idx="21">
                <c:v>108642</c:v>
              </c:pt>
              <c:pt idx="22">
                <c:v>90521</c:v>
              </c:pt>
              <c:pt idx="23">
                <c:v>110647</c:v>
              </c:pt>
              <c:pt idx="24">
                <c:v>107836</c:v>
              </c:pt>
              <c:pt idx="25">
                <c:v>114980</c:v>
              </c:pt>
              <c:pt idx="26">
                <c:v>84407</c:v>
              </c:pt>
              <c:pt idx="27">
                <c:v>92203</c:v>
              </c:pt>
              <c:pt idx="28">
                <c:v>101910</c:v>
              </c:pt>
              <c:pt idx="29">
                <c:v>152770</c:v>
              </c:pt>
            </c:numLit>
          </c:yVal>
        </c:ser>
        <c:ser>
          <c:idx val="2"/>
          <c:order val="2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xVal>
          <c:yVal>
            <c:numLit>
              <c:formatCode>#,##0</c:formatCode>
              <c:ptCount val="2"/>
              <c:pt idx="0">
                <c:v>72455.5</c:v>
              </c:pt>
              <c:pt idx="1">
                <c:v>110469.5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第 18 代細胞數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1.2"/>
          <c:min val="-0.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條件編號：對照上方圖例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8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d=0.2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0.194</c:v>
              </c:pt>
              <c:pt idx="1">
                <c:v>0.196</c:v>
              </c:pt>
              <c:pt idx="2">
                <c:v>0.198</c:v>
              </c:pt>
              <c:pt idx="3">
                <c:v>0.2</c:v>
              </c:pt>
              <c:pt idx="4">
                <c:v>0.202</c:v>
              </c:pt>
              <c:pt idx="5">
                <c:v>0.20400000000000001</c:v>
              </c:pt>
              <c:pt idx="6">
                <c:v>0.20600000000000002</c:v>
              </c:pt>
              <c:pt idx="7">
                <c:v>0.194</c:v>
              </c:pt>
              <c:pt idx="8">
                <c:v>0.196</c:v>
              </c:pt>
              <c:pt idx="9">
                <c:v>0.198</c:v>
              </c:pt>
              <c:pt idx="10">
                <c:v>0.2</c:v>
              </c:pt>
              <c:pt idx="11">
                <c:v>0.202</c:v>
              </c:pt>
              <c:pt idx="12">
                <c:v>0.20400000000000001</c:v>
              </c:pt>
              <c:pt idx="13">
                <c:v>0.20600000000000002</c:v>
              </c:pt>
              <c:pt idx="14">
                <c:v>0.194</c:v>
              </c:pt>
              <c:pt idx="15">
                <c:v>0.196</c:v>
              </c:pt>
              <c:pt idx="16">
                <c:v>0.198</c:v>
              </c:pt>
              <c:pt idx="17">
                <c:v>0.2</c:v>
              </c:pt>
              <c:pt idx="18">
                <c:v>0.202</c:v>
              </c:pt>
              <c:pt idx="19">
                <c:v>0.20400000000000001</c:v>
              </c:pt>
              <c:pt idx="20">
                <c:v>0.20600000000000002</c:v>
              </c:pt>
              <c:pt idx="21">
                <c:v>0.194</c:v>
              </c:pt>
              <c:pt idx="22">
                <c:v>0.196</c:v>
              </c:pt>
              <c:pt idx="23">
                <c:v>0.198</c:v>
              </c:pt>
              <c:pt idx="24">
                <c:v>0.2</c:v>
              </c:pt>
              <c:pt idx="25">
                <c:v>0.202</c:v>
              </c:pt>
              <c:pt idx="26">
                <c:v>0.20400000000000001</c:v>
              </c:pt>
              <c:pt idx="27">
                <c:v>0.20600000000000002</c:v>
              </c:pt>
              <c:pt idx="28">
                <c:v>0.194</c:v>
              </c:pt>
              <c:pt idx="29">
                <c:v>0.196</c:v>
              </c:pt>
            </c:numLit>
          </c:xVal>
          <c:yVal>
            <c:numLit>
              <c:formatCode>#,##0</c:formatCode>
              <c:ptCount val="30"/>
              <c:pt idx="0">
                <c:v>1.144701731043678</c:v>
              </c:pt>
              <c:pt idx="1">
                <c:v>1.0920231575672765</c:v>
              </c:pt>
              <c:pt idx="2">
                <c:v>1.0512038211996442</c:v>
              </c:pt>
              <c:pt idx="3">
                <c:v>1.099326539694576</c:v>
              </c:pt>
              <c:pt idx="4">
                <c:v>0.9157519291723177</c:v>
              </c:pt>
              <c:pt idx="5">
                <c:v>1.092291504711916</c:v>
              </c:pt>
              <c:pt idx="6">
                <c:v>0.8760655244904401</c:v>
              </c:pt>
              <c:pt idx="7">
                <c:v>1.0020533001126335</c:v>
              </c:pt>
              <c:pt idx="8">
                <c:v>0.9867059238140962</c:v>
              </c:pt>
              <c:pt idx="9">
                <c:v>0.7978118733213779</c:v>
              </c:pt>
              <c:pt idx="10">
                <c:v>1.0959286057021247</c:v>
              </c:pt>
              <c:pt idx="11">
                <c:v>1.073521577876101</c:v>
              </c:pt>
              <c:pt idx="12">
                <c:v>0.9712911357339739</c:v>
              </c:pt>
              <c:pt idx="13">
                <c:v>1.008135006477092</c:v>
              </c:pt>
              <c:pt idx="14">
                <c:v>1.0470737417176061</c:v>
              </c:pt>
              <c:pt idx="15">
                <c:v>1.1147395491751257</c:v>
              </c:pt>
              <c:pt idx="16">
                <c:v>1.1996303447458443</c:v>
              </c:pt>
              <c:pt idx="17">
                <c:v>0.9650006169092493</c:v>
              </c:pt>
              <c:pt idx="18">
                <c:v>1.1662487877050034</c:v>
              </c:pt>
              <c:pt idx="19">
                <c:v>0.9901992098051824</c:v>
              </c:pt>
              <c:pt idx="20">
                <c:v>1.2421322172410951</c:v>
              </c:pt>
              <c:pt idx="21">
                <c:v>1.20729484505276</c:v>
              </c:pt>
              <c:pt idx="22">
                <c:v>1.0482532508341071</c:v>
              </c:pt>
              <c:pt idx="23">
                <c:v>1.1702072079986718</c:v>
              </c:pt>
              <c:pt idx="24">
                <c:v>1.0981706872366863</c:v>
              </c:pt>
              <c:pt idx="25">
                <c:v>0.9061219326169675</c:v>
              </c:pt>
              <c:pt idx="26">
                <c:v>0.965965132225518</c:v>
              </c:pt>
              <c:pt idx="27">
                <c:v>1.3275833053413275</c:v>
              </c:pt>
              <c:pt idx="28">
                <c:v>1.1452023707219714</c:v>
              </c:pt>
              <c:pt idx="29">
                <c:v>0.86162583399872</c:v>
              </c:pt>
            </c:numLit>
          </c:yVal>
        </c:ser>
        <c:ser>
          <c:idx val="1"/>
          <c:order val="1"/>
          <c:tx>
            <c:v>d=0.35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0.344</c:v>
              </c:pt>
              <c:pt idx="1">
                <c:v>0.346</c:v>
              </c:pt>
              <c:pt idx="2">
                <c:v>0.348</c:v>
              </c:pt>
              <c:pt idx="3">
                <c:v>0.35</c:v>
              </c:pt>
              <c:pt idx="4">
                <c:v>0.352</c:v>
              </c:pt>
              <c:pt idx="5">
                <c:v>0.354</c:v>
              </c:pt>
              <c:pt idx="6">
                <c:v>0.356</c:v>
              </c:pt>
              <c:pt idx="7">
                <c:v>0.344</c:v>
              </c:pt>
              <c:pt idx="8">
                <c:v>0.346</c:v>
              </c:pt>
              <c:pt idx="9">
                <c:v>0.348</c:v>
              </c:pt>
              <c:pt idx="10">
                <c:v>0.35</c:v>
              </c:pt>
              <c:pt idx="11">
                <c:v>0.352</c:v>
              </c:pt>
              <c:pt idx="12">
                <c:v>0.354</c:v>
              </c:pt>
              <c:pt idx="13">
                <c:v>0.356</c:v>
              </c:pt>
              <c:pt idx="14">
                <c:v>0.344</c:v>
              </c:pt>
              <c:pt idx="15">
                <c:v>0.346</c:v>
              </c:pt>
              <c:pt idx="16">
                <c:v>0.348</c:v>
              </c:pt>
              <c:pt idx="17">
                <c:v>0.35</c:v>
              </c:pt>
              <c:pt idx="18">
                <c:v>0.352</c:v>
              </c:pt>
              <c:pt idx="19">
                <c:v>0.354</c:v>
              </c:pt>
              <c:pt idx="20">
                <c:v>0.356</c:v>
              </c:pt>
              <c:pt idx="21">
                <c:v>0.344</c:v>
              </c:pt>
              <c:pt idx="22">
                <c:v>0.346</c:v>
              </c:pt>
              <c:pt idx="23">
                <c:v>0.348</c:v>
              </c:pt>
              <c:pt idx="24">
                <c:v>0.35</c:v>
              </c:pt>
              <c:pt idx="25">
                <c:v>0.352</c:v>
              </c:pt>
              <c:pt idx="26">
                <c:v>0.354</c:v>
              </c:pt>
              <c:pt idx="27">
                <c:v>0.356</c:v>
              </c:pt>
              <c:pt idx="28">
                <c:v>0.344</c:v>
              </c:pt>
              <c:pt idx="29">
                <c:v>0.346</c:v>
              </c:pt>
            </c:numLit>
          </c:xVal>
          <c:yVal>
            <c:numLit>
              <c:formatCode>#,##0</c:formatCode>
              <c:ptCount val="30"/>
              <c:pt idx="0">
                <c:v>1.718037767502042</c:v>
              </c:pt>
              <c:pt idx="1">
                <c:v>1.387913292379559</c:v>
              </c:pt>
              <c:pt idx="2">
                <c:v>1.5094555087769648</c:v>
              </c:pt>
              <c:pt idx="3">
                <c:v>1.7271819998754707</c:v>
              </c:pt>
              <c:pt idx="4">
                <c:v>1.7850488601223118</c:v>
              </c:pt>
              <c:pt idx="5">
                <c:v>1.9399431056516239</c:v>
              </c:pt>
              <c:pt idx="6">
                <c:v>1.8019869960232138</c:v>
              </c:pt>
              <c:pt idx="7">
                <c:v>1.9904745537437254</c:v>
              </c:pt>
              <c:pt idx="8">
                <c:v>1.8189607811388369</c:v>
              </c:pt>
              <c:pt idx="9">
                <c:v>2.007406040662244</c:v>
              </c:pt>
              <c:pt idx="10">
                <c:v>1.8779055825434436</c:v>
              </c:pt>
              <c:pt idx="11">
                <c:v>1.871845883298721</c:v>
              </c:pt>
              <c:pt idx="12">
                <c:v>1.6886253393593875</c:v>
              </c:pt>
              <c:pt idx="13">
                <c:v>1.5620020950682199</c:v>
              </c:pt>
              <c:pt idx="14">
                <c:v>1.734789495248552</c:v>
              </c:pt>
              <c:pt idx="15">
                <c:v>1.814141157250791</c:v>
              </c:pt>
              <c:pt idx="16">
                <c:v>1.8215686298075233</c:v>
              </c:pt>
              <c:pt idx="17">
                <c:v>1.8004710886078013</c:v>
              </c:pt>
              <c:pt idx="18">
                <c:v>1.655072930746728</c:v>
              </c:pt>
              <c:pt idx="19">
                <c:v>1.65864905318784</c:v>
              </c:pt>
              <c:pt idx="20">
                <c:v>1.9034864195649512</c:v>
              </c:pt>
              <c:pt idx="21">
                <c:v>1.633691657624435</c:v>
              </c:pt>
              <c:pt idx="22">
                <c:v>1.485868245102967</c:v>
              </c:pt>
              <c:pt idx="23">
                <c:v>1.82675117930684</c:v>
              </c:pt>
              <c:pt idx="24">
                <c:v>1.8030843077796088</c:v>
              </c:pt>
              <c:pt idx="25">
                <c:v>1.7828288243129395</c:v>
              </c:pt>
              <c:pt idx="26">
                <c:v>2.2862595362127536</c:v>
              </c:pt>
              <c:pt idx="27">
                <c:v>2.021760997888898</c:v>
              </c:pt>
              <c:pt idx="28">
                <c:v>1.5005656293425227</c:v>
              </c:pt>
              <c:pt idx="29">
                <c:v>1.8344332783895865</c:v>
              </c:pt>
            </c:numLit>
          </c:yVal>
        </c:ser>
        <c:ser>
          <c:idx val="2"/>
          <c:order val="2"/>
          <c:tx>
            <c:v>d=0.45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0.444</c:v>
              </c:pt>
              <c:pt idx="1">
                <c:v>0.446</c:v>
              </c:pt>
              <c:pt idx="2">
                <c:v>0.448</c:v>
              </c:pt>
              <c:pt idx="3">
                <c:v>0.45</c:v>
              </c:pt>
              <c:pt idx="4">
                <c:v>0.452</c:v>
              </c:pt>
              <c:pt idx="5">
                <c:v>0.454</c:v>
              </c:pt>
              <c:pt idx="6">
                <c:v>0.456</c:v>
              </c:pt>
              <c:pt idx="7">
                <c:v>0.444</c:v>
              </c:pt>
              <c:pt idx="8">
                <c:v>0.446</c:v>
              </c:pt>
              <c:pt idx="9">
                <c:v>0.448</c:v>
              </c:pt>
              <c:pt idx="10">
                <c:v>0.45</c:v>
              </c:pt>
              <c:pt idx="11">
                <c:v>0.452</c:v>
              </c:pt>
              <c:pt idx="12">
                <c:v>0.454</c:v>
              </c:pt>
              <c:pt idx="13">
                <c:v>0.456</c:v>
              </c:pt>
              <c:pt idx="14">
                <c:v>0.444</c:v>
              </c:pt>
              <c:pt idx="15">
                <c:v>0.446</c:v>
              </c:pt>
              <c:pt idx="16">
                <c:v>0.448</c:v>
              </c:pt>
              <c:pt idx="17">
                <c:v>0.45</c:v>
              </c:pt>
              <c:pt idx="18">
                <c:v>0.452</c:v>
              </c:pt>
              <c:pt idx="19">
                <c:v>0.454</c:v>
              </c:pt>
              <c:pt idx="20">
                <c:v>0.456</c:v>
              </c:pt>
              <c:pt idx="21">
                <c:v>0.444</c:v>
              </c:pt>
              <c:pt idx="22">
                <c:v>0.446</c:v>
              </c:pt>
              <c:pt idx="23">
                <c:v>0.448</c:v>
              </c:pt>
              <c:pt idx="24">
                <c:v>0.45</c:v>
              </c:pt>
              <c:pt idx="25">
                <c:v>0.452</c:v>
              </c:pt>
              <c:pt idx="26">
                <c:v>0.454</c:v>
              </c:pt>
              <c:pt idx="27">
                <c:v>0.456</c:v>
              </c:pt>
              <c:pt idx="28">
                <c:v>0.444</c:v>
              </c:pt>
              <c:pt idx="29">
                <c:v>0.446</c:v>
              </c:pt>
            </c:numLit>
          </c:xVal>
          <c:yVal>
            <c:numLit>
              <c:formatCode>#,##0</c:formatCode>
              <c:ptCount val="30"/>
              <c:pt idx="0">
                <c:v>2.6159901342912217</c:v>
              </c:pt>
              <c:pt idx="1">
                <c:v>2.8193622656256183</c:v>
              </c:pt>
              <c:pt idx="2">
                <c:v>2.914730515321656</c:v>
              </c:pt>
              <c:pt idx="3">
                <c:v>2.4127342600814528</c:v>
              </c:pt>
              <c:pt idx="4">
                <c:v>3.0877349812280905</c:v>
              </c:pt>
              <c:pt idx="5">
                <c:v>2.2491803372679042</c:v>
              </c:pt>
              <c:pt idx="6">
                <c:v>2.9589927367539657</c:v>
              </c:pt>
              <c:pt idx="7">
                <c:v>2.9264135787711</c:v>
              </c:pt>
              <c:pt idx="8">
                <c:v>2.9870992625951898</c:v>
              </c:pt>
              <c:pt idx="9">
                <c:v>3.0813763520663837</c:v>
              </c:pt>
              <c:pt idx="10">
                <c:v>3.22371277535943</c:v>
              </c:pt>
              <c:pt idx="11">
                <c:v>2.5985107316421474</c:v>
              </c:pt>
              <c:pt idx="12">
                <c:v>2.669660977979574</c:v>
              </c:pt>
              <c:pt idx="13">
                <c:v>3.112286027185245</c:v>
              </c:pt>
              <c:pt idx="14">
                <c:v>2.882569151901281</c:v>
              </c:pt>
              <c:pt idx="15">
                <c:v>2.6750904350590408</c:v>
              </c:pt>
              <c:pt idx="16">
                <c:v>2.733313188650229</c:v>
              </c:pt>
              <c:pt idx="17">
                <c:v>2.3900165034823386</c:v>
              </c:pt>
              <c:pt idx="18">
                <c:v>3.082123951961003</c:v>
              </c:pt>
              <c:pt idx="19">
                <c:v>2.5930209235521224</c:v>
              </c:pt>
              <c:pt idx="20">
                <c:v>3.281294217656954</c:v>
              </c:pt>
              <c:pt idx="21">
                <c:v>2.96472077669602</c:v>
              </c:pt>
              <c:pt idx="22">
                <c:v>2.5682824882225614</c:v>
              </c:pt>
              <c:pt idx="23">
                <c:v>2.8505765528618676</c:v>
              </c:pt>
              <c:pt idx="24">
                <c:v>2.481360845340084</c:v>
              </c:pt>
              <c:pt idx="25">
                <c:v>2.4937599507610306</c:v>
              </c:pt>
              <c:pt idx="26">
                <c:v>2.584551497877367</c:v>
              </c:pt>
              <c:pt idx="27">
                <c:v>2.8675785153809725</c:v>
              </c:pt>
              <c:pt idx="28">
                <c:v>2.7267628365596277</c:v>
              </c:pt>
              <c:pt idx="29">
                <c:v>2.9970216729765133</c:v>
              </c:pt>
            </c:numLit>
          </c:yVal>
        </c:ser>
        <c:ser>
          <c:idx val="3"/>
          <c:order val="3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"/>
              <c:pt idx="0">
                <c:v>0.2</c:v>
              </c:pt>
              <c:pt idx="1">
                <c:v>0.35</c:v>
              </c:pt>
              <c:pt idx="2">
                <c:v>0.45</c:v>
              </c:pt>
            </c:numLit>
          </c:xVal>
          <c:yVal>
            <c:numLit>
              <c:formatCode>#,##0</c:formatCode>
              <c:ptCount val="3"/>
              <c:pt idx="0">
                <c:v>1.0623626995378725</c:v>
              </c:pt>
              <c:pt idx="1">
                <c:v>1.8012290423155075</c:v>
              </c:pt>
              <c:pt idx="2">
                <c:v>2.834969409243743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Shannon 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0.5"/>
          <c:min val="0.1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自然死亡機率 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C1DEA-845E-496E-A8A7-9E9B4FD0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腫瘤模擬程式的設計與數學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42BD6-851B-44C4-A030-38552A87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BME 6120　程式實作、狀態轉移與模擬結果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84AC5-E747-4FCE-BABD-65E37409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D3B27-A1C9-4971-909F-227B6283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一代更新：存活、分裂，再讓子代突變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9FA46-1336-40F9-8D33-6D487EE3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閱讀順序：資料表示 → 更新規則 → 統計與證據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545A3-E4D1-483F-AEE0-EB853DE9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程式以基因型計數模擬同步世代，參數為教學假設。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7cd4c6f234548"/>
          <a:stretch xmlns:a="http://schemas.openxmlformats.org/drawingml/2006/main"/>
        </p:blipFill>
        <p:spPr>
          <a:xfrm xmlns:a="http://schemas.openxmlformats.org/drawingml/2006/main">
            <a:off x="666750" y="3529823"/>
            <a:ext cx="10810875" cy="7508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4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E03E4-C537-42B2-81BC-CF867FFF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負荷下降之後，為何又回升？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24C63-D1ED-401A-B3EE-C50EBF02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主治療情境的 30 次試驗，先提出需要解釋的現象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B3888-EBE2-49CC-B3BA-43E5686D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0de079f670457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B5C2A-E39A-47D4-98D7-2CA6DEC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負荷下降</a:t>
            </a:r>
          </a:p>
          <a:p xmlns:a="http://schemas.openxmlformats.org/drawingml/2006/main">
            <a:pPr algn="l">
              <a:def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組成如何改變？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1E0DD-C853-4136-B3B2-BB3B3AD1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用程式規則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建立機制解釋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再回到結果驗證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DA12B-ACEB-41A2-AB22-BE9F1626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先看現象，再讀實作與數學，最後用完整圖組檢查解釋。</a:t>
            </a:r>
          </a:p>
        </p:txBody>
      </p:sp>
    </p:spTree>
    <p:extLst>
      <p:ext uri="{BB962C8B-B14F-4D97-AF65-F5344CB8AC3E}">
        <p14:creationId xmlns:p14="http://schemas.microsoft.com/office/powerpoint/2010/main" val="212290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43F5C-F900-4EA5-9CD9-276041F9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程式架構：核心模擬與實驗分析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05343-973D-4ADD-94E2-061DA819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每個函數解決一個明確問題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86B14-D4A5-48B9-8226-0031DCFE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F5443-96F0-4749-81B4-EBB01D1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參數與驗證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017C3-43CA-42BB-B647-8799E70C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simulate()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一條隨機路徑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5F15F-409E-45F3-96F4-84A4A455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Result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摘要與完整快照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05125" y="25050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477000" y="25050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D6215-721F-4FC8-8F54-47253967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604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表型與機率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driver_count / suppressor_loss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growth_probabilities / il11_environment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0FD5F-5DA9-4C91-B831-D167F408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29000"/>
            <a:ext cx="4333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多次試驗與結果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main / plot_therapy_ensemble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therapy_outcome / run_comparisons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D0004-2D0F-4BC4-BE91-D91C66F2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核心模擬決定資料如何生成，分析函數決定如何解讀資料。</a:t>
            </a:r>
          </a:p>
        </p:txBody>
      </p:sp>
    </p:spTree>
    <p:extLst>
      <p:ext uri="{BB962C8B-B14F-4D97-AF65-F5344CB8AC3E}">
        <p14:creationId xmlns:p14="http://schemas.microsoft.com/office/powerpoint/2010/main" val="375235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68FE4-6FDF-47D6-AEAD-6798EF9E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Config：把假設變成可檢查的參數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9523E-2FBA-4AFC-B76A-B8ACC9C0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設定集中管理，避免各函數使用不同規則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0762F-3405-49B4-816D-263417A7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B1352-FA25-4830-BE16-DB362525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@dataclass(frozen=True)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class Config: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n_genes: int = 20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driver_genes: tuple[int, ...] = (0, 1, 2)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mutation_rate: float = 0.001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death_rate: float = 0.30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driver_death_reduction: float = 0.08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triple_probability: float = 0.04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driver_triple_bonus: float = 0.12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max_cells: int = 1_000_000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0D84E-3BCB-4ED1-9293-5EE75CD3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frozen=True 保護本次設定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replace() 建立新實驗條件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8E6B5-0798-4E4A-9B1F-A2A1568F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μ 是每個未突變位元的機率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q 是存活後產生三子代的機率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4CFED-EC26-4FB2-B8D7-B0671A55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max_cells 是計算停止門檻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不代表腫瘤承載量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A3130-0CA5-4430-913E-F4F54F86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d1396db54455b"/>
          <a:stretch xmlns:a="http://schemas.openxmlformats.org/drawingml/2006/main"/>
        </p:blipFill>
        <p:spPr>
          <a:xfrm xmlns:a="http://schemas.openxmlformats.org/drawingml/2006/main">
            <a:off x="685800" y="5238750"/>
            <a:ext cx="10772775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89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47297-708A-4C28-97A3-E8D2B546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population：稀疏字典表示整個腫瘤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362A5-A137-44D0-B8CC-406F026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字典鍵是基因型整數，值是具有該基因型的細胞數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1B6E5-C468-434F-B4DE-CC066819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BB05A-834E-445B-9325-E27D569A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rng = np.random.default_rng(seed)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population = {0: config.initial_cells}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generation in range(config.generations + 1):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row = summarize(population, generation,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history.append(row)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populations.append(dict(population))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2D4B3-1E4A-40D3-9651-407DC499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{0: 100} 表示 100 個全未突變細胞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FA833-F4C1-4394-8085-F319E5A2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history 保存逐代摘要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populations 保存字典副本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D57B0-C2C6-468D-A7A5-C4380735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只儲存實際出現的基因型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不必配置 2²² 個空欄位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B1626-281F-4151-9D01-2775366D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101007f78400d"/>
          <a:stretch xmlns:a="http://schemas.openxmlformats.org/drawingml/2006/main"/>
        </p:blipFill>
        <p:spPr>
          <a:xfrm xmlns:a="http://schemas.openxmlformats.org/drawingml/2006/main">
            <a:off x="3477292" y="4953000"/>
            <a:ext cx="5189792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2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6B935-724A-4CCE-BDBB-663A8937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Bitmask：用位元檢查基因是否突變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E67E9-4401-4840-A525-BBA22CB1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 &lt;&lt; g 選取第 g 位，AND 檢查，OR 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39159-2D4C-404C-9802-F6892317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35B39-B76B-4D49-B2C1-EB50DEF1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sum(bool(genotype &amp; (1 &lt;&lt; g)) for g in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config.driver_genes)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4501D-674D-4B6A-BDA2-35CB6314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3 位的遮罩為 1 &lt;&lt; 3 = 8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抗藥細胞滿足 genotype &amp;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4B29A-A553-4249-B001-90A1FE9D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例：9 = 00001001₂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0 與第 3 位已突變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BF66C-E8C6-4AF1-AEFA-2213DE3B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driver_count 計數 oncogene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抗藥與 driver 表型分開判定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06BA3-B68B-4257-A0C3-3ECEC2CC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ac9baf4f34bf8"/>
          <a:stretch xmlns:a="http://schemas.openxmlformats.org/drawingml/2006/main"/>
        </p:blipFill>
        <p:spPr>
          <a:xfrm xmlns:a="http://schemas.openxmlformats.org/drawingml/2006/main">
            <a:off x="2419350" y="5238750"/>
            <a:ext cx="7305675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34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53128-3B87-427C-83A4-CC15DD66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TSG：two-hit 必須擊中同一基因的兩個等位基因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71605-0AA0-40D2-98C5-A887FB2C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20 個基因座，兩個 TSG 各增加第二等位基因位元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E72B1-7E48-481D-B912-405F7939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C9663-5ADC-46DC-8826-8E1D501E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second = config.n_genes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config.suppressor_genes.index(gene)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int(bool(genotype &amp; (1 &lt;&lt; gene)))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int(bool(genotype &amp; (1 &lt;&lt; second)))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any(suppressor_alleles(genotype, gene,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&gt;= config.suppressor_hits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for gene in config.suppressor_genes)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BA9AA-581A-42C1-AC33-2773FDEE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gene 4：位元 4 與 20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gene 5：位元 5 與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9B424-F57B-40E9-8148-50B32A8A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two-hit：同一基因有兩擊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不同基因各一擊尚未達標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D15DA-FA5A-4E6D-8720-18D3A5E2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any() 表示任一 TSG 達標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每類優勢只加入一次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A756A-707D-4973-AE0F-862B2FD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2d04049e64377"/>
          <a:stretch xmlns:a="http://schemas.openxmlformats.org/drawingml/2006/main"/>
        </p:blipFill>
        <p:spPr>
          <a:xfrm xmlns:a="http://schemas.openxmlformats.org/drawingml/2006/main">
            <a:off x="2440781" y="5238750"/>
            <a:ext cx="7262813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33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95F1B-70B3-40AD-A991-547A987C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growth_probabilities：表型如何改變生長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3DADF-F69C-4C83-A6EF-EA6B0A92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Oncogene 與 TSG 優勢可相加，IL11 降低共享死亡率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02F8E-AF8C-444C-9FA0-0B9D3A4E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801F5-B3B6-47CE-8089-9B0BAACF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oncogene = driver_count(genotype, config) &gt;=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config.driver_hits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suppressor = suppressor_loss(genotype,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death = max(0, config.death_rate -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config.driver_death_reduction * oncogene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- config.suppressor_death_reduction *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suppressor - shared_benefit)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triple = (config.triple_probability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config.driver_triple_bonus * oncogene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+ config.suppressor_triple_bonus *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suppressor)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death, triple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2B4C1-6479-4DF3-A49C-B949A3B7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I_O：oncogene 是否達門檻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I_T：任一 TSG 是否達門檻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22C27-57CE-462B-8C59-E810295B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death 自然死亡率至少為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triple 是存活條件下的機率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18591-ED4E-4E27-B4A9-C701A141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基準 (d,q)=(0.30,0.04)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兩類達標時 (0.14,0.28)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1DAF3-7748-4541-8799-27DE5B7B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afcd9a595485d"/>
          <a:stretch xmlns:a="http://schemas.openxmlformats.org/drawingml/2006/main"/>
        </p:blipFill>
        <p:spPr>
          <a:xfrm xmlns:a="http://schemas.openxmlformats.org/drawingml/2006/main">
            <a:off x="666750" y="5322652"/>
            <a:ext cx="10810875" cy="4513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22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12BB6-8A51-47A2-B3D1-7E158A8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il11_environment：當前族群形成下一代共享環境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449D6-0E4B-4C84-9817-868B9941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本代生產者比例決定 b，所有基因型共同受益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2D3A4-3C1B-476D-AEF7-35812806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64C28-D536-4DED-B915-3B3A574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total = sum(population.values())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not config.il11_enabled or total == 0: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0.0, 0.0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fraction = sum(n for g, n in population.items() if g &amp;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(1 &lt;&lt; config.il11_gene)) / total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benefit = config.il11_max_death_reduction * fraction /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(config.il11_half_fraction + fraction)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fraction, benefit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8CB6C-53FC-444C-9313-7BD98CB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 = IL11⁺ 細胞數 / 總細胞數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關閉或滅絕時回傳 (0,0)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E0CC5-AA5C-464C-A6DD-43AE9C57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f=2% 時 b=0.03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基準死亡率由 30% 降至 27%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498AE-DD8D-463E-B1F1-2230F50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先計算環境，再更新子代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本代新突變從下次轉移起作用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456BA-AA15-4C66-B24D-455B1990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1961ed71d4dc1"/>
          <a:stretch xmlns:a="http://schemas.openxmlformats.org/drawingml/2006/main"/>
        </p:blipFill>
        <p:spPr>
          <a:xfrm xmlns:a="http://schemas.openxmlformats.org/drawingml/2006/main">
            <a:off x="3728996" y="4953000"/>
            <a:ext cx="468638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59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45DCF-C420-4DC5-A4FB-2E7EDC28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simulate：一代更新的完整順序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59B80-D9DA-4AF4-A389-3498AC7E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先記錄與檢查，再繁殖與突變，最後更換族群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FD10F-205A-490A-94AE-18A80DC6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CE6E5-16ED-43A8-882C-B91A59C1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記錄 Sₜ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摘要與快照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D0623-A44B-46F3-88F6-8232562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停止檢查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決定是否推進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BC795-803F-44CA-8CBF-71DEA1B4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治療與 IL11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本次環境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C8903-658C-439D-A7B5-0B4FBB23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父細胞抽樣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存活與分裂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F48BE-FDA9-4B7C-9DBC-F650DEF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子代突變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合併與替換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67000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00625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34250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67875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FB53B-CA75-4AE1-A8B2-B505013D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第 0 代也會記錄。世代更新使用全新 offspring，不把父代再加回去。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24d7e95244372"/>
          <a:stretch xmlns:a="http://schemas.openxmlformats.org/drawingml/2006/main"/>
        </p:blipFill>
        <p:spPr>
          <a:xfrm xmlns:a="http://schemas.openxmlformats.org/drawingml/2006/main">
            <a:off x="666750" y="4040817"/>
            <a:ext cx="10858500" cy="7766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050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6813A-D3C2-46A9-AD57-8BF8483A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停止條件：記錄最後一代，保留停止原因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DCB25-109D-4285-A05A-EB1820E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優先序為滅絕、取樣目標、計算上限、觀察代數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9FD32-55A4-404C-AC9E-5359AE83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F16D3-4E95-4F7C-ADA5-A4AC006C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row["total"] == 0: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"extinction"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target_size is not None and row["total"] &gt;=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target_size: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"target_reached"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row["total"] &gt;= config.max_cells: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"cell_limit"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generation == config.generations: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26E48-D399-4CFC-BDAE-B2BDB2B6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滅絕：族群確實已變成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之後細胞數可延續為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20034-188E-416A-87B5-634A6E4D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 max_cells：停止觀察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該代完整保留，之後是缺失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EBE03-B173-458B-A2B9-383B62D2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target_size 用於等大小比較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允許跨門檻時 overshoot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4F62E-8CA8-41B1-A847-AC935C0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c5a7e7a834070"/>
          <a:stretch xmlns:a="http://schemas.openxmlformats.org/drawingml/2006/main"/>
        </p:blipFill>
        <p:spPr>
          <a:xfrm xmlns:a="http://schemas.openxmlformats.org/drawingml/2006/main">
            <a:off x="1271004" y="5238750"/>
            <a:ext cx="9602368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233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95D22-DBD3-4614-8C5D-F10D6882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治療開關：首次達門檻後持續作用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6D7A0-3111-4E36-919B-E017B629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therapy_generation 同時保存啟動代數與控制狀態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C27AA-E570-424F-A9C0-2D048A3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C5B55-9D87-4E67-A495-80767C21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therapy and therapy_generation is None and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row["total"] &gt;= config.therapy_start_size: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therapy_generation = generation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therapy_on = True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if therapy_on: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resistant = bool(genotype &amp; (1 &lt;&lt;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config.resistance_gene))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kill = config.resistant_therapy_kill if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resistant else config.sensitive_therapy_kill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death = 1 - (1 - death) * (1 - kill)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C7D9A-5A09-4CAD-8ECD-BFAB4059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None 表示尚未啟動治療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 20,000 時記錄當前代數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2F8C2-AE2C-4871-B06F-9C966BEE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存活機率先乘自然存活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再乘治療下的存活機率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BB737-BF0E-4466-B757-89BABA37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敏感 k=0.90，抗藥 k=0.04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治療改變存活，不改變 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F28C2-8CFA-45E4-B70B-3D929DE6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10749c0334937"/>
          <a:stretch xmlns:a="http://schemas.openxmlformats.org/drawingml/2006/main"/>
        </p:blipFill>
        <p:spPr>
          <a:xfrm xmlns:a="http://schemas.openxmlformats.org/drawingml/2006/main">
            <a:off x="666750" y="5259133"/>
            <a:ext cx="10810875" cy="5783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899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2ACBB-F0D8-410F-A293-FCFD7076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狀態機：治療的歷史不能只看當前總量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C0D81-F7E0-4A22-9116-90E77956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相同負荷可能代表未治療，也可能已治療後下降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D3C30-C74E-49C2-AFB2-1A357D70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9D345-EF56-44F8-8935-B68DE74A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未治療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 =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B821E-15E5-47FE-9566-F37D581F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持續治療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 = 1</a:t>
            </a:r>
          </a:p>
        </p:txBody>
      </p: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8575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26ED1-C842-4FDA-86FF-E00F5161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therapy 開啟且 T ≥ 20,000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64100-E628-4835-806A-32C2FFD3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低於門檻時維持 A=0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04B53-A8AC-42BC-9FA8-D1915D48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下降後仍維持 A=1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57543-68A2-42ED-A4ED-FD26C815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未停止時才執行轉移。停止條件與治療狀態分別控制觀察與生長。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ce3a919a44322"/>
          <a:stretch xmlns:a="http://schemas.openxmlformats.org/drawingml/2006/main"/>
        </p:blipFill>
        <p:spPr>
          <a:xfrm xmlns:a="http://schemas.openxmlformats.org/drawingml/2006/main">
            <a:off x="2461490" y="4810125"/>
            <a:ext cx="7269020" cy="71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732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818A2-4C87-448B-9604-441E84CD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父代抽樣：兩次 Binomial 產生整批子代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DEF28-303E-4AFC-A714-5D443F6F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一個基因型有 n 個父細胞，批次處理而不逐細胞迴圈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D7F1F-BDC2-4662-95A1-071F9B75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30A8B-0060-4120-93A7-79FCE90D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death, triple = growth_probabilities(genotype, config,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shared_benefit)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survivors = int(rng.binomial(count, 1 - death))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triples = int(rng.binomial(survivors, triple))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n = 2 * survivors + triples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n: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offspring[genotype] =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574CF-E09E-4BAB-ADE3-C26E2B79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survivors = 存活父細胞 U_g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以 n_g 和 1−δ_g 抽樣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3B584-E219-45EF-8B96-11C658DF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triples = 三子代事件 V_g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只在 survivors 中抽樣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62962-92BE-40E0-B93A-89B717A6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n = 2U_g + V_g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父代被新子代取代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9C996-773D-402E-BBDC-5E0C5D5D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6baa1156d4983"/>
          <a:stretch xmlns:a="http://schemas.openxmlformats.org/drawingml/2006/main"/>
        </p:blipFill>
        <p:spPr>
          <a:xfrm xmlns:a="http://schemas.openxmlformats.org/drawingml/2006/main">
            <a:off x="666750" y="5287924"/>
            <a:ext cx="10810875" cy="5207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528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27077-FF96-4618-B714-22CFA891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數值例子：基準細胞平均產生 1.428 個子代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013A0-1B60-4441-AE86-5A532BC9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先把存活和分裂機率結合，再理解生長或萎縮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1F1F6-108E-44E1-9060-ACACAD4F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047750" y="2076450"/>
          <a:ext xmlns:a="http://schemas.openxmlformats.org/drawingml/2006/main" cx="10096500" cy="1476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2524125"/>
                <a:gridCol w="2524125"/>
                <a:gridCol w="2524125"/>
              </a:tblGrid>
              <a:tr h="73818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子代 B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73818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0.672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4953000"/>
          <a:ext xmlns:a="http://schemas.openxmlformats.org/drawingml/2006/main" cx="10858500" cy="857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2714625"/>
                <a:gridCol w="2714625"/>
                <a:gridCol w="2714625"/>
              </a:tblGrid>
              <a:tr h="428625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基準細胞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未治療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治療下敏感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治療下抗藥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428625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每父細胞期望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1.37088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7540a836147ac"/>
          <a:stretch xmlns:a="http://schemas.openxmlformats.org/drawingml/2006/main"/>
        </p:blipFill>
        <p:spPr>
          <a:xfrm xmlns:a="http://schemas.openxmlformats.org/drawingml/2006/main">
            <a:off x="1801091" y="3876675"/>
            <a:ext cx="8589818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834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85F05-8867-4096-9C27-115D1ADC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mutate_offspring：逐位元拆分子代計數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4C479-134A-4D50-8DEF-C7653645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每輪只替尚未突變的位元抽樣，允許同代多位元突變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4DB28-A948-4410-AC51-2A2B7A27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96D96-07A8-4084-8BFC-9360132E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population = dict(population)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gene in range(config.n_genes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len(config.suppressor_genes)):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bit = 1 &lt;&lt; gene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updated = dict(population)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genotype, count in population.items():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genotype &amp; bit: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continue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mutants = int(rng.binomial(count,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config.mutation_rate))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C09EB-C5F5-40BB-B3A6-0662CF2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mutants ~ Binomial(count, μ)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一次抽出該類的突變細胞數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F4B1F-782F-4AD0-B178-30E67625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genotype | bit 設定新位元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get(...,0) 合併相同基因型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7217C-E640-41FC-BF9B-106F6ADA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依序遍歷全部 22 個位元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本輪新類型下輪可再突變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D692C-1B10-465A-8FC0-00CDE12E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e3e1f6dea4c06"/>
          <a:stretch xmlns:a="http://schemas.openxmlformats.org/drawingml/2006/main"/>
        </p:blipFill>
        <p:spPr>
          <a:xfrm xmlns:a="http://schemas.openxmlformats.org/drawingml/2006/main">
            <a:off x="2840831" y="5238750"/>
            <a:ext cx="6462713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97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F49A9-7523-4B59-BAEF-B9E3E626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突變守恆：重新分類細胞，不創造額外細胞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41890-9C07-41BD-8313-BE705896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舊類型移出 X 個，新類型加入同樣的 X 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1CF59-61A4-4648-B928-02CEB39A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FF6C8-4380-480D-81E0-0E656B97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mutants: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updated[genotype] -= mutants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updated[genotype | bit]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updated.get(genotype | bit, 0) + mutants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population = {g: n for g, n in updated.items() if 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&gt; 0}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10756-4E88-438D-A376-CDD079B6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例：100 個 g=0，抽到 2 個突變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結果為 {0:98, 8:2}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33665-1A7B-4DA5-85C1-8FF6C681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刪除 count=0 的項目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維持稀疏字典與正計數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C3942-EBB8-4BC4-B1E1-28576B9A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守恆只適用於突變階段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存活與分裂會改變總數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9099C-F2A3-47EF-BBA3-702B8D06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dc953caf24ce6"/>
          <a:stretch xmlns:a="http://schemas.openxmlformats.org/drawingml/2006/main"/>
        </p:blipFill>
        <p:spPr>
          <a:xfrm xmlns:a="http://schemas.openxmlformats.org/drawingml/2006/main">
            <a:off x="3087905" y="4953000"/>
            <a:ext cx="5968565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595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17384-6BC7-4DEA-94A1-5E9AF68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逐位元抽樣對應精確突變矩陣 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84C8F-9D31-4320-AC86-AC0C5EA3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Q 的列是父代基因型，欄是子代基因型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06915-B2CC-4152-8B32-A15083EA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8D315-32CC-431C-86FF-5299693E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程式逐位元抽樣，數學可用多項分布描述相同分布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D02DB-5AAB-4761-9E77-5A891462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L=22。Q 每列總和為 1；它描述單個子代的突變，不是整個腫瘤轉移。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70a8965754a11"/>
          <a:stretch xmlns:a="http://schemas.openxmlformats.org/drawingml/2006/main"/>
        </p:blipFill>
        <p:spPr>
          <a:xfrm xmlns:a="http://schemas.openxmlformats.org/drawingml/2006/main">
            <a:off x="666750" y="2181597"/>
            <a:ext cx="10858500" cy="627907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08a6a451b4a0e"/>
          <a:stretch xmlns:a="http://schemas.openxmlformats.org/drawingml/2006/main"/>
        </p:blipFill>
        <p:spPr>
          <a:xfrm xmlns:a="http://schemas.openxmlformats.org/drawingml/2006/main">
            <a:off x="1179355" y="3362325"/>
            <a:ext cx="9833290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142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10B32-ACEF-4DD5-A974-A310ED18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期望矩陣 M：繁殖能力乘上突變機率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E58E4-8FCD-414A-BA1F-D7762EEB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M 記錄期望子代數，列總和為 m_g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3AA20-7FAE-4BC8-881C-44FCCBD6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3181350"/>
          <a:ext xmlns:a="http://schemas.openxmlformats.org/drawingml/2006/main" cx="9525000" cy="1809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75000"/>
                <a:gridCol w="3175000"/>
                <a:gridCol w="3175000"/>
              </a:tblGrid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 M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敏感 S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 R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敏感 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0.1426572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0.0001428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 R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1.37088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3915a7cd34c1b"/>
          <a:stretch xmlns:a="http://schemas.openxmlformats.org/drawingml/2006/main"/>
        </p:blipFill>
        <p:spPr>
          <a:xfrm xmlns:a="http://schemas.openxmlformats.org/drawingml/2006/main">
            <a:off x="666750" y="2081869"/>
            <a:ext cx="10858500" cy="636862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7744419744a2d"/>
          <a:stretch xmlns:a="http://schemas.openxmlformats.org/drawingml/2006/main"/>
        </p:blipFill>
        <p:spPr>
          <a:xfrm xmlns:a="http://schemas.openxmlformats.org/drawingml/2006/main">
            <a:off x="2243341" y="5143500"/>
            <a:ext cx="7705319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666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D4F64-747F-44E9-A1B7-EFF472F4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Markov 狀態：細胞組成加治療開關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DE80F-5DAF-4909-92C9-92D83A6E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給定 Sₜ，下一代分布不再需要更早的族群歷史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CE6C0-0EBC-48D5-B88A-122B8163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85A58-5642-4D2C-BA58-C0D6C119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 1,000 個細胞，抗藥組成不同，下一代分布不同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C16F4-A76B-4BB3-859C-0CF34590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 Config 時，完整 P 可固定。程式直接抽樣，不枚舉所有完整狀態。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a6a5c99cf4120"/>
          <a:stretch xmlns:a="http://schemas.openxmlformats.org/drawingml/2006/main"/>
        </p:blipFill>
        <p:spPr>
          <a:xfrm xmlns:a="http://schemas.openxmlformats.org/drawingml/2006/main">
            <a:off x="666750" y="2266186"/>
            <a:ext cx="10858500" cy="706377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7d53a55d14404"/>
          <a:stretch xmlns:a="http://schemas.openxmlformats.org/drawingml/2006/main"/>
        </p:blipFill>
        <p:spPr>
          <a:xfrm xmlns:a="http://schemas.openxmlformats.org/drawingml/2006/main">
            <a:off x="922706" y="3476625"/>
            <a:ext cx="10346588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159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14EBF-5D74-436B-A91E-ACCA49BA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P 的數學表示：單個父細胞的生成函數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29FBE-218C-41FD-B571-6B9DAF1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死亡、二子代、三子代與突變，合併成一個轉移規則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A4CCB-3CB5-450F-B9CF-3A50171E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52BB7-D478-4E25-9FE9-1A072BB4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δ_g：死亡　　u²：兩個子代　　u³：三個子代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4E620-7381-48CF-9D9E-BB36D39B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公式把 simulate() 與 mutate_offspring() 的抽樣規則一起寫下來。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e08952a984711"/>
          <a:stretch xmlns:a="http://schemas.openxmlformats.org/drawingml/2006/main"/>
        </p:blipFill>
        <p:spPr>
          <a:xfrm xmlns:a="http://schemas.openxmlformats.org/drawingml/2006/main">
            <a:off x="4870339" y="2066925"/>
            <a:ext cx="2451322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9a20c506043c6"/>
          <a:stretch xmlns:a="http://schemas.openxmlformats.org/drawingml/2006/main"/>
        </p:blipFill>
        <p:spPr>
          <a:xfrm xmlns:a="http://schemas.openxmlformats.org/drawingml/2006/main">
            <a:off x="666750" y="3432047"/>
            <a:ext cx="10858500" cy="6987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462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DCD66-1394-4AC1-BD09-B3876B62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P 的數學表示：全族群生成函數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E18CD-D116-4EB2-9FF6-6C7238FF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父細胞條件獨立，乘積的指定係數就是轉移機率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5441A-7866-4076-BBB6-1D0BA226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FD49C-42E6-47D0-A16B-381A9093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這是解析定義。直接儲存如此巨大的 P，成本遠高於批次抽樣。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3ec2ac2cd4091"/>
          <a:stretch xmlns:a="http://schemas.openxmlformats.org/drawingml/2006/main"/>
        </p:blipFill>
        <p:spPr>
          <a:xfrm xmlns:a="http://schemas.openxmlformats.org/drawingml/2006/main">
            <a:off x="4556528" y="2095500"/>
            <a:ext cx="3078944" cy="762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558489c684557"/>
          <a:stretch xmlns:a="http://schemas.openxmlformats.org/drawingml/2006/main"/>
        </p:blipFill>
        <p:spPr>
          <a:xfrm xmlns:a="http://schemas.openxmlformats.org/drawingml/2006/main">
            <a:off x="2682240" y="3381375"/>
            <a:ext cx="6827520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687e588d84c2e"/>
          <a:stretch xmlns:a="http://schemas.openxmlformats.org/drawingml/2006/main"/>
        </p:blipFill>
        <p:spPr>
          <a:xfrm xmlns:a="http://schemas.openxmlformats.org/drawingml/2006/main">
            <a:off x="4400929" y="4638675"/>
            <a:ext cx="3390142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047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26A13-8B9A-4F13-A058-09BDA866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 的數值例：把狀態縮小後就能列出矩陣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3A1F6-1414-4680-BD1F-2C5856B7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停用突變與治療，N≥4 的首次進入以 † 記帳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58BA9-351D-4FB9-8609-FF0A4549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04875" y="2047875"/>
          <a:ext xmlns:a="http://schemas.openxmlformats.org/drawingml/2006/main" cx="10382250" cy="3095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30375"/>
                <a:gridCol w="1730375"/>
                <a:gridCol w="1730375"/>
                <a:gridCol w="1730375"/>
                <a:gridCol w="1730375"/>
                <a:gridCol w="1730375"/>
              </a:tblGrid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列／欄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†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0.67200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0.02800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0.09000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0.40320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0.01680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0.49000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0.02700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0.18144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0.00756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0.78400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†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f7708573b41e3"/>
          <a:stretch xmlns:a="http://schemas.openxmlformats.org/drawingml/2006/main"/>
        </p:blipFill>
        <p:spPr>
          <a:xfrm xmlns:a="http://schemas.openxmlformats.org/drawingml/2006/main">
            <a:off x="3999139" y="5286375"/>
            <a:ext cx="4193721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782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5F79A-B929-4F33-B5F8-41A225CF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為何 π 乘在 P 左側：列向量的加權平均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4DA3C-FC2C-4D14-869F-AE9DE060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每個下一步狀態，累加所有來源狀態的貢獻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FA6EE-C245-444A-9534-136DE25F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7B78E-F69D-44BA-8127-DB1D2BD8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π 的項目是「整個族群處於各狀態的機率」，不是各基因型細胞比例。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2e120cf6c4363"/>
          <a:stretch xmlns:a="http://schemas.openxmlformats.org/drawingml/2006/main"/>
        </p:blipFill>
        <p:spPr>
          <a:xfrm xmlns:a="http://schemas.openxmlformats.org/drawingml/2006/main">
            <a:off x="2989551" y="2095500"/>
            <a:ext cx="6212898" cy="857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01bc55f05425c"/>
          <a:stretch xmlns:a="http://schemas.openxmlformats.org/drawingml/2006/main"/>
        </p:blipFill>
        <p:spPr>
          <a:xfrm xmlns:a="http://schemas.openxmlformats.org/drawingml/2006/main">
            <a:off x="2466569" y="3362325"/>
            <a:ext cx="7258863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5c49e01614982"/>
          <a:stretch xmlns:a="http://schemas.openxmlformats.org/drawingml/2006/main"/>
        </p:blipFill>
        <p:spPr>
          <a:xfrm xmlns:a="http://schemas.openxmlformats.org/drawingml/2006/main">
            <a:off x="666750" y="4684481"/>
            <a:ext cx="10858500" cy="6227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469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C6270-9355-49C6-B436-726DD973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矩陣連乘描述所有路徑，不是一條模擬路徑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25016-FE3C-4C31-ADA8-044D0801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P² 加總經過所有中間狀態的兩步轉移機率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213C2-81F8-4380-9923-6F08D20A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06824-5F0C-4E99-A602-7F942804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玩具例子的數字不能直接取代完整腫瘤的 P。單條路徑使用沿途機率乘積。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136ee925d44fb"/>
          <a:stretch xmlns:a="http://schemas.openxmlformats.org/drawingml/2006/main"/>
        </p:blipFill>
        <p:spPr>
          <a:xfrm xmlns:a="http://schemas.openxmlformats.org/drawingml/2006/main">
            <a:off x="3409879" y="2066925"/>
            <a:ext cx="5372243" cy="857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2abdb864044bb"/>
          <a:stretch xmlns:a="http://schemas.openxmlformats.org/drawingml/2006/main"/>
        </p:blipFill>
        <p:spPr>
          <a:xfrm xmlns:a="http://schemas.openxmlformats.org/drawingml/2006/main">
            <a:off x="666750" y="3576496"/>
            <a:ext cx="10858500" cy="514632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b3d25cc304037"/>
          <a:stretch xmlns:a="http://schemas.openxmlformats.org/drawingml/2006/main"/>
        </p:blipFill>
        <p:spPr>
          <a:xfrm xmlns:a="http://schemas.openxmlformats.org/drawingml/2006/main">
            <a:off x="4332682" y="4781550"/>
            <a:ext cx="3526636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731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9819D-AD90-4EB2-8984-33C46161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P、Q 與 M：三種矩陣回答不同問題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6F885-19A3-4923-BB49-F897771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索引不同，因此不能把它們互相替代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470E8-0707-4CC1-8FCC-1AAB8604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2333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476625"/>
                <a:gridCol w="3667125"/>
                <a:gridCol w="1905000"/>
              </a:tblGrid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矩陣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索引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元素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列總和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完整族群狀態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父／子基因型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子代突變機率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父／子基因型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期望子代數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m_g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FDD5C-9D87-4A46-8178-838C1121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IL11 與治療使 M 隨當前狀態改變。完整 Markov 核 P 仍可保持固定。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95f98eda94bf8"/>
          <a:stretch xmlns:a="http://schemas.openxmlformats.org/drawingml/2006/main"/>
        </p:blipFill>
        <p:spPr>
          <a:xfrm xmlns:a="http://schemas.openxmlformats.org/drawingml/2006/main">
            <a:off x="666750" y="4942191"/>
            <a:ext cx="10858500" cy="5454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019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0CE4A-7E81-4DAE-9871-F0F0E66E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summarize：把基因型字典變成可畫圖的統計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1F60E-1B0A-4303-A174-365B43C8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統計只讀當前族群，與下一代抽樣分開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5FBA7-8A83-4246-A238-14782FD7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8BBC4-96FC-41A2-B0E2-3360918E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total = sum(population.values())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fractions = np.array(list(population.values()),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dtype=float) / max(total, 1)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resistant = sum(n for g, n in population.items() if g &amp;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(1 &lt;&lt; config.resistance_gene))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il11_fraction, shared_benefit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il11_environment(population, config)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07C6B-4441-4373-A038-57DC136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total：總細胞數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resistant：抗藥位元為 1 的數量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A9C06-F697-491C-B990-06053B2E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richness：不同基因型數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Shannon：考慮比例與均勻度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D4EA1-FF62-4DDD-8C1E-5F746B57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滅絕時比例避免除以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細胞數與比例的定義分開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01068-C6DF-4F95-BB62-D21226FB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115c17dc14e72"/>
          <a:stretch xmlns:a="http://schemas.openxmlformats.org/drawingml/2006/main"/>
        </p:blipFill>
        <p:spPr>
          <a:xfrm xmlns:a="http://schemas.openxmlformats.org/drawingml/2006/main">
            <a:off x="2202211" y="4953000"/>
            <a:ext cx="773995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652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8C694-BC09-440F-8DDA-2F9F9EAA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therapy_outcome：從 history 判讀復發事件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FD686-ECEC-4EC6-8B4C-825BEC3B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先低於治療起始負荷，再回到該負荷才算復發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1A185-3B53-4F6F-B67B-C27EC120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E59D7-4EA4-4004-859B-E97EDE86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start = result.therapy_generation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start is None: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dict(status="therapy_not_started",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nadir=None, relapse_generation=None)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baseline = result.history[start]["total"]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after = result.history[start + 1:]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declined = False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relapse = None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row in after: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declined |= row["total"] &lt; baseline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if declined and row["total"] &gt;= baseline: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relapse = row["generation"]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774A3-510F-488B-BB5E-2B382C91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baseline 是開始治療時總量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不是固定寫死的 20,000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0AF4C-B043-4677-9620-A861158C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declined 保存「曾下降」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relapse 是第一次回升代數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711D1-7EAA-477C-8068-53707321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未啟動、未觀察到復發與滅絕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保留不同 outcome 標記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2907E-C9AD-4E5A-ACF1-B6E69FED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123fd781e42ea"/>
          <a:stretch xmlns:a="http://schemas.openxmlformats.org/drawingml/2006/main"/>
        </p:blipFill>
        <p:spPr>
          <a:xfrm xmlns:a="http://schemas.openxmlformats.org/drawingml/2006/main">
            <a:off x="666750" y="5251084"/>
            <a:ext cx="10810875" cy="5944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592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6A55C-9965-4708-83A1-B6AB32CD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main：用獨立試驗建立可重現的實驗流程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36556-5335-43A2-A50B-1DBD452F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同一 seed 重現同一路徑，不同 replicate 使用不同 seed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965CB-4692-4970-BA19-B59E191A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02003-8D5A-43DE-A402-5B38B138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trials = [simulate(config, args.seed + 100000 + rep)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rep in range(args.replicates)]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plot_therapy_ensemble(trials, args.output)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run_comparisons(config, args.replicates, args.seed,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args.output)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run_il11_comparison(config, args.replicates, args.seed,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args.output)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metadata = dict(config=asdict(config), seed=args.seed,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replicates=args.replicates,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    therapy_seeds=[t.seed for t in trials],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    interval="median and 10–90% trial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percentiles; not confidence intervals",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8CE37-D965-4A9E-B2A0-761CC8E5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治療組 seed=42+100000+rep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rep=0,…,29，共 30 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6D2E8-ACC5-4571-9C81-9B9E441F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Config、seed、套件版本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與 outcome 一起寫入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A4401-3571-4544-9745-3AAC3AE3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CSV 保留逐代和逐次資料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簡報圖可回溯到原始數字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B59C7-644D-400E-8935-315C48B7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bdc7b503c43c8"/>
          <a:stretch xmlns:a="http://schemas.openxmlformats.org/drawingml/2006/main"/>
        </p:blipFill>
        <p:spPr>
          <a:xfrm xmlns:a="http://schemas.openxmlformats.org/drawingml/2006/main">
            <a:off x="2737562" y="5238750"/>
            <a:ext cx="6669251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6370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67242-F6B6-4588-95D0-9A97636A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多次試驗統計：滅絕零值與停止缺失分開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C0AC5-D001-4C88-8649-08775D19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後期曲線必須同時知道有效試驗數 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BBEB0-18A2-452F-AF25-57F3A13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B6FB5-05B0-41A2-90D9-C773C7FD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data = {k: np.full((len(trials), length), np.nan) for 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in keys}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generation &gt;= len(trial.history) and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trial.stop_reason != "extinction":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continue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row = trial.history[min(generation,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len(trial.history) - 1)]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total = row["total"]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key, matrix in data.items():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v = matrix[:, generation]; v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v[np.isfinite(v)]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6F70B-3C16-4CCC-B2DD-A0397D12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資料矩陣先填 NaN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只寫入實際觀察或滅絕延續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4EFE9-4BF3-4D7D-A135-52DCE353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計算上限之後維持 NaN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滅絕之後細胞數延續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5984F-0C09-43E6-B8D2-1A8845BD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比例只對仍活且有觀察的腫瘤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每代保留各指標有效 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7157C-D84D-4FA8-B967-07D8A5C3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e8233fb7040fc"/>
          <a:stretch xmlns:a="http://schemas.openxmlformats.org/drawingml/2006/main"/>
        </p:blipFill>
        <p:spPr>
          <a:xfrm xmlns:a="http://schemas.openxmlformats.org/drawingml/2006/main">
            <a:off x="764238" y="5238750"/>
            <a:ext cx="10615899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25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29F1C-1F93-49A0-B55E-00532F94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等大小取樣：避免跨門檻大小不同的混淆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7CBB0-6FD4-4732-9B4D-DA46623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從首次達標的完整族群無放回抽取 5,000 個細胞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5249A-785A-4425-8D33-F6E816A6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D4179-401D-4923-97EA-34D1FFE9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result.history[-1]["total"] &lt; 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None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 = result.populations[-1]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counts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rng.multivariate_hypergeometric(np.array(list(pop.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values()), dtype=np.int64), size)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sampled = {g: int(n) for g, n in zip(pop, counts) if n}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summarize(sampled,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result.history[-1]["generation"], result.config)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E85C4-BF60-43E5-9F63-28C663DC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不同死亡率達標代數不同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最後族群可能大於 5,000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8B1C8-69D0-49DB-ACBD-15224626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multivariate_hypergeometric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保留固定樣本總數且不放回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50354-5D46-4901-A208-26BCE777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比較等大小樣本的 H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仍須注意達標時間與選擇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D94BE-D0A1-4390-990C-B0B41AFE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001cac70048c8"/>
          <a:stretch xmlns:a="http://schemas.openxmlformats.org/drawingml/2006/main"/>
        </p:blipFill>
        <p:spPr>
          <a:xfrm xmlns:a="http://schemas.openxmlformats.org/drawingml/2006/main">
            <a:off x="1718196" y="4953000"/>
            <a:ext cx="870798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531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1C1D7-F5EC-42BC-B9F8-F2F48759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test_modeling_cancer.py：測試生物語意與不變量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2488-07EF-4F39-BDA6-CBCB17D7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測試回答「程式是否實作了預定的模型」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93D0C-87FD-492C-9BE8-6E781D34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333875"/>
                <a:gridCol w="4333875"/>
              </a:tblGrid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檢查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期望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防止的錯誤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TSG 語意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不同基因各一擊不算兩擊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把 one-hit 和 two-hit 混淆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突變守恆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前後總細胞數相同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分類時重複或遺失細胞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獨立等位基因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0/1/2 擊約 0.64/0.32/0.04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同代多突變處理錯誤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IL11、截尾、seed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共享效益、缺失、重現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環境時序與統計語意錯誤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a000149524f13"/>
          <a:stretch xmlns:a="http://schemas.openxmlformats.org/drawingml/2006/main"/>
        </p:blipFill>
        <p:spPr>
          <a:xfrm xmlns:a="http://schemas.openxmlformats.org/drawingml/2006/main">
            <a:off x="1137809" y="5381625"/>
            <a:ext cx="9916383" cy="52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141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36C27-8492-45DD-8F5B-EDB5DF30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實驗設計：每張結果圖對應不同控制條件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B3BE3-8D39-4A56-889F-BE0DDA0E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程式的參數與取樣方式決定可以比較什麼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6222D-33F7-49ED-9A0D-9AE6F7F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3762375"/>
                <a:gridCol w="4857750"/>
              </a:tblGrid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改變條件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固定條件／比較方式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治療與復發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族群達門檻後啟動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two-hit、IL11 OFF、30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TSG 門檻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one-hit / two-hit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無治療、18 代、每組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 共享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 / OFF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無治療、同位點、每組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多樣性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d=0.20 / 0.35 / 0.45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每次取 5,000 細胞、每組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B75F1-B88F-4AC3-8E16-730499F1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下一頁開始以實際模擬結果檢查上述程式規則的表現。</a:t>
            </a:r>
          </a:p>
        </p:txBody>
      </p:sp>
    </p:spTree>
    <p:extLst>
      <p:ext uri="{BB962C8B-B14F-4D97-AF65-F5344CB8AC3E}">
        <p14:creationId xmlns:p14="http://schemas.microsoft.com/office/powerpoint/2010/main" val="75067254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4FEE5-42F9-41B0-87FF-6CF41210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治療能降低負荷，能否持續控制？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46080-B3D6-4E63-8652-28646628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先看總量，再追問族群組成與變異的來源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1E796-D709-4B02-8D10-77D6F428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4C23F-7BFE-4657-BA4D-E8EB7329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負荷下降後為何再增長？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3DE1E-8FE1-4D17-8498-1E70ED25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抗藥比例升高時，哪些突變也在變化？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26266-774F-440D-A6C2-9707FBB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改變 TSG 門檻或共享環境，結果是否跟著改變？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58692-217C-4BE1-809C-289E1735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證據順序：治療反應 → 組成與多樣性 → 控制實驗 → 後續驗證。</a:t>
            </a:r>
          </a:p>
        </p:txBody>
      </p:sp>
    </p:spTree>
    <p:extLst>
      <p:ext uri="{BB962C8B-B14F-4D97-AF65-F5344CB8AC3E}">
        <p14:creationId xmlns:p14="http://schemas.microsoft.com/office/powerpoint/2010/main" val="7869885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A7BEF-1C71-44DF-8FEE-1FFC0B2A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治療後總量下降，抗藥族群再擴張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DC424-B98F-4A02-84E9-1A08D617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TSG two-hit、IL11 OFF，前 30 代每代 n=30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0DFC3-C3F5-43D0-B4A9-2CF82087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3955a936d449b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27F70-9141-4E83-9CE4-3E6AD12A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813.5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AA22A-A657-4A84-9E3A-44D42027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每次試驗最低負荷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的中位數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治療使敏感群下降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抗藥群仍可擴張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54EAC-258F-4D8B-B508-FDB93094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實線為中位數，總量虛線為 P10/P90，表示試驗間變異。</a:t>
            </a:r>
          </a:p>
        </p:txBody>
      </p:sp>
    </p:spTree>
    <p:extLst>
      <p:ext uri="{BB962C8B-B14F-4D97-AF65-F5344CB8AC3E}">
        <p14:creationId xmlns:p14="http://schemas.microsoft.com/office/powerpoint/2010/main" val="4962811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F7781-C53C-4CD1-AF01-2B23C1CC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抗藥比例迅速升高，解釋再擴張的組成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C0F82-4B3B-452C-AAE2-96B6F5B7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治療改變存活差異，突變率 μ 保持不變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B4022-B58C-458C-B742-EC17D707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afe9053408457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7E642-D017-4042-AC3F-1241E00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99.93%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405FE-7C25-4310-874F-5883C0C9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20 代中位比例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選擇壓力使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抗藥細胞佔優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3CD6F-993A-4EF3-B549-AD1F1062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比例依存活腫瘤定義；30 次試驗都觀察到第 31 代，之後因計算上限截尾。</a:t>
            </a:r>
          </a:p>
        </p:txBody>
      </p:sp>
    </p:spTree>
    <p:extLst>
      <p:ext uri="{BB962C8B-B14F-4D97-AF65-F5344CB8AC3E}">
        <p14:creationId xmlns:p14="http://schemas.microsoft.com/office/powerpoint/2010/main" val="2575361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A326F-1119-46EA-B670-A22873D0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有效基因型數顯示治療後多樣性改變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D3DE3-AE34-4505-B21F-46A32AAF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只看總負荷，會漏掉族群內部的結構變化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5B0CC-EB0C-4FEE-9EED-C778D87B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0b274940ae426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44716-A2AA-4CDC-9269-98580712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exp(H)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BC0E6-166F-4EA8-B7AB-4F680B80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H 同時考慮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種類與均勻程度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基因型數目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與負荷分開解讀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0C4A2-5C35-4AE6-B5EA-375E5576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中位與 P10/P90，n=30。多樣性描述基因型組成，不追蹤家系。</a:t>
            </a:r>
          </a:p>
        </p:txBody>
      </p:sp>
    </p:spTree>
    <p:extLst>
      <p:ext uri="{BB962C8B-B14F-4D97-AF65-F5344CB8AC3E}">
        <p14:creationId xmlns:p14="http://schemas.microsoft.com/office/powerpoint/2010/main" val="175257701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A00C2-F991-41AB-A37C-E487C3A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基因頻率：被篩選的基因與中性對照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3092A-D50B-4B38-ACD4-0AFAF094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30 次試驗以治療開始對齊，每條線是各基因突變細胞比例的中位數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FCAE9-2B49-48D1-9E5E-82A2BFE1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00deeafefc449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32EBC-1011-4423-84CE-8940FF57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4% vs 1.5%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1203C-3508-430A-BC6C-FE0BECF4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治療開始時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oncogene vs passenger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同突變率，差距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來自篩選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2DA37-27CA-45A0-A5D2-B95B32C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中位數，n=30。RES 在治療前與 passenger 同一水準：抗藥性在治療前是中性的。</a:t>
            </a:r>
          </a:p>
        </p:txBody>
      </p:sp>
    </p:spTree>
    <p:extLst>
      <p:ext uri="{BB962C8B-B14F-4D97-AF65-F5344CB8AC3E}">
        <p14:creationId xmlns:p14="http://schemas.microsoft.com/office/powerpoint/2010/main" val="115429664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89BA2-D7A9-449E-BE6F-91F59BC9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30 次試驗均復發，但事件時間仍有差異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D8A78-562C-4013-8805-5580E01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事件定義：先低於起始治療負荷，再回到該負荷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34B49-3F0E-4311-89A6-F381324E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ccee83f510401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D9498-7D85-4F65-BFE7-58F25244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30/30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1AF5B-266F-4207-83EA-027FA97E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觀察到復發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事件時間中位 28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P10/P90=26/29.1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ACA8D-B0C7-4FEA-B671-AFE419DB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樣本數為 30，結果限於本批教學參數與觀察窗口。</a:t>
            </a:r>
          </a:p>
        </p:txBody>
      </p:sp>
    </p:spTree>
    <p:extLst>
      <p:ext uri="{BB962C8B-B14F-4D97-AF65-F5344CB8AC3E}">
        <p14:creationId xmlns:p14="http://schemas.microsoft.com/office/powerpoint/2010/main" val="186656448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CC972-E909-4484-B6BD-E85F2BA5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越早治療越可能治癒：Goldie–Coldman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E4973-DA71-436B-886C-B6C978EC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治療起點 100–5,000 細胞，每個大小 200 次；理論沒有任何擬合參數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99FD2-2B76-4CC4-8669-08EAA884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40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6d194e5ec64d2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0265D-D085-48EE-B3E1-44CC6893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≈ 416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79BA6-705D-410D-8B56-89F9BFCF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理論 50% 治癒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所需的細胞數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100 細胞：99.5%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1,000 細胞：10%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B69CB-FE96-4F70-8CD0-8A026A82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治癒 = 腫瘤滅絕。治療越晚，治療前已存在的抗藥細胞越多。</a:t>
            </a:r>
          </a:p>
        </p:txBody>
      </p:sp>
    </p:spTree>
    <p:extLst>
      <p:ext uri="{BB962C8B-B14F-4D97-AF65-F5344CB8AC3E}">
        <p14:creationId xmlns:p14="http://schemas.microsoft.com/office/powerpoint/2010/main" val="89889081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F74F2-5C0C-43BD-B70F-1264CF8D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復發時間在治療開始時大致已經決定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4B2C4-5B7A-4EAA-AE9A-0BE9415D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用治療開始那一代的抗藥基因型預測復發延遲，30 次試驗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294A9-F7F3-437F-B058-0008CA11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ba2c4f895e467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E0728-123A-464A-9171-BAFFAA29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24/30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79BBC-3E21-401D-9514-44E1D0D3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完全命中的試驗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平均誤差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0.2 代（基準 2.0）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谷底：ρ* ≈ 70%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F3C78-67C2-4D64-A287-13B3F06C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帶 oncogene 的抗藥細胞長得快，是基準預測偏晚的原因。</a:t>
            </a:r>
          </a:p>
        </p:txBody>
      </p:sp>
    </p:spTree>
    <p:extLst>
      <p:ext uri="{BB962C8B-B14F-4D97-AF65-F5344CB8AC3E}">
        <p14:creationId xmlns:p14="http://schemas.microsoft.com/office/powerpoint/2010/main" val="70744240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F7B55-4965-4678-874C-93536884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殺傷率要壓過最強的抗藥細胞才能治癒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B134B-C692-4645-8A9F-B879079E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抗藥細胞殺傷率 k_R × 突變率 μ 的治癒機率，每格 30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39C18-7084-4112-A517-ECC03539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83820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24000"/>
                <a:gridCol w="971550"/>
                <a:gridCol w="971550"/>
                <a:gridCol w="971550"/>
                <a:gridCol w="971550"/>
                <a:gridCol w="971550"/>
                <a:gridCol w="971550"/>
                <a:gridCol w="971550"/>
              </a:tblGrid>
              <a:tr h="6286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μ ＼ k_R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0.35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0.45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286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0.003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43%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286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37%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286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0.0003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63%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286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0.0001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67%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72644-FF9E-4D97-9286-7B59F537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0.30 → 0.41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A5765-9EAD-45D7-BF1A-C34588FF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單純抗藥 → 帶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oncogene 的抗藥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細胞停止成長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的殺傷率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D3FAD-E6D5-4C95-914B-EAD68AC7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治癒邊界由最強的抗藥基因型決定，不是一般的抗藥細胞。</a:t>
            </a:r>
          </a:p>
        </p:txBody>
      </p:sp>
    </p:spTree>
    <p:extLst>
      <p:ext uri="{BB962C8B-B14F-4D97-AF65-F5344CB8AC3E}">
        <p14:creationId xmlns:p14="http://schemas.microsoft.com/office/powerpoint/2010/main" val="12179563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28E50-F7DD-4265-8D26-1A482424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適應性治療只有在細胞互相競爭時才有用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CB602-2A32-4869-BBF6-CF86106D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間歇用藥 vs 持續用藥的惡化時間中位數，每種設定 30 對試驗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A7C10-3358-4389-A553-F9F4D37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b8259d9fd14cc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4039F-4DDE-41A4-88BC-2E7E7541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×1.14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DD718-FDC8-47FE-8FC4-E5FB8ED7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有競爭時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間歇用藥延後惡化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無競爭時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反而較差（×0.85）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93529-070B-42DE-91C7-F87D1F5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主模型沒有競爭，因此在主模型中持續用藥較好。</a:t>
            </a:r>
          </a:p>
        </p:txBody>
      </p:sp>
    </p:spTree>
    <p:extLst>
      <p:ext uri="{BB962C8B-B14F-4D97-AF65-F5344CB8AC3E}">
        <p14:creationId xmlns:p14="http://schemas.microsoft.com/office/powerpoint/2010/main" val="176547187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269CC-9281-433A-B7E4-F0F41EE0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控制實驗：TSG 功能優勢改變生長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DBC3A-57CD-410A-8335-D6F6507B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保留 oncogene 與突變設定，比較無 TSG 優勢、one-hit 和 two-hit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4921D-1834-4416-B32C-8EC0EBC0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12f9e47e084e5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38374-18F3-4490-9BD9-F15F69E8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控制變因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573BD-DE20-4D7D-87B2-6D950896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相同突變機會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 oncogene 規則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差異來自 TSG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功能與達標門檻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C6A39-F18A-4CCD-98DC-47A53E8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每組 30 次，無治療，固定 18 代。下一頁保留試驗變異範圍。</a:t>
            </a:r>
          </a:p>
        </p:txBody>
      </p:sp>
    </p:spTree>
    <p:extLst>
      <p:ext uri="{BB962C8B-B14F-4D97-AF65-F5344CB8AC3E}">
        <p14:creationId xmlns:p14="http://schemas.microsoft.com/office/powerpoint/2010/main" val="124356999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D9A17-C4B3-428C-9C41-C96F2E64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one-hit 組的第 18 代中位負荷較高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1505E-654C-4108-9876-4D68F41D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比較同一時間點，並呈現兩組試驗變異的重疊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1166B-5007-4FC2-B0F1-1FFAB89A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7e9fc081e543e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EA322-2111-4700-9EAA-2CD185E7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+28.1%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C2021-0063-41A2-B88F-09C3E4E1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18 代中位負荷比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94,617.5 / 73,879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變異範圍仍重疊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DAF9D-1E94-471B-8002-19C5F42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n=30。實線中位，虛線 P10/P90，非信賴區間。</a:t>
            </a:r>
          </a:p>
        </p:txBody>
      </p:sp>
    </p:spTree>
    <p:extLst>
      <p:ext uri="{BB962C8B-B14F-4D97-AF65-F5344CB8AC3E}">
        <p14:creationId xmlns:p14="http://schemas.microsoft.com/office/powerpoint/2010/main" val="182805596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E8AA5-81D5-4D06-A2FD-76F2B2D6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達標比例揭示門檻差異的機制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C8FAB-8241-471C-9665-1A6772CB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這裡計算功能喪失比例，與基因熱圖的 any hit 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BA5B3-F114-4DFD-BF8C-6CEF2152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e0ab154ff14f2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7F145-1B98-4771-A292-05F4C98C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同基因兩擊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D9B74-A4FA-4DF5-A9A2-292FE43D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two-hit 達標需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累積第二等位基因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0% 對應 −2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0.99% 對應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E3435-AD5B-410B-BBF3-411EE873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n=30，中位曲線。加 0.01 後轉換，避免零值無法取對數。</a:t>
            </a:r>
          </a:p>
        </p:txBody>
      </p:sp>
    </p:spTree>
    <p:extLst>
      <p:ext uri="{BB962C8B-B14F-4D97-AF65-F5344CB8AC3E}">
        <p14:creationId xmlns:p14="http://schemas.microsoft.com/office/powerpoint/2010/main" val="173896025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D93B6-1BC1-4A51-BA4D-082357B9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終點分布：two-hit 與對照組幾乎相同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EE515-AB04-41F4-8A05-EBC613CA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條件 0：無 TSG 優勢　1：one-hit　2：two-hit，每組 n=30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73F54-DCD1-45EE-88F1-8E2C5955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f034b5dd6548e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7940-F01B-43EE-AC8F-CCD41BF7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n =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05916-6D7C-4989-9D67-513D2EB2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每個點為一次試驗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黑色大點為中位數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中位差異與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試驗間重疊一起看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7EE23-D22C-45EE-A5C2-04A745F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固定第 18 代比較。橫向抖動僅減少遮蔽，不表示其他變數。</a:t>
            </a:r>
          </a:p>
        </p:txBody>
      </p:sp>
    </p:spTree>
    <p:extLst>
      <p:ext uri="{BB962C8B-B14F-4D97-AF65-F5344CB8AC3E}">
        <p14:creationId xmlns:p14="http://schemas.microsoft.com/office/powerpoint/2010/main" val="144030022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78072-FB26-4590-9323-44361F8F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機制假設：少量生產者即可形成共享效益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9DEAC-CA3E-44F1-A0F4-22B4CA9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先看模型規則，再看 ON/OFF 模擬是否符合預期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C8ED6-5F03-41B8-AC86-3E458C20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3ceac55be4459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BECCA-1673-4A00-BCE1-EB322330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f = 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F12BF-46D1-4D51-87FC-98710037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 = 3 個百分點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達最大效益的一半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實際生產者 0–2%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18 代中位 1.6%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正落在最陡區段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08289-14AE-4B02-B907-37419856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顯示 0–10% 生產者區間。上限為 6 個百分點，完整範圍漸近此上限。</a:t>
            </a:r>
          </a:p>
        </p:txBody>
      </p:sp>
    </p:spTree>
    <p:extLst>
      <p:ext uri="{BB962C8B-B14F-4D97-AF65-F5344CB8AC3E}">
        <p14:creationId xmlns:p14="http://schemas.microsoft.com/office/powerpoint/2010/main" val="129359052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8D54A-8ECA-442F-98C8-25E02BB7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ON 組的中位負荷提高 52.5%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9FB90-582E-4E2A-8C11-19878E53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相同位點與突變機會，啟用共享死亡降低效益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49F09-CB72-4A08-815F-1191D938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516ec2a2b843c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87287-7B68-47AD-A99D-17AAA9B8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+52.5%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969A5-8083-4191-915C-B02C75A0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18 代中位負荷比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共享存活效益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使整個族群受益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89AC7-0281-4CF4-9B69-6BE947D5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n=30，實線中位、虛線 P10/P90。其他參數固定，不施加治療。</a:t>
            </a:r>
          </a:p>
        </p:txBody>
      </p:sp>
    </p:spTree>
    <p:extLst>
      <p:ext uri="{BB962C8B-B14F-4D97-AF65-F5344CB8AC3E}">
        <p14:creationId xmlns:p14="http://schemas.microsoft.com/office/powerpoint/2010/main" val="73385379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A08C2-3347-4832-91CF-7B097D67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生產者仍是少數，共享效益已可影響全族群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1FE1E-3862-418A-A062-2CB0E09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把生產者比例與負荷差異連起來解釋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14F36-5D7E-41B7-B03C-018F8ABD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50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768a94357b44a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2BF93-96A4-4D38-BD28-43EFC50B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1.60%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3786C-474A-441E-85D7-D2300825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 第 18 代中位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對應死亡率降低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約 2.67 個百分點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非生產者同樣受益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4B403-3C5C-4EA4-BE31-C96C27F5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OFF 為同一中性位點的突變比例。兩組保留相同位點與機會。</a:t>
            </a:r>
          </a:p>
        </p:txBody>
      </p:sp>
    </p:spTree>
    <p:extLst>
      <p:ext uri="{BB962C8B-B14F-4D97-AF65-F5344CB8AC3E}">
        <p14:creationId xmlns:p14="http://schemas.microsoft.com/office/powerpoint/2010/main" val="194845571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B0DCB-0BD5-4820-B622-BB92FBAA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終點散點：共享效益與隨機變異並存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CCF46-01DC-42F9-828D-C74714AA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條件 0：OFF　條件 1：ON，固定第 18 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50C47-A62F-410D-B990-613FD59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a7e061200c48a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BD9FF-DBA8-4336-8D82-1F2DCD8A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n =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E3525-D2CE-4F17-BEE3-61EE4555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每個點為一次試驗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黑色大點為中位數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中位差異與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試驗間重疊一起看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FA97E-8440-4BEB-B0ED-4CFB1D6D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固定第 18 代比較。橫向抖動僅減少遮蔽，不表示其他變數。</a:t>
            </a:r>
          </a:p>
        </p:txBody>
      </p:sp>
    </p:spTree>
    <p:extLst>
      <p:ext uri="{BB962C8B-B14F-4D97-AF65-F5344CB8AC3E}">
        <p14:creationId xmlns:p14="http://schemas.microsoft.com/office/powerpoint/2010/main" val="126145796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F7456-622A-48F4-991D-E70DBFD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高死亡率組的等大小樣本較多樣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8836B-DB8E-464D-9ED1-77CB1054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首次達標後無放回取 5,000 細胞，每組 30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599B1-1603-4FC5-97F5-B4C38AAD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94958d3bf740f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DB367-F0EB-480E-B081-5CE605A5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1.06 / 1.80</a:t>
            </a:r>
          </a:p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2.83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EEDB1-4A0D-4128-9C25-25E9924F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三組 H 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達標世代中位數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8、14、26.5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5591C-21F3-41E9-ABAE-7CDC296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每點為一次試驗，黑色大點為中位數。比較等大小樣本，達標時間仍不同。</a:t>
            </a:r>
          </a:p>
        </p:txBody>
      </p:sp>
    </p:spTree>
    <p:extLst>
      <p:ext uri="{BB962C8B-B14F-4D97-AF65-F5344CB8AC3E}">
        <p14:creationId xmlns:p14="http://schemas.microsoft.com/office/powerpoint/2010/main" val="51370400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A7055-B8CC-40B9-A18C-93B342E7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結果支持的機制與下一步實驗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0A0BE-A8D0-4FA7-AB6E-DC24F257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每一個解釋，都對應可改動的程式參數和可量測指標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2DE2A-2249-4424-93CC-C43F434A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3333750"/>
                <a:gridCol w="4857750"/>
              </a:tblGrid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觀察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程式中的可能機制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下一步與指標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抗藥佔優與復發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kill_R 要壓過最強抗藥型（已掃描）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加入免疫或空間結構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比較治癒邊界是否移動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 ON 負荷較高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b(f) 讓非生產者也受益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掃描 b_max、K，加分泌成本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負荷差異、生產者比例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高死亡組 H 較高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周轉與達標時間共同影響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固定世代和負荷分別比較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H、達標率與代數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CEF52-9D82-4A62-9CDF-7ABEDDE1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這些是指定參數下的模擬觀察。後續需敏感度分析與資料校準。</a:t>
            </a:r>
          </a:p>
        </p:txBody>
      </p:sp>
    </p:spTree>
    <p:extLst>
      <p:ext uri="{BB962C8B-B14F-4D97-AF65-F5344CB8AC3E}">
        <p14:creationId xmlns:p14="http://schemas.microsoft.com/office/powerpoint/2010/main" val="176234047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B8034-2094-4001-A51F-F7ECDA6C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程式與數學如何共同解釋模擬結果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57C84-1137-4637-8203-9491604B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資料表示決定狀態，抽樣規則決定轉移，統計決定解讀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F8BEE-DC58-4C41-B6E7-BD8A82C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81500"/>
                <a:gridCol w="2762250"/>
                <a:gridCol w="3714750"/>
              </a:tblGrid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程式物件／步驟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數學意義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可解釋的結果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population + therapy_generation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完整狀態 Sₜ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相同負荷的不同後續行為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survivors / triples / mutation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Binomial 抽樣與 Q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生長、選擇與新基因型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simulate + 多次試驗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 的路徑抽樣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復發比例與試驗間變異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summarize + 取樣 + tests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指標、比較與不變量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可追溯並驗證的分析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c63cf57cf44dd"/>
          <a:stretch xmlns:a="http://schemas.openxmlformats.org/drawingml/2006/main"/>
        </p:blipFill>
        <p:spPr>
          <a:xfrm xmlns:a="http://schemas.openxmlformats.org/drawingml/2006/main">
            <a:off x="1505379" y="5381625"/>
            <a:ext cx="9181242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82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2026-10-14T22:14:08.4310000Z</dcterms:created>
  <dcterms:modified xsi:type="dcterms:W3CDTF">2026-10-14T22:14:08.4310000Z</dcterms:modified>
</coreProperties>
</file>