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2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3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.xml" ContentType="application/vnd.openxmlformats-officedocument.drawingml.chart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slides/charts/chart5.xml" ContentType="application/vnd.openxmlformats-officedocument.drawingml.chart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slides/charts/chart6.xml" ContentType="application/vnd.openxmlformats-officedocument.drawingml.chart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slides/charts/chart7.xml" ContentType="application/vnd.openxmlformats-officedocument.drawingml.chart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slides/charts/chart8.xml" ContentType="application/vnd.openxmlformats-officedocument.drawingml.chart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slides/charts/chart9.xml" ContentType="application/vnd.openxmlformats-officedocument.drawingml.chart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slides/charts/chart10.xml" ContentType="application/vnd.openxmlformats-officedocument.drawingml.chart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slides/charts/chart11.xml" ContentType="application/vnd.openxmlformats-officedocument.drawingml.chart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slides/charts/chart12.xml" ContentType="application/vnd.openxmlformats-officedocument.drawingml.chart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slides/charts/chart13.xml" ContentType="application/vnd.openxmlformats-officedocument.drawingml.chart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slides/charts/chart14.xml" ContentType="application/vnd.openxmlformats-officedocument.drawingml.chart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slides/charts/chart15.xml" ContentType="application/vnd.openxmlformats-officedocument.drawingml.chart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slides/charts/chart16.xml" ContentType="application/vnd.openxmlformats-officedocument.drawingml.chart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slides/charts/chart17.xml" ContentType="application/vnd.openxmlformats-officedocument.drawingml.chart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slides/charts/chart18.xml" ContentType="application/vnd.openxmlformats-officedocument.drawingml.chart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535db6d3c74d5a" /><Relationship Type="http://schemas.openxmlformats.org/officeDocument/2006/relationships/extended-properties" Target="/docProps/app.xml" Id="Rfd48bc8d6e8947b5" /><Relationship Type="http://schemas.openxmlformats.org/officeDocument/2006/relationships/officeDocument" Target="/ppt/presentation.xml" Id="Raa083df1994e48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bb3d21c023423b"/>
  </p:sldMasterIdLst>
  <p:notesMasterIdLst>
    <p:notesMasterId xmlns:r="http://schemas.openxmlformats.org/officeDocument/2006/relationships" r:id="R60e8e5d9e1364aa0"/>
  </p:notesMasterIdLst>
  <p:sldIdLst>
    <p:sldId xmlns:r="http://schemas.openxmlformats.org/officeDocument/2006/relationships" id="256" r:id="R51f122921b274f5c"/>
    <p:sldId xmlns:r="http://schemas.openxmlformats.org/officeDocument/2006/relationships" id="257" r:id="Rb3132f9c35ae4b8b"/>
    <p:sldId xmlns:r="http://schemas.openxmlformats.org/officeDocument/2006/relationships" id="258" r:id="R5e1b6d9199dc4b56"/>
    <p:sldId xmlns:r="http://schemas.openxmlformats.org/officeDocument/2006/relationships" id="259" r:id="Rc843bc1e2190426a"/>
    <p:sldId xmlns:r="http://schemas.openxmlformats.org/officeDocument/2006/relationships" id="260" r:id="R2ddb07dafe8f4caa"/>
    <p:sldId xmlns:r="http://schemas.openxmlformats.org/officeDocument/2006/relationships" id="261" r:id="Raf6b9f11e9d547b2"/>
    <p:sldId xmlns:r="http://schemas.openxmlformats.org/officeDocument/2006/relationships" id="262" r:id="R76c8e6798dcf4ea0"/>
    <p:sldId xmlns:r="http://schemas.openxmlformats.org/officeDocument/2006/relationships" id="263" r:id="R7b5d9cce2fec4daa"/>
    <p:sldId xmlns:r="http://schemas.openxmlformats.org/officeDocument/2006/relationships" id="264" r:id="R352822fd67994399"/>
    <p:sldId xmlns:r="http://schemas.openxmlformats.org/officeDocument/2006/relationships" id="265" r:id="Rae0c109daabe4e94"/>
    <p:sldId xmlns:r="http://schemas.openxmlformats.org/officeDocument/2006/relationships" id="266" r:id="Rd9d439591ad14cdf"/>
    <p:sldId xmlns:r="http://schemas.openxmlformats.org/officeDocument/2006/relationships" id="267" r:id="R66190cc6f67f4011"/>
    <p:sldId xmlns:r="http://schemas.openxmlformats.org/officeDocument/2006/relationships" id="268" r:id="R36b62448213e485e"/>
    <p:sldId xmlns:r="http://schemas.openxmlformats.org/officeDocument/2006/relationships" id="269" r:id="Rca08a4d18a574c66"/>
    <p:sldId xmlns:r="http://schemas.openxmlformats.org/officeDocument/2006/relationships" id="270" r:id="Re1776ffd69244f6f"/>
    <p:sldId xmlns:r="http://schemas.openxmlformats.org/officeDocument/2006/relationships" id="271" r:id="Ra046fac22d314073"/>
    <p:sldId xmlns:r="http://schemas.openxmlformats.org/officeDocument/2006/relationships" id="272" r:id="R7c66588580d1498d"/>
    <p:sldId xmlns:r="http://schemas.openxmlformats.org/officeDocument/2006/relationships" id="273" r:id="R0c890b0f745d4c27"/>
    <p:sldId xmlns:r="http://schemas.openxmlformats.org/officeDocument/2006/relationships" id="274" r:id="R1cff571d2d2a4fc5"/>
    <p:sldId xmlns:r="http://schemas.openxmlformats.org/officeDocument/2006/relationships" id="275" r:id="R806284572a1541db"/>
    <p:sldId xmlns:r="http://schemas.openxmlformats.org/officeDocument/2006/relationships" id="276" r:id="Ra38446dd2c0e4ee4"/>
    <p:sldId xmlns:r="http://schemas.openxmlformats.org/officeDocument/2006/relationships" id="277" r:id="R7beee49034de49b0"/>
    <p:sldId xmlns:r="http://schemas.openxmlformats.org/officeDocument/2006/relationships" id="278" r:id="R5d42fec645a4456d"/>
    <p:sldId xmlns:r="http://schemas.openxmlformats.org/officeDocument/2006/relationships" id="279" r:id="R0ddaad5d99bf4399"/>
    <p:sldId xmlns:r="http://schemas.openxmlformats.org/officeDocument/2006/relationships" id="280" r:id="R6f85fbbdc01b4eb2"/>
    <p:sldId xmlns:r="http://schemas.openxmlformats.org/officeDocument/2006/relationships" id="281" r:id="Rb0c9dc2059c34dda"/>
    <p:sldId xmlns:r="http://schemas.openxmlformats.org/officeDocument/2006/relationships" id="282" r:id="R057bbe23a51243bf"/>
    <p:sldId xmlns:r="http://schemas.openxmlformats.org/officeDocument/2006/relationships" id="283" r:id="Ra8cbd13ee73b48a0"/>
    <p:sldId xmlns:r="http://schemas.openxmlformats.org/officeDocument/2006/relationships" id="284" r:id="R8c32eba1a9ac4566"/>
    <p:sldId xmlns:r="http://schemas.openxmlformats.org/officeDocument/2006/relationships" id="285" r:id="Ra5b3c467d0f140f3"/>
    <p:sldId xmlns:r="http://schemas.openxmlformats.org/officeDocument/2006/relationships" id="286" r:id="R31f0194ec84f488a"/>
    <p:sldId xmlns:r="http://schemas.openxmlformats.org/officeDocument/2006/relationships" id="287" r:id="R6faf8464493c4ca3"/>
    <p:sldId xmlns:r="http://schemas.openxmlformats.org/officeDocument/2006/relationships" id="288" r:id="R79c5a0023c144592"/>
    <p:sldId xmlns:r="http://schemas.openxmlformats.org/officeDocument/2006/relationships" id="289" r:id="R5b6d4252be1b4a03"/>
    <p:sldId xmlns:r="http://schemas.openxmlformats.org/officeDocument/2006/relationships" id="290" r:id="R02bc543f91ed4ef7"/>
    <p:sldId xmlns:r="http://schemas.openxmlformats.org/officeDocument/2006/relationships" id="291" r:id="Rc102957f70404377"/>
    <p:sldId xmlns:r="http://schemas.openxmlformats.org/officeDocument/2006/relationships" id="292" r:id="R1e364c5134724664"/>
    <p:sldId xmlns:r="http://schemas.openxmlformats.org/officeDocument/2006/relationships" id="293" r:id="R47de152330d640fa"/>
    <p:sldId xmlns:r="http://schemas.openxmlformats.org/officeDocument/2006/relationships" id="294" r:id="Rbdd48be403a943e5"/>
    <p:sldId xmlns:r="http://schemas.openxmlformats.org/officeDocument/2006/relationships" id="295" r:id="R0b641e139a49472b"/>
    <p:sldId xmlns:r="http://schemas.openxmlformats.org/officeDocument/2006/relationships" id="296" r:id="R4fed02dd03fc40fa"/>
    <p:sldId xmlns:r="http://schemas.openxmlformats.org/officeDocument/2006/relationships" id="297" r:id="Rbfa32b1171b44c59"/>
    <p:sldId xmlns:r="http://schemas.openxmlformats.org/officeDocument/2006/relationships" id="298" r:id="R897533807bab4aed"/>
    <p:sldId xmlns:r="http://schemas.openxmlformats.org/officeDocument/2006/relationships" id="299" r:id="R41a503f3e3d44756"/>
    <p:sldId xmlns:r="http://schemas.openxmlformats.org/officeDocument/2006/relationships" id="300" r:id="Re39bb7c22f524b47"/>
    <p:sldId xmlns:r="http://schemas.openxmlformats.org/officeDocument/2006/relationships" id="301" r:id="R22bfb99283c04871"/>
    <p:sldId xmlns:r="http://schemas.openxmlformats.org/officeDocument/2006/relationships" id="302" r:id="R54677ef176104eb9"/>
    <p:sldId xmlns:r="http://schemas.openxmlformats.org/officeDocument/2006/relationships" id="303" r:id="R599f31b0a88c4794"/>
    <p:sldId xmlns:r="http://schemas.openxmlformats.org/officeDocument/2006/relationships" id="304" r:id="Rdf2da0c7409d45b4"/>
    <p:sldId xmlns:r="http://schemas.openxmlformats.org/officeDocument/2006/relationships" id="305" r:id="R0df56b3193f44485"/>
    <p:sldId xmlns:r="http://schemas.openxmlformats.org/officeDocument/2006/relationships" id="306" r:id="R6c1b9361be7c4f39"/>
    <p:sldId xmlns:r="http://schemas.openxmlformats.org/officeDocument/2006/relationships" id="307" r:id="R382ca609173140bd"/>
    <p:sldId xmlns:r="http://schemas.openxmlformats.org/officeDocument/2006/relationships" id="308" r:id="R7bc7b57bc8a84c9f"/>
    <p:sldId xmlns:r="http://schemas.openxmlformats.org/officeDocument/2006/relationships" id="309" r:id="R1eb6dd3827be4c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e72c12b26b4ba8" /><Relationship Type="http://schemas.openxmlformats.org/officeDocument/2006/relationships/slideMaster" Target="/ppt/slideMasters/slideMaster1.xml" Id="Rccbb3d21c023423b" /><Relationship Type="http://schemas.openxmlformats.org/officeDocument/2006/relationships/notesMaster" Target="/ppt/notesMasters/notesMaster1.xml" Id="R60e8e5d9e1364aa0" /><Relationship Type="http://schemas.openxmlformats.org/officeDocument/2006/relationships/presProps" Target="/ppt/presProps.xml" Id="Rf346ec753ab24340" /><Relationship Type="http://schemas.openxmlformats.org/officeDocument/2006/relationships/tableStyles" Target="/ppt/tableStyles.xml" Id="R84392caab9c04f58" /><Relationship Type="http://schemas.openxmlformats.org/officeDocument/2006/relationships/slide" Target="/ppt/slides/slide1.xml" Id="R51f122921b274f5c" /><Relationship Type="http://schemas.openxmlformats.org/officeDocument/2006/relationships/slide" Target="/ppt/slides/slide2.xml" Id="Rb3132f9c35ae4b8b" /><Relationship Type="http://schemas.openxmlformats.org/officeDocument/2006/relationships/slide" Target="/ppt/slides/slide3.xml" Id="R5e1b6d9199dc4b56" /><Relationship Type="http://schemas.openxmlformats.org/officeDocument/2006/relationships/slide" Target="/ppt/slides/slide4.xml" Id="Rc843bc1e2190426a" /><Relationship Type="http://schemas.openxmlformats.org/officeDocument/2006/relationships/slide" Target="/ppt/slides/slide5.xml" Id="R2ddb07dafe8f4caa" /><Relationship Type="http://schemas.openxmlformats.org/officeDocument/2006/relationships/slide" Target="/ppt/slides/slide6.xml" Id="Raf6b9f11e9d547b2" /><Relationship Type="http://schemas.openxmlformats.org/officeDocument/2006/relationships/slide" Target="/ppt/slides/slide7.xml" Id="R76c8e6798dcf4ea0" /><Relationship Type="http://schemas.openxmlformats.org/officeDocument/2006/relationships/slide" Target="/ppt/slides/slide8.xml" Id="R7b5d9cce2fec4daa" /><Relationship Type="http://schemas.openxmlformats.org/officeDocument/2006/relationships/slide" Target="/ppt/slides/slide9.xml" Id="R352822fd67994399" /><Relationship Type="http://schemas.openxmlformats.org/officeDocument/2006/relationships/slide" Target="/ppt/slides/slide10.xml" Id="Rae0c109daabe4e94" /><Relationship Type="http://schemas.openxmlformats.org/officeDocument/2006/relationships/slide" Target="/ppt/slides/slide11.xml" Id="Rd9d439591ad14cdf" /><Relationship Type="http://schemas.openxmlformats.org/officeDocument/2006/relationships/slide" Target="/ppt/slides/slide12.xml" Id="R66190cc6f67f4011" /><Relationship Type="http://schemas.openxmlformats.org/officeDocument/2006/relationships/slide" Target="/ppt/slides/slide13.xml" Id="R36b62448213e485e" /><Relationship Type="http://schemas.openxmlformats.org/officeDocument/2006/relationships/slide" Target="/ppt/slides/slide14.xml" Id="Rca08a4d18a574c66" /><Relationship Type="http://schemas.openxmlformats.org/officeDocument/2006/relationships/slide" Target="/ppt/slides/slide15.xml" Id="Re1776ffd69244f6f" /><Relationship Type="http://schemas.openxmlformats.org/officeDocument/2006/relationships/slide" Target="/ppt/slides/slide16.xml" Id="Ra046fac22d314073" /><Relationship Type="http://schemas.openxmlformats.org/officeDocument/2006/relationships/slide" Target="/ppt/slides/slide17.xml" Id="R7c66588580d1498d" /><Relationship Type="http://schemas.openxmlformats.org/officeDocument/2006/relationships/slide" Target="/ppt/slides/slide18.xml" Id="R0c890b0f745d4c27" /><Relationship Type="http://schemas.openxmlformats.org/officeDocument/2006/relationships/slide" Target="/ppt/slides/slide19.xml" Id="R1cff571d2d2a4fc5" /><Relationship Type="http://schemas.openxmlformats.org/officeDocument/2006/relationships/slide" Target="/ppt/slides/slide20.xml" Id="R806284572a1541db" /><Relationship Type="http://schemas.openxmlformats.org/officeDocument/2006/relationships/slide" Target="/ppt/slides/slide21.xml" Id="Ra38446dd2c0e4ee4" /><Relationship Type="http://schemas.openxmlformats.org/officeDocument/2006/relationships/slide" Target="/ppt/slides/slide22.xml" Id="R7beee49034de49b0" /><Relationship Type="http://schemas.openxmlformats.org/officeDocument/2006/relationships/slide" Target="/ppt/slides/slide23.xml" Id="R5d42fec645a4456d" /><Relationship Type="http://schemas.openxmlformats.org/officeDocument/2006/relationships/slide" Target="/ppt/slides/slide24.xml" Id="R0ddaad5d99bf4399" /><Relationship Type="http://schemas.openxmlformats.org/officeDocument/2006/relationships/slide" Target="/ppt/slides/slide25.xml" Id="R6f85fbbdc01b4eb2" /><Relationship Type="http://schemas.openxmlformats.org/officeDocument/2006/relationships/slide" Target="/ppt/slides/slide26.xml" Id="Rb0c9dc2059c34dda" /><Relationship Type="http://schemas.openxmlformats.org/officeDocument/2006/relationships/slide" Target="/ppt/slides/slide27.xml" Id="R057bbe23a51243bf" /><Relationship Type="http://schemas.openxmlformats.org/officeDocument/2006/relationships/slide" Target="/ppt/slides/slide28.xml" Id="Ra8cbd13ee73b48a0" /><Relationship Type="http://schemas.openxmlformats.org/officeDocument/2006/relationships/slide" Target="/ppt/slides/slide29.xml" Id="R8c32eba1a9ac4566" /><Relationship Type="http://schemas.openxmlformats.org/officeDocument/2006/relationships/slide" Target="/ppt/slides/slide30.xml" Id="Ra5b3c467d0f140f3" /><Relationship Type="http://schemas.openxmlformats.org/officeDocument/2006/relationships/slide" Target="/ppt/slides/slide31.xml" Id="R31f0194ec84f488a" /><Relationship Type="http://schemas.openxmlformats.org/officeDocument/2006/relationships/slide" Target="/ppt/slides/slide32.xml" Id="R6faf8464493c4ca3" /><Relationship Type="http://schemas.openxmlformats.org/officeDocument/2006/relationships/slide" Target="/ppt/slides/slide33.xml" Id="R79c5a0023c144592" /><Relationship Type="http://schemas.openxmlformats.org/officeDocument/2006/relationships/slide" Target="/ppt/slides/slide34.xml" Id="R5b6d4252be1b4a03" /><Relationship Type="http://schemas.openxmlformats.org/officeDocument/2006/relationships/slide" Target="/ppt/slides/slide35.xml" Id="R02bc543f91ed4ef7" /><Relationship Type="http://schemas.openxmlformats.org/officeDocument/2006/relationships/slide" Target="/ppt/slides/slide36.xml" Id="Rc102957f70404377" /><Relationship Type="http://schemas.openxmlformats.org/officeDocument/2006/relationships/slide" Target="/ppt/slides/slide37.xml" Id="R1e364c5134724664" /><Relationship Type="http://schemas.openxmlformats.org/officeDocument/2006/relationships/slide" Target="/ppt/slides/slide38.xml" Id="R47de152330d640fa" /><Relationship Type="http://schemas.openxmlformats.org/officeDocument/2006/relationships/slide" Target="/ppt/slides/slide39.xml" Id="Rbdd48be403a943e5" /><Relationship Type="http://schemas.openxmlformats.org/officeDocument/2006/relationships/slide" Target="/ppt/slides/slide40.xml" Id="R0b641e139a49472b" /><Relationship Type="http://schemas.openxmlformats.org/officeDocument/2006/relationships/slide" Target="/ppt/slides/slide41.xml" Id="R4fed02dd03fc40fa" /><Relationship Type="http://schemas.openxmlformats.org/officeDocument/2006/relationships/slide" Target="/ppt/slides/slide42.xml" Id="Rbfa32b1171b44c59" /><Relationship Type="http://schemas.openxmlformats.org/officeDocument/2006/relationships/slide" Target="/ppt/slides/slide43.xml" Id="R897533807bab4aed" /><Relationship Type="http://schemas.openxmlformats.org/officeDocument/2006/relationships/slide" Target="/ppt/slides/slide44.xml" Id="R41a503f3e3d44756" /><Relationship Type="http://schemas.openxmlformats.org/officeDocument/2006/relationships/slide" Target="/ppt/slides/slide45.xml" Id="Re39bb7c22f524b47" /><Relationship Type="http://schemas.openxmlformats.org/officeDocument/2006/relationships/slide" Target="/ppt/slides/slide46.xml" Id="R22bfb99283c04871" /><Relationship Type="http://schemas.openxmlformats.org/officeDocument/2006/relationships/slide" Target="/ppt/slides/slide47.xml" Id="R54677ef176104eb9" /><Relationship Type="http://schemas.openxmlformats.org/officeDocument/2006/relationships/slide" Target="/ppt/slides/slide48.xml" Id="R599f31b0a88c4794" /><Relationship Type="http://schemas.openxmlformats.org/officeDocument/2006/relationships/slide" Target="/ppt/slides/slide49.xml" Id="Rdf2da0c7409d45b4" /><Relationship Type="http://schemas.openxmlformats.org/officeDocument/2006/relationships/slide" Target="/ppt/slides/slide50.xml" Id="R0df56b3193f44485" /><Relationship Type="http://schemas.openxmlformats.org/officeDocument/2006/relationships/slide" Target="/ppt/slides/slide51.xml" Id="R6c1b9361be7c4f39" /><Relationship Type="http://schemas.openxmlformats.org/officeDocument/2006/relationships/slide" Target="/ppt/slides/slide52.xml" Id="R382ca609173140bd" /><Relationship Type="http://schemas.openxmlformats.org/officeDocument/2006/relationships/slide" Target="/ppt/slides/slide53.xml" Id="R7bc7b57bc8a84c9f" /><Relationship Type="http://schemas.openxmlformats.org/officeDocument/2006/relationships/slide" Target="/ppt/slides/slide54.xml" Id="R1eb6dd3827be4c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29ca1015bb46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fdfae41bbf44c2" /><Relationship Type="http://schemas.openxmlformats.org/officeDocument/2006/relationships/notesMaster" Target="/ppt/notesMasters/notesMaster1.xml" Id="R43d324d3982c45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ee3c305dff4040" /><Relationship Type="http://schemas.openxmlformats.org/officeDocument/2006/relationships/notesMaster" Target="/ppt/notesMasters/notesMaster1.xml" Id="Ra3ba32dd1ed342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21052086d648af" /><Relationship Type="http://schemas.openxmlformats.org/officeDocument/2006/relationships/notesMaster" Target="/ppt/notesMasters/notesMaster1.xml" Id="R7344eb0c68144d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e0059ed2664f17" /><Relationship Type="http://schemas.openxmlformats.org/officeDocument/2006/relationships/notesMaster" Target="/ppt/notesMasters/notesMaster1.xml" Id="R490ccc354d4b4d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652b902d7241a6" /><Relationship Type="http://schemas.openxmlformats.org/officeDocument/2006/relationships/notesMaster" Target="/ppt/notesMasters/notesMaster1.xml" Id="Rad367d62ec3646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fef5c5cd364e10" /><Relationship Type="http://schemas.openxmlformats.org/officeDocument/2006/relationships/notesMaster" Target="/ppt/notesMasters/notesMaster1.xml" Id="R5d70af6a06254c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7fe3395d3042a5" /><Relationship Type="http://schemas.openxmlformats.org/officeDocument/2006/relationships/notesMaster" Target="/ppt/notesMasters/notesMaster1.xml" Id="Rbda67b3fae5747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ae369bc0f24b2a" /><Relationship Type="http://schemas.openxmlformats.org/officeDocument/2006/relationships/notesMaster" Target="/ppt/notesMasters/notesMaster1.xml" Id="R780b5fc0129544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fc9264e1934f3c" /><Relationship Type="http://schemas.openxmlformats.org/officeDocument/2006/relationships/notesMaster" Target="/ppt/notesMasters/notesMaster1.xml" Id="Rfbe4e0b1539e41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4f8acf1bbbd4504" /><Relationship Type="http://schemas.openxmlformats.org/officeDocument/2006/relationships/notesMaster" Target="/ppt/notesMasters/notesMaster1.xml" Id="R4dde4d5b09854f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a87b46f322041dc" /><Relationship Type="http://schemas.openxmlformats.org/officeDocument/2006/relationships/notesMaster" Target="/ppt/notesMasters/notesMaster1.xml" Id="R96bef032ec9e4c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67db05d0e74b49" /><Relationship Type="http://schemas.openxmlformats.org/officeDocument/2006/relationships/notesMaster" Target="/ppt/notesMasters/notesMaster1.xml" Id="R9dcb0f8179a942e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ae6075da41c4dab" /><Relationship Type="http://schemas.openxmlformats.org/officeDocument/2006/relationships/notesMaster" Target="/ppt/notesMasters/notesMaster1.xml" Id="R35676bcc576c45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8d4f94094834dfb" /><Relationship Type="http://schemas.openxmlformats.org/officeDocument/2006/relationships/notesMaster" Target="/ppt/notesMasters/notesMaster1.xml" Id="Ra617826f9a4f42c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62f4ffa88fd4460" /><Relationship Type="http://schemas.openxmlformats.org/officeDocument/2006/relationships/notesMaster" Target="/ppt/notesMasters/notesMaster1.xml" Id="Ref7183440dfd424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f234919267e4ba3" /><Relationship Type="http://schemas.openxmlformats.org/officeDocument/2006/relationships/notesMaster" Target="/ppt/notesMasters/notesMaster1.xml" Id="Rffc7179c1ba4457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3e4df277f6e45fb" /><Relationship Type="http://schemas.openxmlformats.org/officeDocument/2006/relationships/notesMaster" Target="/ppt/notesMasters/notesMaster1.xml" Id="R032f5f4d01824e2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a43ebd5bd44483f" /><Relationship Type="http://schemas.openxmlformats.org/officeDocument/2006/relationships/notesMaster" Target="/ppt/notesMasters/notesMaster1.xml" Id="Re0b88ad760fe4e7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17bb35780254034" /><Relationship Type="http://schemas.openxmlformats.org/officeDocument/2006/relationships/notesMaster" Target="/ppt/notesMasters/notesMaster1.xml" Id="R08457f50c8e84df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8c50116ebf94096" /><Relationship Type="http://schemas.openxmlformats.org/officeDocument/2006/relationships/notesMaster" Target="/ppt/notesMasters/notesMaster1.xml" Id="R0baa9b69e68646b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a7c2cbc77e64e86" /><Relationship Type="http://schemas.openxmlformats.org/officeDocument/2006/relationships/notesMaster" Target="/ppt/notesMasters/notesMaster1.xml" Id="R148f592cbfc0463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80421c2952f4d14" /><Relationship Type="http://schemas.openxmlformats.org/officeDocument/2006/relationships/notesMaster" Target="/ppt/notesMasters/notesMaster1.xml" Id="Rcdf7154fea22487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7537529167748a2" /><Relationship Type="http://schemas.openxmlformats.org/officeDocument/2006/relationships/notesMaster" Target="/ppt/notesMasters/notesMaster1.xml" Id="R368d69d05a754bb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6e697c54f534e2c" /><Relationship Type="http://schemas.openxmlformats.org/officeDocument/2006/relationships/notesMaster" Target="/ppt/notesMasters/notesMaster1.xml" Id="R7406b957ca454c4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c94cbcb3c4c4575" /><Relationship Type="http://schemas.openxmlformats.org/officeDocument/2006/relationships/notesMaster" Target="/ppt/notesMasters/notesMaster1.xml" Id="R6d43308f172947e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9706ac8a8f8490b" /><Relationship Type="http://schemas.openxmlformats.org/officeDocument/2006/relationships/notesMaster" Target="/ppt/notesMasters/notesMaster1.xml" Id="Rd624255ee94744f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5968db4f3ea4529" /><Relationship Type="http://schemas.openxmlformats.org/officeDocument/2006/relationships/notesMaster" Target="/ppt/notesMasters/notesMaster1.xml" Id="R6dd354a671e3495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ba5388f23d24d32" /><Relationship Type="http://schemas.openxmlformats.org/officeDocument/2006/relationships/notesMaster" Target="/ppt/notesMasters/notesMaster1.xml" Id="R156d253fee81435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81d630ad85948e2" /><Relationship Type="http://schemas.openxmlformats.org/officeDocument/2006/relationships/notesMaster" Target="/ppt/notesMasters/notesMaster1.xml" Id="Rb895e039a6ba44e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6ee5df282b94a24" /><Relationship Type="http://schemas.openxmlformats.org/officeDocument/2006/relationships/notesMaster" Target="/ppt/notesMasters/notesMaster1.xml" Id="R2aa24b9d01c64c5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9a293be6df5472f" /><Relationship Type="http://schemas.openxmlformats.org/officeDocument/2006/relationships/notesMaster" Target="/ppt/notesMasters/notesMaster1.xml" Id="R19eab9090ca04d0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b2318105bdc463b" /><Relationship Type="http://schemas.openxmlformats.org/officeDocument/2006/relationships/notesMaster" Target="/ppt/notesMasters/notesMaster1.xml" Id="R361344d29dbf46c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32d58bd6d404442" /><Relationship Type="http://schemas.openxmlformats.org/officeDocument/2006/relationships/notesMaster" Target="/ppt/notesMasters/notesMaster1.xml" Id="Rfe72c2589d464dc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6991fc155cc4659" /><Relationship Type="http://schemas.openxmlformats.org/officeDocument/2006/relationships/notesMaster" Target="/ppt/notesMasters/notesMaster1.xml" Id="R79d09eadc4e0432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36131aa07be4057" /><Relationship Type="http://schemas.openxmlformats.org/officeDocument/2006/relationships/notesMaster" Target="/ppt/notesMasters/notesMaster1.xml" Id="R8823bff0c8e44e4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127943d9dd041e5" /><Relationship Type="http://schemas.openxmlformats.org/officeDocument/2006/relationships/notesMaster" Target="/ppt/notesMasters/notesMaster1.xml" Id="R3f27595897914ca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9c11fde45c74ac5" /><Relationship Type="http://schemas.openxmlformats.org/officeDocument/2006/relationships/notesMaster" Target="/ppt/notesMasters/notesMaster1.xml" Id="R78a381061f564fa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590b7d71aec4864" /><Relationship Type="http://schemas.openxmlformats.org/officeDocument/2006/relationships/notesMaster" Target="/ppt/notesMasters/notesMaster1.xml" Id="R8a07e414573a4b3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a6c1ee15c3f452b" /><Relationship Type="http://schemas.openxmlformats.org/officeDocument/2006/relationships/notesMaster" Target="/ppt/notesMasters/notesMaster1.xml" Id="R73d971bc45aa493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9d8586ad9dd44c7" /><Relationship Type="http://schemas.openxmlformats.org/officeDocument/2006/relationships/notesMaster" Target="/ppt/notesMasters/notesMaster1.xml" Id="R79aeaaa5641b45d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453975a44994ab4" /><Relationship Type="http://schemas.openxmlformats.org/officeDocument/2006/relationships/notesMaster" Target="/ppt/notesMasters/notesMaster1.xml" Id="R874f18d6a86e410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e66c02d69264759" /><Relationship Type="http://schemas.openxmlformats.org/officeDocument/2006/relationships/notesMaster" Target="/ppt/notesMasters/notesMaster1.xml" Id="R1f969852922443f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1516959c960421b" /><Relationship Type="http://schemas.openxmlformats.org/officeDocument/2006/relationships/notesMaster" Target="/ppt/notesMasters/notesMaster1.xml" Id="R75e744eda2b644b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074d5c28c184389" /><Relationship Type="http://schemas.openxmlformats.org/officeDocument/2006/relationships/notesMaster" Target="/ppt/notesMasters/notesMaster1.xml" Id="R1ec0717e7a1a429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6e3071d28874894" /><Relationship Type="http://schemas.openxmlformats.org/officeDocument/2006/relationships/notesMaster" Target="/ppt/notesMasters/notesMaster1.xml" Id="R95583df7eb58445a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f46b6b75ac34d8b" /><Relationship Type="http://schemas.openxmlformats.org/officeDocument/2006/relationships/notesMaster" Target="/ppt/notesMasters/notesMaster1.xml" Id="R5f88da5dff3243b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0587dea8c0b47b2" /><Relationship Type="http://schemas.openxmlformats.org/officeDocument/2006/relationships/notesMaster" Target="/ppt/notesMasters/notesMaster1.xml" Id="R3e8d8da4ec914ce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0478e2ff2b6401f" /><Relationship Type="http://schemas.openxmlformats.org/officeDocument/2006/relationships/notesMaster" Target="/ppt/notesMasters/notesMaster1.xml" Id="Rb5a56361d7604cb9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c17d7f0555184c0a" /><Relationship Type="http://schemas.openxmlformats.org/officeDocument/2006/relationships/notesMaster" Target="/ppt/notesMasters/notesMaster1.xml" Id="R644064bd83e142e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b7d4a2e81014de6" /><Relationship Type="http://schemas.openxmlformats.org/officeDocument/2006/relationships/notesMaster" Target="/ppt/notesMasters/notesMaster1.xml" Id="R7cb3ab6a8152433d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1dcf8189d42b4814" /><Relationship Type="http://schemas.openxmlformats.org/officeDocument/2006/relationships/notesMaster" Target="/ppt/notesMasters/notesMaster1.xml" Id="R5c8760ef295148d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4c337444f8e24aba" /><Relationship Type="http://schemas.openxmlformats.org/officeDocument/2006/relationships/notesMaster" Target="/ppt/notesMasters/notesMaster1.xml" Id="R10ae8c0ffd4e488a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7fbebc23b4514838" /><Relationship Type="http://schemas.openxmlformats.org/officeDocument/2006/relationships/notesMaster" Target="/ppt/notesMasters/notesMaster1.xml" Id="R92b74911c06942ba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a2190515e64b41a5" /><Relationship Type="http://schemas.openxmlformats.org/officeDocument/2006/relationships/notesMaster" Target="/ppt/notesMasters/notesMaster1.xml" Id="R23a52cd2c94442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簡報以實作為主線。先建立資料與參數的語意，再追蹤simulate的一代更新，接著理解突變抽樣與Markov核，最後追溯結果、統計處理與測試。所有數學在對應概念頁直接說明，沒有附錄。結果沿用已核對的30次模擬資料。</a:t>
            </a:r>
          </a:p>
          <a:p xmlns:a="http://schemas.openxmlformats.org/drawingml/2006/main">
            <a:r>
              <a:t>LaTeX source: S_t=(\mathbf{N}_t,A_t),\qquad S_{t+1}\mid S_t=s\sim P(s,\cdot)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開場圖只看總量，先提出下降後回升的研究問題。資料是TSG twohit、IL11off，30次trial，前30代完整觀察。曲線是log10總量加1之後的中位與百分位；治療各trial各自達門檻後開始。本圖本身不能回答是什麼基因型再擴張，需由接下來的程式規則與組成圖解釋。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outputs/trajectory.csv, run_metadata.json。參數為教學假設，未用臨床資料校準。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g集中參數，Result承載單次試驗。driver_count、suppressor_loss把基因型轉為表型，growth_probabilities將表型轉為機率，il11_environment計算共享環境。simulate執行同步更新，mutate_offspring重新分類子代。summarize只讀族群統計。main安排多次試驗，plot_therapy_ensemble、run_comparisons、run_il11_comparison產生圖與CSV，therapy_outcome從history識別復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modeling_cancer.py:32-255, 258-279, 639-762。參數為教學假設，未用臨床資料校準。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g使用不可變dataclass。n_genes是基因座數，而非總位元數。driver三個位點、resistance一個位點、TSG兩個位點和IL11一個保留位點互不重疊。validate檢查每個機率，以及三子代機率加總不超過1。更換設定使用dataclasses.replace，不修改原config。這些是模型假設，不是估計的病人參數。</a:t>
            </a:r>
          </a:p>
          <a:p xmlns:a="http://schemas.openxmlformats.org/drawingml/2006/main">
            <a:r>
              <a:t>LaTeX source: \mu=0.001,\quad d_0=0.30,\quad q_0=0.04,\quad N_0=100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modeling_cancer.py:36-40, 53-57, 64-64。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例如population={0:90,8:10}表示90個未突變細胞與10個抗藥細胞。整數8的二進位第3位為1，因此具有resistance_gene=3。初始基因型0並不是第0個細胞，而是所有位元為0的基因型。字典副本避免後續更新污染已保存的快照。這是基因型計數，不追蹤每個細胞的家系。</a:t>
            </a:r>
          </a:p>
          <a:p xmlns:a="http://schemas.openxmlformats.org/drawingml/2006/main">
            <a:r>
              <a:t>LaTeX source: \mathbf{N}_t=(N_{g,t})_g,\qquad T_t=\sum_gN_{g,t}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modeling_cancer.py:306-307, 315-318。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driver_count針對config.driver_genes中的位點把布林結果加總。bool(genotype &amp; mask)判定該位元是否非零。1&lt;&lt;index生成單位元遮罩。位元OR會保留已有突變，因此不可逆突變可以自然表示。抗藥突變本身不增加growth_probabilities中的生長優勢。</a:t>
            </a:r>
          </a:p>
          <a:p xmlns:a="http://schemas.openxmlformats.org/drawingml/2006/main">
            <a:r>
              <a:t>LaTeX source: I_R(g)=\mathbf{1}\{\mathrm{bit}_3(g)=1\},\qquad 9=2^0+2^3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modeling_cancer.py:150-152。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cond=config.n_genes+config.suppressor_genes.index(gene)，把TSG的第二等位基因放在20和21。suppressor_alleles把兩個位元各轉成0/1再相加。例(1&lt;&lt;4)|(1&lt;&lt;5)對two-hit為False，而(1&lt;&lt;4)|(1&lt;&lt;20)為True。one-hit條件h=1表示任一等位基因失活即可，不改變基因組大小。總位元L=20+2=22。</a:t>
            </a:r>
          </a:p>
          <a:p xmlns:a="http://schemas.openxmlformats.org/drawingml/2006/main">
            <a:r>
              <a:t>LaTeX source: I_T(g)=\mathbf{1}\{\exists j:\ a_j(g)\geq h\},\qquad h\in\{1,2\}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modeling_cancer.py:155-159, 162-166。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cogene和suppressor是布林值，Python乘法將它們當0或1。driver達門檻降低死亡0.08並增加三子代機率0.12；TSG達門檻另加相同效果。不是每多一個driver就反覆加成。driver_hits預設1，因此任一oncogene可達標。基準均值1.428，單類優勢均值0.78*2.16=1.6848，兩類優勢0.86*2.28=1.9608。</a:t>
            </a:r>
          </a:p>
          <a:p xmlns:a="http://schemas.openxmlformats.org/drawingml/2006/main">
            <a:r>
              <a:t>LaTeX source: d_g=\max\{0,0.30-0.08I_O(g)-0.08I_T(g)-b\},\quad q_g=0.04+0.12I_O(g)+0.12I_T(g)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modeling_cancer.py:174-182, 187-192。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均勻混合假設讓非生產者也獲得相同死亡降低。半飽和參數K=0.02，當f=K時b=bmax/2。il11_environment在每一代繁殖前呼叫一次。新子代突變在最後一步發生，所以新生產者不會回頭改變這一代已執行的存活抽樣。開關OFF保留第6位作passenger，以保持相同突變機會。</a:t>
            </a:r>
          </a:p>
          <a:p xmlns:a="http://schemas.openxmlformats.org/drawingml/2006/main">
            <a:r>
              <a:t>LaTeX source: f_t=\frac{\sum_g N_{g,t}I_{IL11}(g)}{T_t},\qquad b_t=\frac{0.06f_t}{0.02+f_t}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modeling_cancer.py:198-210。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mulate使用同步世代。記錄t代，檢查停止條件，依當前總量更新治療開關，計算IL11，再對所有父基因型存活與分裂，最後讓全部子代突變。新一代完全取代父代。把這個順序讀清楚可以避免把新突變誤當成本次存活的原因。</a:t>
            </a:r>
          </a:p>
          <a:p xmlns:a="http://schemas.openxmlformats.org/drawingml/2006/main">
            <a:r>
              <a:t>LaTeX source: S_t\longmapsto (\alpha_t,b_t)\longmapsto (U_g,V_g,B_g)_g\longmapsto\mathbf{N}_{t+1}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modeling_cancer.py:214-255。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止檢查在治療開關更新之前，已停止的族群不再繁殖。max_cells不是硬截斷細胞數，若上一代更新產生超過上限的細胞，程式保留完整該代再停止。計算上限不是生物吸收狀態。執行鏈若需要時間齊次狀態，可擴充(N,A,t,C)，其中C保存執行或停止模式。</a:t>
            </a:r>
          </a:p>
          <a:p xmlns:a="http://schemas.openxmlformats.org/drawingml/2006/main">
            <a:r>
              <a:t>LaTeX source: \tau=\inf\{t:T_t=0\ \mathrm{or}\ T_t\geq T_{\rm target}\ \mathrm{or}\ T_t\geq T_{\max}\ \mathrm{or}\ t=G\}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modeling_cancer.py:320-330。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therapy_generation記錄首次啟動的當前generation。transition t到t+1使用剛更新的治療控制alpha。門檻以下若先前已治療仍繼續，因為therapy_generation不會重設None。自然存活與治療存活相乘，不能直接把兩種死亡率相加。基準敏感死亡delta=1-.7*.1=.93，抗藥delta=1-.7*.96=.328。</a:t>
            </a:r>
          </a:p>
          <a:p xmlns:a="http://schemas.openxmlformats.org/drawingml/2006/main">
            <a:r>
              <a:t>LaTeX source: \alpha_t=A_t\vee\mathbf{1}\{\mathrm{therapy}\wedge T_t\geq20000\},\quad\delta_g=1-(1-d_g)(1-\alpha_t k_g)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modeling_cancer.py:332-338, 355-355, 361-366。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A是當前門檻更新前的持續治療狀態，alpha為本次transition的治療狀態。完整狀態必須有A，因為下降到門檻以下後仍保持治療。停止模式C屬於程式控制，而非所有條件都是生物吸收。</a:t>
            </a:r>
          </a:p>
          <a:p xmlns:a="http://schemas.openxmlformats.org/drawingml/2006/main">
            <a:r>
              <a:t>LaTeX source: S_t=(\mathbf{N}_t,A_t),\qquad A_{t+1}=\alpha_t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modeling_cancer.py:214-244。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條件於state，父細胞死亡和分裂獨立同分布。第一次Binomial抽存活數，第二次在存活者中抽三子代數，故第二次試驗數是survivors而非count。每個存活者基準產生2個子代，三子代者再多1。U=0時V=0，沒有父代存活便不留下後代。每類使用批次Binomial與逐細胞Bernoulli在分布上等價。</a:t>
            </a:r>
          </a:p>
          <a:p xmlns:a="http://schemas.openxmlformats.org/drawingml/2006/main">
            <a:r>
              <a:t>LaTeX source: U_g\sim\mathrm{Bin}(n_g,1-\delta_g),\quad V_g\mid U_g\sim\mathrm{Bin}(U_g,q_g),\quad B_g=2U_g+V_g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modeling_cancer.py:357-357, 368-373。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基準未治療delta=.3、q=.04。單個父細胞有0個子代的機率.3，2個子代.7*.96=.672，3個子代.7*.04=.028。均值0+2*.672+3*.028=1.428。治療下敏感均值.07*2.04=.1428，抗藥.672*2.04=1.37088，因而有選擇差異。期望不是一次試驗的必然細胞數。</a:t>
            </a:r>
          </a:p>
          <a:p xmlns:a="http://schemas.openxmlformats.org/drawingml/2006/main">
            <a:r>
              <a:t>LaTeX source: m_g(s)=\mathrm{E}[B_g^{(1)}\mid s]=(1-\delta_g(s))(2+q_g)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pulation在函數入口先複製，updated在每一個gene開始時再複製。從舊population讀，向updated寫，避免本輪新基因型再處理同一個位元。當進入下一個gene時已接收前一輪更新，因此可在同一代新增兩個或更多不同位元。已為1的位元跳過，不允許回復突變。算法生成與每個子代每個未突變位元獨立Bernoulli相同的聯合分布。</a:t>
            </a:r>
          </a:p>
          <a:p xmlns:a="http://schemas.openxmlformats.org/drawingml/2006/main">
            <a:r>
              <a:t>LaTeX source: X_{g,j}\sim\mathrm{Bin}(N_g,\mu),\qquad g\longmapsto g\cup\{j\}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modeling_cancer.py:218-229。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例子抽樣數2是教學示意，不是由mu=.001必然得到。當gene=3遮罩為8，2個細胞由key0移至key8，總數100不變。dictionary.get容許新key存在或不存在。最後移除零數目。測試mu=0時完全不變，mu=1時全部移到滿位元基因型。</a:t>
            </a:r>
          </a:p>
          <a:p xmlns:a="http://schemas.openxmlformats.org/drawingml/2006/main">
            <a:r>
              <a:t>LaTeX source: \sum_hN_h^{\rm after\ mutation}=\sum_gB_g,\qquad g\subseteq 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modeling_cancer.py:230-236。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基因型表示為已突變位元集合g與h。只有g是h子集時可達。新增位元有|h|-|g|個，各以mu突變；保持0的L-|h|個位元各以1-mu不突變。已為1的位元不需再抽。當g不是h子集時Qgh=0。對任意g每列和1。給定Bg，Ygh聯合為Multinomial，這是逐位元拆分的等價數學表達，程式沒有真的建立Q。</a:t>
            </a:r>
          </a:p>
          <a:p xmlns:a="http://schemas.openxmlformats.org/drawingml/2006/main">
            <a:r>
              <a:t>LaTeX source: Q_{gh}=\mu^{|h|-|g|}(1-\mu)^{22-|h|}\quad(g\subseteq h),\qquad Q_{gh}=0\quad(g\nsubseteq h)</a:t>
            </a:r>
          </a:p>
          <a:p xmlns:a="http://schemas.openxmlformats.org/drawingml/2006/main">
            <a:r>
              <a:t>LaTeX source: (Y_{gh})_h\mid B_g\sim\mathrm{Multinomial}\bigl(B_g,(Q_{gh})_h\bigr),\qquad N_{h,t+1}=\sum_gY_{gh}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modeling_cancer.py:147-169。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化只保留敏感S與抗藥R且關閉其他優勢。Q=[[.999,.001],[0,1]]，治療下繁殖均值mS=.1428、mR=1.37088，所以M=diag(m)Q。第一列和.1428，第二列和1.37088，並不是機率矩陣。這個兩類簡化例是教學縮減，不能當成原模型所有基因型的兩類精確閉合。</a:t>
            </a:r>
          </a:p>
          <a:p xmlns:a="http://schemas.openxmlformats.org/drawingml/2006/main">
            <a:r>
              <a:t>LaTeX source: M_{gh}(s)=m_g(s)Q_{gh},\qquad\mathrm{E}[\mathbf{N}_{t+1}\mid S_t=s]=\mathbf{n}M(s)</a:t>
            </a:r>
          </a:p>
          <a:p xmlns:a="http://schemas.openxmlformats.org/drawingml/2006/main">
            <a:r>
              <a:t>LaTeX source: (100,5)M_{\rm on}=(14.26572,\ 6.86868)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modeling_cancer.py:238-253。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是所有基因型計數向量，A保存是否已開始治療，Config固定。IL11可由N計算，無需額外加入狀態。只用總細胞數T通常不具Markov性，因為相同T但抗藥比例或driver比例不同會有不同轉移。這裡的Markov鏈是理想隨機模型，實作中seed讓偽亂數路徑可重現。程式停止控制與復發歷史判讀需另外擴充狀態。</a:t>
            </a:r>
          </a:p>
          <a:p xmlns:a="http://schemas.openxmlformats.org/drawingml/2006/main">
            <a:r>
              <a:t>LaTeX source: S_t=(\mathbf{N}_t,A_t),\quad P_{ss'}=\Pr(S_{t+1}=s'\mid S_t=s)</a:t>
            </a:r>
          </a:p>
          <a:p xmlns:a="http://schemas.openxmlformats.org/drawingml/2006/main">
            <a:r>
              <a:t>LaTeX source: \Pr(S_{t+1}\mid S_t,S_{t-1},\ldots)=\Pr(S_{t+1}\mid S_t)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z_h是子基因型h的形式變數。u_g(z)=sumQgh zh是一個子代的生成函數。單個父細胞死亡時為常數delta，產生2或3個獨立子代時分別為u²和u³，依對應概率加權得到Fg。這同時捕捉子代數與突變種類的聯合分布。程式以Binomial分批實作這個規則。</a:t>
            </a:r>
          </a:p>
          <a:p xmlns:a="http://schemas.openxmlformats.org/drawingml/2006/main">
            <a:r>
              <a:t>LaTeX source: u_g(\mathbf{z})=\sum_hQ_{gh}z_h</a:t>
            </a:r>
          </a:p>
          <a:p xmlns:a="http://schemas.openxmlformats.org/drawingml/2006/main">
            <a:r>
              <a:t>LaTeX source: F_g(\mathbf{z}\mid s)=\delta_g+(1-\delta_g)\left[(1-q_g)u_g(\mathbf{z})^2+q_gu_g(\mathbf{z})^3\right]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給定s，ng個同基因型父細胞獨立，故該類生成函數Fg^ng。各類再相乘得到H。取z向量對應nprime的多項式係數得到下一代完整計數概率；另外要求下一代治療開關aprime等於本次更新後alpha。這個精確核定義於生物轉移的未停止狀態。停止控制可擴充狀態(N,A,t,C)。</a:t>
            </a:r>
          </a:p>
          <a:p xmlns:a="http://schemas.openxmlformats.org/drawingml/2006/main">
            <a:r>
              <a:t>LaTeX source: H_s(\mathbf{z})=\prod_g F_g(\mathbf{z}\mid s)^{n_g}</a:t>
            </a:r>
          </a:p>
          <a:p xmlns:a="http://schemas.openxmlformats.org/drawingml/2006/main">
            <a:r>
              <a:t>LaTeX source: P_{ss'}=\mathbf{1}\{a'=\alpha(s)\}\,[\mathbf{z}^{\mathbf{n}'}]H_s(\mathbf{z})</a:t>
            </a:r>
          </a:p>
          <a:p xmlns:a="http://schemas.openxmlformats.org/drawingml/2006/main">
            <a:r>
              <a:t>LaTeX source: [\mathbf{z}^{\mathbf{n}'}]\ :\ \mathrm{coefficient\ of}\ \prod_h z_h^{n'_h}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狀態順序0,1,2,3,dagger。基準單父子代0,2,3機率.3,.672,.028。例如2個父細胞都死亡=.09，一死一產2=.4032，一死一產3=.0168，其餘進入overflow概率.49。3個父細胞對應.027,.18144,.00756,.784。dagger是首次N&gt;=4後不再觀察的人工吸收，不是環境飽和或完整模型中的生物吸收。每列總和1。</a:t>
            </a:r>
          </a:p>
          <a:p xmlns:a="http://schemas.openxmlformats.org/drawingml/2006/main">
            <a:r>
              <a:t>LaTeX source: P_{ij}=\Pr(S_{t+1}=j\mid S_t=i),\qquad\sum_jP_{ij}=1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本簡報採橫向row probability vector。pi_t(i)是現在在狀態i的概率，Pij是由i走到j的條件概率，對所有i加總得到pi_next(j)。因此維度(1×K)(K×K)=(1×K)。若改column convention可寫p_next=Ptranspose p，不是左右哪個固定正確，而是索引與向量方向必須一致。pi0=[0,1,0,0,0]表示初始確定在一個細胞，pi1=P第二列。</a:t>
            </a:r>
          </a:p>
          <a:p xmlns:a="http://schemas.openxmlformats.org/drawingml/2006/main">
            <a:r>
              <a:t>LaTeX source: \pi_{t+1}(j)=\sum_i\pi_t(i)P_{ij},\qquad\boldsymbol{\pi}_{t+1}=\boldsymbol{\pi}_tP</a:t>
            </a:r>
          </a:p>
          <a:p xmlns:a="http://schemas.openxmlformats.org/drawingml/2006/main">
            <a:r>
              <a:t>LaTeX source: (1\times K)(K\times K)=(1\times K)</a:t>
            </a:r>
          </a:p>
          <a:p xmlns:a="http://schemas.openxmlformats.org/drawingml/2006/main">
            <a:r>
              <a:t>LaTeX source: \boldsymbol{\pi}_0=(0,1,0,0,0),\quad\boldsymbol{\pi}_1=(0.30,0,0.672,0.028,0)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從一個細胞兩代後滅絕概率=.3*1+.672*.09+.028*.027=.361236。每一項是經過0、2、3個細胞中間狀態的路徑概率。完整pi2由pi0P²計算且總和1。一條simulate路徑只抽中其中一些狀態；P連乘描述全部可能路徑的分布。路徑probability初始pi0(s0)乘沿途P，不將實際抽中的計數向量直接乘P。</a:t>
            </a:r>
          </a:p>
          <a:p xmlns:a="http://schemas.openxmlformats.org/drawingml/2006/main">
            <a:r>
              <a:t>LaTeX source: (P^2)_{ij}=\sum_kP_{ik}P_{kj},\qquad\boldsymbol{\pi}_t=\boldsymbol{\pi}_0P^t</a:t>
            </a:r>
          </a:p>
          <a:p xmlns:a="http://schemas.openxmlformats.org/drawingml/2006/main">
            <a:r>
              <a:t>LaTeX source: \Pr(N_2=0)=0.30+0.672(0.09)+0.028(0.027)=0.361236</a:t>
            </a:r>
          </a:p>
          <a:p xmlns:a="http://schemas.openxmlformats.org/drawingml/2006/main">
            <a:r>
              <a:t>LaTeX source: \Pr(s_0,\ldots,s_T)=\pi_0(s_0)\prod_{t=0}^{T-1}P_{s_t s_{t+1}}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兩個索引是完整族群狀態，元素機率，推進pi。Q索引是單細胞父與子基因型，元素突變概率。M索引也是基因型，但元素期望子代數，列和m，不保證1。固定環境時E[Nt]=N0M^t；當IL11與治療由隨機state決定時E[Nnext]=E[Nt M(St)]，一般不等於E[Nt] M(E[St])。完整P可固定，因不同state的環境寫在不同列。</a:t>
            </a:r>
          </a:p>
          <a:p xmlns:a="http://schemas.openxmlformats.org/drawingml/2006/main">
            <a:r>
              <a:t>LaTeX source: \mathrm{E}[\mathbf{N}_{t+1}]=\mathrm{E}[\mathbf{N}_tM(S_t)],\quad\mathrm{E}[\mathbf{N}_t]=\mathbf{N}_0M^t\ \mathrm{only\ if}\ M\ \mathrm{is\ fixed}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nnon用自然對數。richness=len(population)只看種類，不看大小比例。例{a:50,b:50}的H=ln2≈.693，而{a:99,b:1}的H≈.056，比較相同richness但均勻度不同。exp(H)稱有效基因型數。零族群Shannon=0且effective_genotypes另外定為0，避免exp(0)=1誤表示仍有一種細胞。基因型多樣性不是家系多樣性。</a:t>
            </a:r>
          </a:p>
          <a:p xmlns:a="http://schemas.openxmlformats.org/drawingml/2006/main">
            <a:r>
              <a:t>LaTeX source: p_g=\frac{N_g}{T},\quad H=-\sum_gp_g\log p_g,\quad D=1-\sum_gp_g^2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modeling_cancer.py:241-247。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rapy_generation對應history的generation索引，因從0開始每代記錄。baseline可overshoot20,000。after排除啟動代。declined一旦true保持true，防止單純持續增長被叫復發。完整分類依序relapse、extinction、no_relapse_observed、no_initial_response；未開始治療另為therapy_not_started。若要在Markov狀態內實時識別這個歷史事件，需加入baseline與declined，不只是N,A。</a:t>
            </a:r>
          </a:p>
          <a:p xmlns:a="http://schemas.openxmlformats.org/drawingml/2006/main">
            <a:r>
              <a:t>LaTeX source: T_*=T_{t_{\rm therapy}},\quad t_{\rm relapse}=\inf\{t&gt;t_{\rm therapy}:T_t\geq T_*,\ \exists u&lt;t:T_u&lt;T_*\}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modeling_cancer.py:385-392, 394-398。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相同參數、seed與相同執行環境通常重現該偽亂數路徑。不同trial不共用同一Generator，避免意外耦合。main另外執行one/twohit與IL11組，比較時不施加治療。seed是重現標記，不是模型狀態或生物參數。套件版本存在metadata，有助查詢環境變化。</a:t>
            </a:r>
          </a:p>
          <a:p xmlns:a="http://schemas.openxmlformats.org/drawingml/2006/main">
            <a:r>
              <a:t>LaTeX source: S_{t+1}^{(r)}\mid S_t^{(r)}=s\sim P(s,\cdot),\quad r=1,\ldots,30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modeling_cancer.py:1258-1263, 1278-1282。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ot_therapy_ensemble依絕對generation對齊，不是對齊治療起始。停止於celllimit的trial後續是缺失，不能填0或延續最後值。extinction後細胞數為0；抗藥比例及基因頻率無分母，因此缺失。percentiles是trial間變異，不是confidenceinterval。多種曲線的中位數不必相加。有效n下降時需小心條件選擇。</a:t>
            </a:r>
          </a:p>
          <a:p xmlns:a="http://schemas.openxmlformats.org/drawingml/2006/main">
            <a:r>
              <a:t>LaTeX source: \widehat{Q}_{p,t}=\mathrm{quantile}_p\{X_t^{(r)}:\ X_t^{(r)}\ \mathrm{observed}\},\quad p\in\{0.1,0.5,0.9\}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modeling_cancer.py:1089-1089, 1093-1096, 1119-1121。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mple_at_size從最後達標族群取sample，不是連續時間精確N=5000時的整個腫瘤。超幾何分布是無放回抽樣，與multinomial的有放回近似不同。未達標trial回None並記錄。高死亡可能較慢而累積更多mutation機會，故高H不能單獨歸因於death造成多樣性。下一步固定時間與固定大小分別比較。</a:t>
            </a:r>
          </a:p>
          <a:p xmlns:a="http://schemas.openxmlformats.org/drawingml/2006/main">
            <a:r>
              <a:t>LaTeX source: \mathbf{X}\sim\mathrm{MultiHypergeom}(\mathbf{N},5000),\qquad\sum_gX_g=5000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modeling_cancer.py:589-598。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有五個unittest方法涵蓋IL11共享、ensemble缺失與滅絕、同一TSG兩擊、突變守恆與獨立性、seed重現及參數驗證。mu=.2只有一個TSG兩位元可突變時，0/1/2擊概率.64/.32/.04，10萬樣本比例容許.006誤差。測試能抓算法錯誤，但不能證明教學參數符合生物數據。</a:t>
            </a:r>
          </a:p>
          <a:p xmlns:a="http://schemas.openxmlformats.org/drawingml/2006/main">
            <a:r>
              <a:t>LaTeX source: K\sim\mathrm{Bin}(2,0.2):\quad\Pr(K=0,1,2)=(0.64,0.32,0.04)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test_modeling_cancer.py: SuppressorTests。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主治療30次用twohit且IL11off。onehit/twohit18代無治療保持相同loci與oncogene，只改TSG門檻且不同seed組。IL11on/off18代無治療相同loci及同一replicate seed，族群分歧後不代表逐細胞配對。deathrate.2/.35/.45首次達5000後固定樣本，達標代數不同。這些比較估計的是指定教學參數情況的行為。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run_comparisons, run_il11_comparison, main。參數為教學假設，未用臨床資料校準。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問題承接前半部程式規則。治療降低敏感細胞存活，但抗藥細胞仍可增長。因此需用負荷、抗藥比例、多樣性與事件分布共同判讀。以下結果皆來自30次預設試驗，曲線按絕對generation對齊，每trial治療起始可能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outputs/trajectory.csv, therapy_replicates.csv。參數為教學假設，未用臨床資料校準。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原始細胞數上計算percentiles再轉換log10(N+1)。每組治療開始世代中位15，各自達到門檻才治療，所以不畫一條共同啟動線。總、敏感、抗藥各自中位數不必相加。813.5是每個trial最低負荷的中位數，不是中位曲線最低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outputs/trajectory.csv, therapy_replicates.csv。參數為教學假設，未用臨床資料校準。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resistant_percent在存活且觀察中的trial計算。第15代中位1.1585%、第18代90.5163%、第20代99.9293%。抗藥比例增加不等同突變率增加，也不證明所有細胞同一家系。按代數保留n，這個窗口全部30個trial存活。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outputs/trajectory.csv。參數為教學假設，未用臨床資料校準。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ffective_genotypes=exp(Shannon)，有相同Shannon的均勻組成需這麼多基因型。它描述基因型多樣性，不是祖先家系數。直接使用trajectory已記錄trial百分位，前30代全部trial仍觀察且存活。圖中突變持續、不同基因型生長與選擇共同影響多樣性，不能僅由負荷推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outputs/trajectory.csv: effective_genotypes。參數為教學假設，未用臨床資料校準。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取代原本兩張熱圖。資料來自plot_genotype_evolution.py的gene_frequency_summary.csv：重現30個therapy seeds，以各自的治療開始為第0代對齊，只取所有試驗都有觀察的相對世代(−14到+17)。passenger mean是14個中性位點的平均，作為「沒有被篩選」的基準。治療前oncogene約4%而passenger約1.5%，突變率相同，差距來自選擇；RES在治療前與passenger同一水準，證明抗藥在治療前是中性的，治療後約4代升到100%。TSG任一擊約為passenger兩倍，因為有兩個等位基因。縱軸是log10(百分比+0.01)，0.01讓零值可以顯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outputs/genotype_evolution/gene_frequency_summary.csv。參數為教學假設，未用臨床資料校準。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觀察組成機制再看事件分布。relapse_generation範圍23到31，中位28，P10/P90為26/29.1。這批30/30不代表任何參數下都必然復發，更不能推論病人必然復發。未觀察事件需有截尾資料與其他分類，本批均完整觀察復發後才celllim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outputs/therapy_replicates.csv。參數為教學假設，未用臨床資料校準。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analyze_therapy.py 08。橫軸log10(治療開始負荷)，縱軸治癒(滅絕)百分比。理論：抗藥突變clone以Poisson過程出現，治療前s代出生的clone最終存活機率1−f^(s)(q_on)，q_on=0.479是治療下一個抗藥家系的滅絕機率，治癒≈exp(−Λ)。只用基準細胞，所以大負荷時略高估治癒。理論50%點約416細胞。主實驗20,000細胞遠超過這個範圍，因此30/30復發。模擬誤差以Wilson 95%區間記錄於CSV。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outputs/therapy_analysis/goldie_coldman_summary.csv。參數為教學假設，未用臨床資料校準。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analyze_therapy.py 09。基準預測ln(N/R0)/ln 1.371，假設所有抗藥細胞相同，平均誤差2.0代且偏晚。組成預測讓每種抗藥基因型以自己的治療中平均子代數成長(帶oncogene ×1.62)，敏感細胞×0.143衰減；向上取整後30次中24次完全命中，平均誤差0.2代。R0越多越早復發(Spearman -0.70)，oncogene比例越高越早(-0.51)。治療中成長率在ρ*=70%穿過零，即谷底。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outputs/therapy_analysis/relapse_time_prediction.csv。參數為教學假設，未用臨床資料校準。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analyze_therapy.py 10。表中數字是治癒(滅絕)百分比；預設k_R=0.04、μ=0.001。單純抗藥細胞在k_R=0.30停止成長，但帶oncogene的抗藥細胞要到0.41，再加TSG失活是0.49。突變率越高，治療前越可能已有這種雙突變細胞，治癒邊界越往右移。完整熱圖與復發延遲見outputs/therapy_analysis/10_parameter_sensitivity.png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outputs/therapy_analysis/parameter_sensitivity_trials.csv。參數為教學假設，未用臨床資料校準。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analyze_therapy.py 11。間歇治療：負荷降到治療起點一半就暫停，回到20,000再恢復。惡化=負荷曾低於20,000後，在用藥中仍≥24,000。兩種策略用同一組seed。沒有競爭時敏感細胞不會妨礙抗藥細胞，暫停只是讓抗藥細胞少挨殺傷，所以間歇較差。加入承載量競爭(K=30,000，每個細胞額外死亡0.21·N/K)後間歇延後惡化，配對比較中幾乎每次都較長，且只用約一半藥量。代價(抗藥細胞死亡+0.05)讓差距更明顯。競爭形式與參數都是教學假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outputs/therapy_analysis/adaptive_therapy_summary.csv。參數為教學假設，未用臨床資料校準。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對照組保持相同基因組及oncogene規則，只把TSG deathreduction和triplebonus設0。onehit/twohit只改同一TSG門檻。新重現30個對照seed並核對comparisons.csv終點。三條中位線按18代固定時間，不治療，避免治療選擇乾擾。此圖對應02_scenario_comparisons左面板。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outputs/comparisons.csv, one_hit_vs_two_hit.csv。參數為教學假設，未用臨床資料校準。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onehit中位94617.5，twohit73879，兩組中位比1.2807，即高28.1%。不是每個onehittrial都大於每個twohittrial。這是功能門檻改變下的教學模型結果，無pvalue聲稱。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outputs/one_hit_vs_two_hit.csv。參數為教學假設，未用臨床資料校準。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hit只要任一等位基因即可達標，twohit同基因兩等位基因，所以達標比例可能跨量級。為保留0並可顯示稀少twohit，顯式轉換log10(p_percent+.01)；0%=-2，.99%=0，9.99%=1。原始fig03面板B用symlog；這裡改用明確注明的平滑對數表示而非假裝沿用同一軸。資料用suppressor_frac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outputs/one_hit_vs_two_hit.csv: suppressor_fraction。參數為教學假設，未用臨床資料校準。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這是原始fig03面板C的固定18代endpoint散點。所有trial逐點保留，加上中位數。兩組不同seeds，並非配對點。可看到分布重疊，避免把中位28.1%差異當成每一個trial都相同。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outputs/one_hit_vs_two_hit.csv: generation 18。參數為教學假設，未用臨床資料校準。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原始fig05低比例放大面板。曲線來自指定公式而不是隨機模擬或實驗擬合。f=.02時b=.03，f=.1時b=.05。bmax=.06，不會超過6個百分點。半飽和參數是教學假設，可能影響結果。所有細胞均受益，未考慮分泌成本或空間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outputs/05_il11_benefit_curve.svg, Config。參數為教學假設，未用臨床資料校準。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OFF中位72455.5、ON110469.5，比值1.52465。每rep同seed，但族群分歧後隨機數消耗不同，不是逐細胞配對。控制相同20loci避免突變機會變化。未治療18代。52.5%是兩組中位比，不是pairedtrial提升平均。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outputs/il11_comparison.csv。參數為教學假設，未用臨床資料校準。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fig04面板B。il11_percent是生產者比例，中位ON第18代1.603%，OFF位點中性但仍可能突變。ON所算shareddeathreduction中位2.6694百分點。比例中位與benefit中位因單調轉換一致但為每trial計算，不能把生產者數少誤解為只有少數細胞受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outputs/il11_comparison.csv: il11_percent, shared_death_reduction。參數為教學假設，未用臨床資料校準。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原始fig04面板C。同seed保持experiment可重現，但不能當成逐細胞配對。散點呈現原始30個endpoint，黑點為中位。看差異也看重疊，不聲稱實驗資料校準或統計顯著性。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outputs/il11_comparison.csv: generation 18。參數為教學假設，未用臨床資料校準。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原始fig02右面板。d=.2,.35,.45均30/30到達取樣目標。Shannon中位1.06236,1.80123,2.83497；達標generation中位8,14,26.5。較慢達標可累積更多mutation，因此不能單獨認定death提高多樣性。取樣控制的是樣本數，沒有控制演化時間。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outputs/comparisons.csv: death_rate。參數為教學假設，未用臨床資料校準。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抗藥殺傷率掃描用replace修改resistanttherapy kill，其餘保持固定。IL11掃描bmax與K，加入producercost或spatialrestriction。多樣性固定代數及固定樣本大小分開比較並保留未達標trial。先定義指標再新增experiment，存CSV與metadata及tests。需生物資料校準後再談實際適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modeling_cancer.py: Config, simulate, mutate_offspring。參數為教學假設，未用臨床資料校準。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pulation對應基因型計數向量，therapy_generation保存持續治療控制。growth_probabilities和il11_environment定義狀態相依環境，二項抽樣生成存活与子代，逐位元mutation等價於Q。這些規則共同定義巨大P，simulate只抽其中一條路徑。多次試驗估計結果分布；tests檢查實作語意，資料校準另需實驗證據。讀完應能追蹤程式每個變數的來源、分布與作用時點。</a:t>
            </a:r>
          </a:p>
          <a:p xmlns:a="http://schemas.openxmlformats.org/drawingml/2006/main">
            <a:r>
              <a:t>LaTeX source: \boldsymbol{\pi}_{t+1}=\boldsymbol{\pi}_tP,\qquad\mathrm{E}[\mathbf{N}_{t+1}\mid S_t=s]=\mathbf{n}M(s)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來源：本專案 modeling_cancer.py, test_modeling_cancer.py。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50eb25f1343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403c9525784fd7" /><Relationship Type="http://schemas.openxmlformats.org/officeDocument/2006/relationships/slideLayout" Target="/ppt/slideLayouts/slideLayout1.xml" Id="R041b736db75e40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1b736db75e40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c9a53890b450e" /><Relationship Type="http://schemas.openxmlformats.org/officeDocument/2006/relationships/image" Target="/ppt/media/image.png" Id="Rf28ab5c5eb684300" /><Relationship Type="http://schemas.openxmlformats.org/officeDocument/2006/relationships/notesSlide" Target="/ppt/notesSlides/notesSlide1.xml" Id="Ra2335d5017d144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f2e3a8abb4c70" /><Relationship Type="http://schemas.openxmlformats.org/officeDocument/2006/relationships/chart" Target="/ppt/slides/charts/chart1.xml" Id="R4cd3c5a6a6a94b25" /><Relationship Type="http://schemas.openxmlformats.org/officeDocument/2006/relationships/notesSlide" Target="/ppt/notesSlides/notesSlide2.xml" Id="R4ce785327e9341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60a1ef8a94f02" /><Relationship Type="http://schemas.openxmlformats.org/officeDocument/2006/relationships/notesSlide" Target="/ppt/notesSlides/notesSlide3.xml" Id="Rb88861b8ad2342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66070a1914645" /><Relationship Type="http://schemas.openxmlformats.org/officeDocument/2006/relationships/image" Target="/ppt/media/image2.png" Id="R64e7b30954104218" /><Relationship Type="http://schemas.openxmlformats.org/officeDocument/2006/relationships/notesSlide" Target="/ppt/notesSlides/notesSlide4.xml" Id="R97c210ac997141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7ea90a2e914131" /><Relationship Type="http://schemas.openxmlformats.org/officeDocument/2006/relationships/image" Target="/ppt/media/image3.png" Id="R1ed355f78d324b87" /><Relationship Type="http://schemas.openxmlformats.org/officeDocument/2006/relationships/notesSlide" Target="/ppt/notesSlides/notesSlide5.xml" Id="Ra2cda45faa944d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ad945d4a749fe" /><Relationship Type="http://schemas.openxmlformats.org/officeDocument/2006/relationships/image" Target="/ppt/media/image4.png" Id="R1f35349ab337499d" /><Relationship Type="http://schemas.openxmlformats.org/officeDocument/2006/relationships/notesSlide" Target="/ppt/notesSlides/notesSlide6.xml" Id="R056e2f32d07d45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dca37a90d490e" /><Relationship Type="http://schemas.openxmlformats.org/officeDocument/2006/relationships/image" Target="/ppt/media/image5.png" Id="R0ec9ca15984442d6" /><Relationship Type="http://schemas.openxmlformats.org/officeDocument/2006/relationships/notesSlide" Target="/ppt/notesSlides/notesSlide7.xml" Id="R2b4abfd13389469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1d1fac2b04f95" /><Relationship Type="http://schemas.openxmlformats.org/officeDocument/2006/relationships/image" Target="/ppt/media/image6.png" Id="Rb8be4c0c3fc6491e" /><Relationship Type="http://schemas.openxmlformats.org/officeDocument/2006/relationships/notesSlide" Target="/ppt/notesSlides/notesSlide8.xml" Id="R96c29bfe9f5341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e6a40e4d564549" /><Relationship Type="http://schemas.openxmlformats.org/officeDocument/2006/relationships/image" Target="/ppt/media/image7.png" Id="R248904c2c35c407d" /><Relationship Type="http://schemas.openxmlformats.org/officeDocument/2006/relationships/notesSlide" Target="/ppt/notesSlides/notesSlide9.xml" Id="Raee9357ae47a40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be0952afd4917" /><Relationship Type="http://schemas.openxmlformats.org/officeDocument/2006/relationships/image" Target="/ppt/media/image8.png" Id="R38250e8d0d3c406b" /><Relationship Type="http://schemas.openxmlformats.org/officeDocument/2006/relationships/notesSlide" Target="/ppt/notesSlides/notesSlide10.xml" Id="R45e166de45e14d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f4633f441f40a5" /><Relationship Type="http://schemas.openxmlformats.org/officeDocument/2006/relationships/image" Target="/ppt/media/image9.png" Id="R62e5e1cdec3c4da2" /><Relationship Type="http://schemas.openxmlformats.org/officeDocument/2006/relationships/notesSlide" Target="/ppt/notesSlides/notesSlide11.xml" Id="R7ff3dafd552b40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ad5ac6c5b4a14" /><Relationship Type="http://schemas.openxmlformats.org/officeDocument/2006/relationships/image" Target="/ppt/media/image10.png" Id="Rd2d97cb344bc467b" /><Relationship Type="http://schemas.openxmlformats.org/officeDocument/2006/relationships/notesSlide" Target="/ppt/notesSlides/notesSlide12.xml" Id="Ra7f70b079b934e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4db8a910e48d4" /><Relationship Type="http://schemas.openxmlformats.org/officeDocument/2006/relationships/image" Target="/ppt/media/image11.png" Id="Rb305a95390ca4eb7" /><Relationship Type="http://schemas.openxmlformats.org/officeDocument/2006/relationships/notesSlide" Target="/ppt/notesSlides/notesSlide13.xml" Id="R7fb6210fd30f41a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03a90c3a04b88" /><Relationship Type="http://schemas.openxmlformats.org/officeDocument/2006/relationships/image" Target="/ppt/media/image12.png" Id="R1d133fe48e3d49fd" /><Relationship Type="http://schemas.openxmlformats.org/officeDocument/2006/relationships/notesSlide" Target="/ppt/notesSlides/notesSlide14.xml" Id="R83f2a64db8034e3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93b372ec64347" /><Relationship Type="http://schemas.openxmlformats.org/officeDocument/2006/relationships/image" Target="/ppt/media/image13.png" Id="R9adf12ab25d146c6" /><Relationship Type="http://schemas.openxmlformats.org/officeDocument/2006/relationships/notesSlide" Target="/ppt/notesSlides/notesSlide15.xml" Id="R851277124aae46a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5d19171e94f23" /><Relationship Type="http://schemas.openxmlformats.org/officeDocument/2006/relationships/image" Target="/ppt/media/image14.png" Id="Rc6e59af55f904670" /><Relationship Type="http://schemas.openxmlformats.org/officeDocument/2006/relationships/notesSlide" Target="/ppt/notesSlides/notesSlide16.xml" Id="Re06c6868eaec4eb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62875483374c20" /><Relationship Type="http://schemas.openxmlformats.org/officeDocument/2006/relationships/image" Target="/ppt/media/image15.png" Id="R62d402a1c84d4923" /><Relationship Type="http://schemas.openxmlformats.org/officeDocument/2006/relationships/notesSlide" Target="/ppt/notesSlides/notesSlide17.xml" Id="Rd928d20081284c3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316700de64efb" /><Relationship Type="http://schemas.openxmlformats.org/officeDocument/2006/relationships/image" Target="/ppt/media/image16.png" Id="Rbf770595410748d9" /><Relationship Type="http://schemas.openxmlformats.org/officeDocument/2006/relationships/image" Target="/ppt/media/image17.png" Id="R409cad9761424be8" /><Relationship Type="http://schemas.openxmlformats.org/officeDocument/2006/relationships/notesSlide" Target="/ppt/notesSlides/notesSlide18.xml" Id="R3de7816c72974f7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11f46e7694cbe" /><Relationship Type="http://schemas.openxmlformats.org/officeDocument/2006/relationships/image" Target="/ppt/media/image18.png" Id="R6d1047c187f2428e" /><Relationship Type="http://schemas.openxmlformats.org/officeDocument/2006/relationships/image" Target="/ppt/media/image19.png" Id="Rb3768a477af44c4d" /><Relationship Type="http://schemas.openxmlformats.org/officeDocument/2006/relationships/notesSlide" Target="/ppt/notesSlides/notesSlide19.xml" Id="Rab71ee2d4259401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d29906b1643ed" /><Relationship Type="http://schemas.openxmlformats.org/officeDocument/2006/relationships/image" Target="/ppt/media/image20.png" Id="R2a06fe4ff0554c97" /><Relationship Type="http://schemas.openxmlformats.org/officeDocument/2006/relationships/image" Target="/ppt/media/image21.png" Id="R3730519d8dea4989" /><Relationship Type="http://schemas.openxmlformats.org/officeDocument/2006/relationships/notesSlide" Target="/ppt/notesSlides/notesSlide20.xml" Id="R945c8273b2b24d7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dafeeb9174caa" /><Relationship Type="http://schemas.openxmlformats.org/officeDocument/2006/relationships/image" Target="/ppt/media/image22.png" Id="R3cb5c773d8c748c8" /><Relationship Type="http://schemas.openxmlformats.org/officeDocument/2006/relationships/image" Target="/ppt/media/image23.png" Id="R5267ca40b19b4524" /><Relationship Type="http://schemas.openxmlformats.org/officeDocument/2006/relationships/notesSlide" Target="/ppt/notesSlides/notesSlide21.xml" Id="Ra7b11a7e13d14bd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7be9e889b4b97" /><Relationship Type="http://schemas.openxmlformats.org/officeDocument/2006/relationships/image" Target="/ppt/media/image24.png" Id="R0b8cdfd0a404463e" /><Relationship Type="http://schemas.openxmlformats.org/officeDocument/2006/relationships/image" Target="/ppt/media/image25.png" Id="R204aabaeeef84035" /><Relationship Type="http://schemas.openxmlformats.org/officeDocument/2006/relationships/image" Target="/ppt/media/image26.png" Id="Rc88f1cd92d75486e" /><Relationship Type="http://schemas.openxmlformats.org/officeDocument/2006/relationships/notesSlide" Target="/ppt/notesSlides/notesSlide22.xml" Id="R8859cdeddadc47d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036a4dfdc4de7" /><Relationship Type="http://schemas.openxmlformats.org/officeDocument/2006/relationships/image" Target="/ppt/media/image27.png" Id="R234ecc5681234d35" /><Relationship Type="http://schemas.openxmlformats.org/officeDocument/2006/relationships/notesSlide" Target="/ppt/notesSlides/notesSlide23.xml" Id="R52361e328461424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bc109255c4d25" /><Relationship Type="http://schemas.openxmlformats.org/officeDocument/2006/relationships/image" Target="/ppt/media/image28.png" Id="Ra42666996f294d1f" /><Relationship Type="http://schemas.openxmlformats.org/officeDocument/2006/relationships/image" Target="/ppt/media/image29.png" Id="R55cd87d157e14e5b" /><Relationship Type="http://schemas.openxmlformats.org/officeDocument/2006/relationships/image" Target="/ppt/media/image30.png" Id="R4920bc93508441f2" /><Relationship Type="http://schemas.openxmlformats.org/officeDocument/2006/relationships/notesSlide" Target="/ppt/notesSlides/notesSlide24.xml" Id="Rc1fc514af77f480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4849c8b654403" /><Relationship Type="http://schemas.openxmlformats.org/officeDocument/2006/relationships/image" Target="/ppt/media/image31.png" Id="R8f58e673c56444c1" /><Relationship Type="http://schemas.openxmlformats.org/officeDocument/2006/relationships/image" Target="/ppt/media/image32.png" Id="R520ab992d53f4346" /><Relationship Type="http://schemas.openxmlformats.org/officeDocument/2006/relationships/image" Target="/ppt/media/image33.png" Id="R90e79fc68fdb461c" /><Relationship Type="http://schemas.openxmlformats.org/officeDocument/2006/relationships/notesSlide" Target="/ppt/notesSlides/notesSlide25.xml" Id="R285e9ed8e98a4bf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4cf7c7a4f4da5" /><Relationship Type="http://schemas.openxmlformats.org/officeDocument/2006/relationships/image" Target="/ppt/media/image34.png" Id="Redb94d1aa9e84b34" /><Relationship Type="http://schemas.openxmlformats.org/officeDocument/2006/relationships/notesSlide" Target="/ppt/notesSlides/notesSlide26.xml" Id="R7c959ba432ee4ab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76b1d57714764" /><Relationship Type="http://schemas.openxmlformats.org/officeDocument/2006/relationships/image" Target="/ppt/media/image35.png" Id="R39bc74dfd92a4494" /><Relationship Type="http://schemas.openxmlformats.org/officeDocument/2006/relationships/notesSlide" Target="/ppt/notesSlides/notesSlide27.xml" Id="Rc90a074ad4c64dc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e7981a1a44bdf" /><Relationship Type="http://schemas.openxmlformats.org/officeDocument/2006/relationships/image" Target="/ppt/media/image36.png" Id="Re6d1fa5096a844e5" /><Relationship Type="http://schemas.openxmlformats.org/officeDocument/2006/relationships/notesSlide" Target="/ppt/notesSlides/notesSlide28.xml" Id="Rbd006190767e49a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e0aab2ff846f9" /><Relationship Type="http://schemas.openxmlformats.org/officeDocument/2006/relationships/image" Target="/ppt/media/image37.png" Id="Re40699b526d742c4" /><Relationship Type="http://schemas.openxmlformats.org/officeDocument/2006/relationships/notesSlide" Target="/ppt/notesSlides/notesSlide29.xml" Id="Rca9c12f97db246d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6560fb8ac45d3" /><Relationship Type="http://schemas.openxmlformats.org/officeDocument/2006/relationships/image" Target="/ppt/media/image38.png" Id="R0b4f418d09484395" /><Relationship Type="http://schemas.openxmlformats.org/officeDocument/2006/relationships/notesSlide" Target="/ppt/notesSlides/notesSlide30.xml" Id="Re299e5be0f044fb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66d75349e45a1" /><Relationship Type="http://schemas.openxmlformats.org/officeDocument/2006/relationships/image" Target="/ppt/media/image39.png" Id="Rd871bd7c1cf04bf4" /><Relationship Type="http://schemas.openxmlformats.org/officeDocument/2006/relationships/notesSlide" Target="/ppt/notesSlides/notesSlide31.xml" Id="Ra0da073a17754f7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0076043214027" /><Relationship Type="http://schemas.openxmlformats.org/officeDocument/2006/relationships/image" Target="/ppt/media/image40.png" Id="R6af58c21ff0f40af" /><Relationship Type="http://schemas.openxmlformats.org/officeDocument/2006/relationships/notesSlide" Target="/ppt/notesSlides/notesSlide32.xml" Id="Raf689830b31a447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eae1e1c274d71" /><Relationship Type="http://schemas.openxmlformats.org/officeDocument/2006/relationships/notesSlide" Target="/ppt/notesSlides/notesSlide33.xml" Id="R4a05c2efa092428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bd64a32724d61" /><Relationship Type="http://schemas.openxmlformats.org/officeDocument/2006/relationships/notesSlide" Target="/ppt/notesSlides/notesSlide34.xml" Id="R61253ca5b4bd415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75707be84428e" /><Relationship Type="http://schemas.openxmlformats.org/officeDocument/2006/relationships/chart" Target="/ppt/slides/charts/chart2.xml" Id="Rf6bb3cfde91b415f" /><Relationship Type="http://schemas.openxmlformats.org/officeDocument/2006/relationships/notesSlide" Target="/ppt/notesSlides/notesSlide35.xml" Id="R98616224295d4a9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799aef4ea4e27" /><Relationship Type="http://schemas.openxmlformats.org/officeDocument/2006/relationships/chart" Target="/ppt/slides/charts/chart3.xml" Id="R580048d5413743ce" /><Relationship Type="http://schemas.openxmlformats.org/officeDocument/2006/relationships/notesSlide" Target="/ppt/notesSlides/notesSlide36.xml" Id="R62c5e79ca088408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5bbd622894b9e" /><Relationship Type="http://schemas.openxmlformats.org/officeDocument/2006/relationships/chart" Target="/ppt/slides/charts/chart4.xml" Id="R576d0c97fe494463" /><Relationship Type="http://schemas.openxmlformats.org/officeDocument/2006/relationships/notesSlide" Target="/ppt/notesSlides/notesSlide37.xml" Id="Rde56ee1ba6fa425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1685df60f407c" /><Relationship Type="http://schemas.openxmlformats.org/officeDocument/2006/relationships/chart" Target="/ppt/slides/charts/chart5.xml" Id="Rc47e337c8c6840d2" /><Relationship Type="http://schemas.openxmlformats.org/officeDocument/2006/relationships/notesSlide" Target="/ppt/notesSlides/notesSlide38.xml" Id="Rd00c9e2af8394d6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cf7c258444fcd" /><Relationship Type="http://schemas.openxmlformats.org/officeDocument/2006/relationships/chart" Target="/ppt/slides/charts/chart6.xml" Id="Rf58253530e1d4370" /><Relationship Type="http://schemas.openxmlformats.org/officeDocument/2006/relationships/notesSlide" Target="/ppt/notesSlides/notesSlide39.xml" Id="R4d41bd340a0e45f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c4f95a7fa490b" /><Relationship Type="http://schemas.openxmlformats.org/officeDocument/2006/relationships/chart" Target="/ppt/slides/charts/chart7.xml" Id="R0cbff5c99aff44e7" /><Relationship Type="http://schemas.openxmlformats.org/officeDocument/2006/relationships/notesSlide" Target="/ppt/notesSlides/notesSlide40.xml" Id="Rfae9cc78dd5c472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469b87c1c4d1e" /><Relationship Type="http://schemas.openxmlformats.org/officeDocument/2006/relationships/chart" Target="/ppt/slides/charts/chart8.xml" Id="R4ae1cd8544b648b3" /><Relationship Type="http://schemas.openxmlformats.org/officeDocument/2006/relationships/notesSlide" Target="/ppt/notesSlides/notesSlide41.xml" Id="Ra4aefdb948c14b3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2ccd1cbe9426f" /><Relationship Type="http://schemas.openxmlformats.org/officeDocument/2006/relationships/notesSlide" Target="/ppt/notesSlides/notesSlide42.xml" Id="R59e78834ba88424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d575562e64fdf" /><Relationship Type="http://schemas.openxmlformats.org/officeDocument/2006/relationships/chart" Target="/ppt/slides/charts/chart9.xml" Id="R2aeabcb2203a4d9f" /><Relationship Type="http://schemas.openxmlformats.org/officeDocument/2006/relationships/notesSlide" Target="/ppt/notesSlides/notesSlide43.xml" Id="R2bf5acd2c98c43a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e10f878385498c" /><Relationship Type="http://schemas.openxmlformats.org/officeDocument/2006/relationships/chart" Target="/ppt/slides/charts/chart10.xml" Id="R24d0c80c26f141aa" /><Relationship Type="http://schemas.openxmlformats.org/officeDocument/2006/relationships/notesSlide" Target="/ppt/notesSlides/notesSlide44.xml" Id="R14a76d9bbd354b8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e5585dc337459e" /><Relationship Type="http://schemas.openxmlformats.org/officeDocument/2006/relationships/chart" Target="/ppt/slides/charts/chart11.xml" Id="R0755f77bb88048e2" /><Relationship Type="http://schemas.openxmlformats.org/officeDocument/2006/relationships/notesSlide" Target="/ppt/notesSlides/notesSlide45.xml" Id="Rd1d03cb99359484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da8228c2b46ec" /><Relationship Type="http://schemas.openxmlformats.org/officeDocument/2006/relationships/chart" Target="/ppt/slides/charts/chart12.xml" Id="Rfc1e8ddd16b14ba7" /><Relationship Type="http://schemas.openxmlformats.org/officeDocument/2006/relationships/notesSlide" Target="/ppt/notesSlides/notesSlide46.xml" Id="Rfebd7db6e0f94008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58e53a27d49de" /><Relationship Type="http://schemas.openxmlformats.org/officeDocument/2006/relationships/chart" Target="/ppt/slides/charts/chart13.xml" Id="R293ed7f937f24ccf" /><Relationship Type="http://schemas.openxmlformats.org/officeDocument/2006/relationships/notesSlide" Target="/ppt/notesSlides/notesSlide47.xml" Id="Rc83e0af8d47e401e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ed7bce57d439a" /><Relationship Type="http://schemas.openxmlformats.org/officeDocument/2006/relationships/chart" Target="/ppt/slides/charts/chart14.xml" Id="Rce92c542855b4578" /><Relationship Type="http://schemas.openxmlformats.org/officeDocument/2006/relationships/notesSlide" Target="/ppt/notesSlides/notesSlide48.xml" Id="Rf8351b6147604f67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af2c8b6e54a4d" /><Relationship Type="http://schemas.openxmlformats.org/officeDocument/2006/relationships/chart" Target="/ppt/slides/charts/chart15.xml" Id="Rd9e30ef5378c4e31" /><Relationship Type="http://schemas.openxmlformats.org/officeDocument/2006/relationships/notesSlide" Target="/ppt/notesSlides/notesSlide49.xml" Id="Rf1dc1f8d087548d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e6cebb6154891" /><Relationship Type="http://schemas.openxmlformats.org/officeDocument/2006/relationships/chart" Target="/ppt/slides/charts/chart16.xml" Id="Re35efbc5547b4cba" /><Relationship Type="http://schemas.openxmlformats.org/officeDocument/2006/relationships/notesSlide" Target="/ppt/notesSlides/notesSlide50.xml" Id="Rdd3a45b085c74f42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ea5128bd54b7c" /><Relationship Type="http://schemas.openxmlformats.org/officeDocument/2006/relationships/chart" Target="/ppt/slides/charts/chart17.xml" Id="Reab5a7dbedfa4d13" /><Relationship Type="http://schemas.openxmlformats.org/officeDocument/2006/relationships/notesSlide" Target="/ppt/notesSlides/notesSlide51.xml" Id="R760a81d7d97842b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93003c1104f62" /><Relationship Type="http://schemas.openxmlformats.org/officeDocument/2006/relationships/chart" Target="/ppt/slides/charts/chart18.xml" Id="R95e9efdf352a4b7e" /><Relationship Type="http://schemas.openxmlformats.org/officeDocument/2006/relationships/notesSlide" Target="/ppt/notesSlides/notesSlide52.xml" Id="R5fda3ee98c1f4d46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e6a50ab9e49ad" /><Relationship Type="http://schemas.openxmlformats.org/officeDocument/2006/relationships/notesSlide" Target="/ppt/notesSlides/notesSlide53.xml" Id="R3613705d810e4db3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822c182ec4cbd" /><Relationship Type="http://schemas.openxmlformats.org/officeDocument/2006/relationships/image" Target="/ppt/media/image41.png" Id="R654607d035e840cd" /><Relationship Type="http://schemas.openxmlformats.org/officeDocument/2006/relationships/notesSlide" Target="/ppt/notesSlides/notesSlide54.xml" Id="R3010a991fbdc460f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P10</c:v>
          </c:tx>
          <c:spPr>
            <a:solidFill xmlns:a="http://schemas.openxmlformats.org/drawingml/2006/main">
              <a:srgbClr val="A5B4BD"/>
            </a:solidFill>
            <a:ln xmlns:a="http://schemas.openxmlformats.org/drawingml/2006/main" w="12383">
              <a:solidFill>
                <a:srgbClr val="A5B4B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2.0043213737826426</c:v>
              </c:pt>
              <c:pt idx="1">
                <c:v>2.1271047983648077</c:v>
              </c:pt>
              <c:pt idx="2">
                <c:v>2.2664668954402414</c:v>
              </c:pt>
              <c:pt idx="3">
                <c:v>2.4026052419199146</c:v>
              </c:pt>
              <c:pt idx="4">
                <c:v>2.5471591213274176</c:v>
              </c:pt>
              <c:pt idx="5">
                <c:v>2.6893088591236203</c:v>
              </c:pt>
              <c:pt idx="6">
                <c:v>2.853393977450666</c:v>
              </c:pt>
              <c:pt idx="7">
                <c:v>3.00774777800074</c:v>
              </c:pt>
              <c:pt idx="8">
                <c:v>3.1604685311190375</c:v>
              </c:pt>
              <c:pt idx="9">
                <c:v>3.313972618860607</c:v>
              </c:pt>
              <c:pt idx="10">
                <c:v>3.463430091902802</c:v>
              </c:pt>
              <c:pt idx="11">
                <c:v>3.6252198190376075</c:v>
              </c:pt>
              <c:pt idx="12">
                <c:v>3.783917865040467</c:v>
              </c:pt>
              <c:pt idx="13">
                <c:v>3.94527158150771</c:v>
              </c:pt>
              <c:pt idx="14">
                <c:v>4.106625993991235</c:v>
              </c:pt>
              <c:pt idx="15">
                <c:v>4.225172250540992</c:v>
              </c:pt>
              <c:pt idx="16">
                <c:v>3.4965975763237087</c:v>
              </c:pt>
              <c:pt idx="17">
                <c:v>2.9095025414054154</c:v>
              </c:pt>
              <c:pt idx="18">
                <c:v>2.8112397727532894</c:v>
              </c:pt>
              <c:pt idx="19">
                <c:v>2.8518085142282374</c:v>
              </c:pt>
              <c:pt idx="20">
                <c:v>2.971229447276241</c:v>
              </c:pt>
              <c:pt idx="21">
                <c:v>3.118859695409587</c:v>
              </c:pt>
              <c:pt idx="22">
                <c:v>3.2631387712181423</c:v>
              </c:pt>
              <c:pt idx="23">
                <c:v>3.419526195575769</c:v>
              </c:pt>
              <c:pt idx="24">
                <c:v>3.570367785823503</c:v>
              </c:pt>
              <c:pt idx="25">
                <c:v>3.722428241979694</c:v>
              </c:pt>
              <c:pt idx="26">
                <c:v>3.881647094493409</c:v>
              </c:pt>
              <c:pt idx="27">
                <c:v>4.0500586541298595</c:v>
              </c:pt>
              <c:pt idx="28">
                <c:v>4.2175839520335225</c:v>
              </c:pt>
              <c:pt idx="29">
                <c:v>4.38660061601695</c:v>
              </c:pt>
              <c:pt idx="30">
                <c:v>4.562047686596289</c:v>
              </c:pt>
            </c:numLit>
          </c:val>
          <c:smooth val="0"/>
        </c:ser>
        <c:ser>
          <c:idx val="1"/>
          <c:order val="1"/>
          <c:tx>
            <c:v>總量中位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28575">
              <a:solidFill>
                <a:srgbClr val="236B8E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2.0043213737826426</c:v>
              </c:pt>
              <c:pt idx="1">
                <c:v>2.155336037465062</c:v>
              </c:pt>
              <c:pt idx="2">
                <c:v>2.3064250275506875</c:v>
              </c:pt>
              <c:pt idx="3">
                <c:v>2.4690852991231202</c:v>
              </c:pt>
              <c:pt idx="4">
                <c:v>2.6133131614554594</c:v>
              </c:pt>
              <c:pt idx="5">
                <c:v>2.7611758131557314</c:v>
              </c:pt>
              <c:pt idx="6">
                <c:v>2.9229848157088827</c:v>
              </c:pt>
              <c:pt idx="7">
                <c:v>3.0764583877121514</c:v>
              </c:pt>
              <c:pt idx="8">
                <c:v>3.226084115975824</c:v>
              </c:pt>
              <c:pt idx="9">
                <c:v>3.3930484664167784</c:v>
              </c:pt>
              <c:pt idx="10">
                <c:v>3.550289516984764</c:v>
              </c:pt>
              <c:pt idx="11">
                <c:v>3.704193429194155</c:v>
              </c:pt>
              <c:pt idx="12">
                <c:v>3.868879446237088</c:v>
              </c:pt>
              <c:pt idx="13">
                <c:v>4.0349491466763725</c:v>
              </c:pt>
              <c:pt idx="14">
                <c:v>4.198368377590366</c:v>
              </c:pt>
              <c:pt idx="15">
                <c:v>4.3466560922695425</c:v>
              </c:pt>
              <c:pt idx="16">
                <c:v>3.5923433345820435</c:v>
              </c:pt>
              <c:pt idx="17">
                <c:v>3.057856208741888</c:v>
              </c:pt>
              <c:pt idx="18">
                <c:v>2.976808337338066</c:v>
              </c:pt>
              <c:pt idx="19">
                <c:v>3.0136796972911926</c:v>
              </c:pt>
              <c:pt idx="20">
                <c:v>3.1484484035233837</c:v>
              </c:pt>
              <c:pt idx="21">
                <c:v>3.311541958401195</c:v>
              </c:pt>
              <c:pt idx="22">
                <c:v>3.485011214578573</c:v>
              </c:pt>
              <c:pt idx="23">
                <c:v>3.6497241859295224</c:v>
              </c:pt>
              <c:pt idx="24">
                <c:v>3.8159760009719856</c:v>
              </c:pt>
              <c:pt idx="25">
                <c:v>3.982384315837214</c:v>
              </c:pt>
              <c:pt idx="26">
                <c:v>4.161547673125727</c:v>
              </c:pt>
              <c:pt idx="27">
                <c:v>4.343211590179747</c:v>
              </c:pt>
              <c:pt idx="28">
                <c:v>4.524649224492139</c:v>
              </c:pt>
              <c:pt idx="29">
                <c:v>4.712009571558551</c:v>
              </c:pt>
              <c:pt idx="30">
                <c:v>4.899888868343318</c:v>
              </c:pt>
            </c:numLit>
          </c:val>
          <c:smooth val="0"/>
        </c:ser>
        <c:ser>
          <c:idx val="2"/>
          <c:order val="2"/>
          <c:tx>
            <c:v>P90</c:v>
          </c:tx>
          <c:spPr>
            <a:solidFill xmlns:a="http://schemas.openxmlformats.org/drawingml/2006/main">
              <a:srgbClr val="A5B4BD"/>
            </a:solidFill>
            <a:ln xmlns:a="http://schemas.openxmlformats.org/drawingml/2006/main" w="12383">
              <a:solidFill>
                <a:srgbClr val="A5B4B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2.0043213737826426</c:v>
              </c:pt>
              <c:pt idx="1">
                <c:v>2.2043913319193</c:v>
              </c:pt>
              <c:pt idx="2">
                <c:v>2.3443922736851106</c:v>
              </c:pt>
              <c:pt idx="3">
                <c:v>2.5110808455391185</c:v>
              </c:pt>
              <c:pt idx="4">
                <c:v>2.67015304519218</c:v>
              </c:pt>
              <c:pt idx="5">
                <c:v>2.8260099777911005</c:v>
              </c:pt>
              <c:pt idx="6">
                <c:v>2.988648125235751</c:v>
              </c:pt>
              <c:pt idx="7">
                <c:v>3.1497424147134043</c:v>
              </c:pt>
              <c:pt idx="8">
                <c:v>3.30033456800233</c:v>
              </c:pt>
              <c:pt idx="9">
                <c:v>3.460942922888959</c:v>
              </c:pt>
              <c:pt idx="10">
                <c:v>3.621892588317354</c:v>
              </c:pt>
              <c:pt idx="11">
                <c:v>3.7810369386211318</c:v>
              </c:pt>
              <c:pt idx="12">
                <c:v>3.9408898574862166</c:v>
              </c:pt>
              <c:pt idx="13">
                <c:v>4.099760035863399</c:v>
              </c:pt>
              <c:pt idx="14">
                <c:v>4.265070301288256</c:v>
              </c:pt>
              <c:pt idx="15">
                <c:v>4.429123793669563</c:v>
              </c:pt>
              <c:pt idx="16">
                <c:v>4.389655055024599</c:v>
              </c:pt>
              <c:pt idx="17">
                <c:v>3.5904963118145647</c:v>
              </c:pt>
              <c:pt idx="18">
                <c:v>3.208602574462532</c:v>
              </c:pt>
              <c:pt idx="19">
                <c:v>3.338017993470887</c:v>
              </c:pt>
              <c:pt idx="20">
                <c:v>3.4946554141568607</c:v>
              </c:pt>
              <c:pt idx="21">
                <c:v>3.6561844771146426</c:v>
              </c:pt>
              <c:pt idx="22">
                <c:v>3.8176512945182424</c:v>
              </c:pt>
              <c:pt idx="23">
                <c:v>3.995626420883029</c:v>
              </c:pt>
              <c:pt idx="24">
                <c:v>4.161362011924947</c:v>
              </c:pt>
              <c:pt idx="25">
                <c:v>4.312359332565591</c:v>
              </c:pt>
              <c:pt idx="26">
                <c:v>4.489757448726724</c:v>
              </c:pt>
              <c:pt idx="27">
                <c:v>4.686465556196019</c:v>
              </c:pt>
              <c:pt idx="28">
                <c:v>4.883206465052513</c:v>
              </c:pt>
              <c:pt idx="29">
                <c:v>5.08168316194663</c:v>
              </c:pt>
              <c:pt idx="30">
                <c:v>5.282400264729029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6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log₁₀(細胞數+1)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總量 P10</c:v>
          </c:tx>
          <c:spPr>
            <a:solidFill xmlns:a="http://schemas.openxmlformats.org/drawingml/2006/main">
              <a:srgbClr val="A5B4BD"/>
            </a:solidFill>
            <a:ln xmlns:a="http://schemas.openxmlformats.org/drawingml/2006/main" w="12383">
              <a:solidFill>
                <a:srgbClr val="A5B4B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2.0043213737826426</c:v>
              </c:pt>
              <c:pt idx="1">
                <c:v>2.1271047983648077</c:v>
              </c:pt>
              <c:pt idx="2">
                <c:v>2.2664668954402414</c:v>
              </c:pt>
              <c:pt idx="3">
                <c:v>2.4026052419199146</c:v>
              </c:pt>
              <c:pt idx="4">
                <c:v>2.5471591213274176</c:v>
              </c:pt>
              <c:pt idx="5">
                <c:v>2.6893088591236203</c:v>
              </c:pt>
              <c:pt idx="6">
                <c:v>2.853393977450666</c:v>
              </c:pt>
              <c:pt idx="7">
                <c:v>3.00774777800074</c:v>
              </c:pt>
              <c:pt idx="8">
                <c:v>3.1604685311190375</c:v>
              </c:pt>
              <c:pt idx="9">
                <c:v>3.313972618860607</c:v>
              </c:pt>
              <c:pt idx="10">
                <c:v>3.463430091902802</c:v>
              </c:pt>
              <c:pt idx="11">
                <c:v>3.6252198190376075</c:v>
              </c:pt>
              <c:pt idx="12">
                <c:v>3.783917865040467</c:v>
              </c:pt>
              <c:pt idx="13">
                <c:v>3.94527158150771</c:v>
              </c:pt>
              <c:pt idx="14">
                <c:v>4.106625993991235</c:v>
              </c:pt>
              <c:pt idx="15">
                <c:v>4.225172250540992</c:v>
              </c:pt>
              <c:pt idx="16">
                <c:v>3.4965975763237087</c:v>
              </c:pt>
              <c:pt idx="17">
                <c:v>2.9095025414054154</c:v>
              </c:pt>
              <c:pt idx="18">
                <c:v>2.8112397727532894</c:v>
              </c:pt>
              <c:pt idx="19">
                <c:v>2.8518085142282374</c:v>
              </c:pt>
              <c:pt idx="20">
                <c:v>2.971229447276241</c:v>
              </c:pt>
              <c:pt idx="21">
                <c:v>3.118859695409587</c:v>
              </c:pt>
              <c:pt idx="22">
                <c:v>3.2631387712181423</c:v>
              </c:pt>
              <c:pt idx="23">
                <c:v>3.419526195575769</c:v>
              </c:pt>
              <c:pt idx="24">
                <c:v>3.570367785823503</c:v>
              </c:pt>
              <c:pt idx="25">
                <c:v>3.722428241979694</c:v>
              </c:pt>
              <c:pt idx="26">
                <c:v>3.881647094493409</c:v>
              </c:pt>
              <c:pt idx="27">
                <c:v>4.0500586541298595</c:v>
              </c:pt>
              <c:pt idx="28">
                <c:v>4.2175839520335225</c:v>
              </c:pt>
              <c:pt idx="29">
                <c:v>4.38660061601695</c:v>
              </c:pt>
              <c:pt idx="30">
                <c:v>4.562047686596289</c:v>
              </c:pt>
            </c:numLit>
          </c:val>
          <c:smooth val="0"/>
        </c:ser>
        <c:ser>
          <c:idx val="1"/>
          <c:order val="1"/>
          <c:tx>
            <c:v>總量 中位</c:v>
          </c:tx>
          <c:spPr>
            <a:solidFill xmlns:a="http://schemas.openxmlformats.org/drawingml/2006/main">
              <a:srgbClr val="173042"/>
            </a:solidFill>
            <a:ln xmlns:a="http://schemas.openxmlformats.org/drawingml/2006/main" w="28575">
              <a:solidFill>
                <a:srgbClr val="173042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2.0043213737826426</c:v>
              </c:pt>
              <c:pt idx="1">
                <c:v>2.155336037465062</c:v>
              </c:pt>
              <c:pt idx="2">
                <c:v>2.3064250275506875</c:v>
              </c:pt>
              <c:pt idx="3">
                <c:v>2.4690852991231202</c:v>
              </c:pt>
              <c:pt idx="4">
                <c:v>2.6133131614554594</c:v>
              </c:pt>
              <c:pt idx="5">
                <c:v>2.7611758131557314</c:v>
              </c:pt>
              <c:pt idx="6">
                <c:v>2.9229848157088827</c:v>
              </c:pt>
              <c:pt idx="7">
                <c:v>3.0764583877121514</c:v>
              </c:pt>
              <c:pt idx="8">
                <c:v>3.226084115975824</c:v>
              </c:pt>
              <c:pt idx="9">
                <c:v>3.3930484664167784</c:v>
              </c:pt>
              <c:pt idx="10">
                <c:v>3.550289516984764</c:v>
              </c:pt>
              <c:pt idx="11">
                <c:v>3.704193429194155</c:v>
              </c:pt>
              <c:pt idx="12">
                <c:v>3.868879446237088</c:v>
              </c:pt>
              <c:pt idx="13">
                <c:v>4.0349491466763725</c:v>
              </c:pt>
              <c:pt idx="14">
                <c:v>4.198368377590366</c:v>
              </c:pt>
              <c:pt idx="15">
                <c:v>4.3466560922695425</c:v>
              </c:pt>
              <c:pt idx="16">
                <c:v>3.5923433345820435</c:v>
              </c:pt>
              <c:pt idx="17">
                <c:v>3.057856208741888</c:v>
              </c:pt>
              <c:pt idx="18">
                <c:v>2.976808337338066</c:v>
              </c:pt>
              <c:pt idx="19">
                <c:v>3.0136796972911926</c:v>
              </c:pt>
              <c:pt idx="20">
                <c:v>3.1484484035233837</c:v>
              </c:pt>
              <c:pt idx="21">
                <c:v>3.311541958401195</c:v>
              </c:pt>
              <c:pt idx="22">
                <c:v>3.485011214578573</c:v>
              </c:pt>
              <c:pt idx="23">
                <c:v>3.6497241859295224</c:v>
              </c:pt>
              <c:pt idx="24">
                <c:v>3.8159760009719856</c:v>
              </c:pt>
              <c:pt idx="25">
                <c:v>3.982384315837214</c:v>
              </c:pt>
              <c:pt idx="26">
                <c:v>4.161547673125727</c:v>
              </c:pt>
              <c:pt idx="27">
                <c:v>4.343211590179747</c:v>
              </c:pt>
              <c:pt idx="28">
                <c:v>4.524649224492139</c:v>
              </c:pt>
              <c:pt idx="29">
                <c:v>4.712009571558551</c:v>
              </c:pt>
              <c:pt idx="30">
                <c:v>4.899888868343318</c:v>
              </c:pt>
            </c:numLit>
          </c:val>
          <c:smooth val="0"/>
        </c:ser>
        <c:ser>
          <c:idx val="2"/>
          <c:order val="2"/>
          <c:tx>
            <c:v>總量 P90</c:v>
          </c:tx>
          <c:spPr>
            <a:solidFill xmlns:a="http://schemas.openxmlformats.org/drawingml/2006/main">
              <a:srgbClr val="A5B4BD"/>
            </a:solidFill>
            <a:ln xmlns:a="http://schemas.openxmlformats.org/drawingml/2006/main" w="12383">
              <a:solidFill>
                <a:srgbClr val="A5B4B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2.0043213737826426</c:v>
              </c:pt>
              <c:pt idx="1">
                <c:v>2.2043913319193</c:v>
              </c:pt>
              <c:pt idx="2">
                <c:v>2.3443922736851106</c:v>
              </c:pt>
              <c:pt idx="3">
                <c:v>2.5110808455391185</c:v>
              </c:pt>
              <c:pt idx="4">
                <c:v>2.67015304519218</c:v>
              </c:pt>
              <c:pt idx="5">
                <c:v>2.8260099777911005</c:v>
              </c:pt>
              <c:pt idx="6">
                <c:v>2.988648125235751</c:v>
              </c:pt>
              <c:pt idx="7">
                <c:v>3.1497424147134043</c:v>
              </c:pt>
              <c:pt idx="8">
                <c:v>3.30033456800233</c:v>
              </c:pt>
              <c:pt idx="9">
                <c:v>3.460942922888959</c:v>
              </c:pt>
              <c:pt idx="10">
                <c:v>3.621892588317354</c:v>
              </c:pt>
              <c:pt idx="11">
                <c:v>3.7810369386211318</c:v>
              </c:pt>
              <c:pt idx="12">
                <c:v>3.9408898574862166</c:v>
              </c:pt>
              <c:pt idx="13">
                <c:v>4.099760035863399</c:v>
              </c:pt>
              <c:pt idx="14">
                <c:v>4.265070301288256</c:v>
              </c:pt>
              <c:pt idx="15">
                <c:v>4.429123793669563</c:v>
              </c:pt>
              <c:pt idx="16">
                <c:v>4.389655055024599</c:v>
              </c:pt>
              <c:pt idx="17">
                <c:v>3.5904963118145647</c:v>
              </c:pt>
              <c:pt idx="18">
                <c:v>3.208602574462532</c:v>
              </c:pt>
              <c:pt idx="19">
                <c:v>3.338017993470887</c:v>
              </c:pt>
              <c:pt idx="20">
                <c:v>3.4946554141568607</c:v>
              </c:pt>
              <c:pt idx="21">
                <c:v>3.6561844771146426</c:v>
              </c:pt>
              <c:pt idx="22">
                <c:v>3.8176512945182424</c:v>
              </c:pt>
              <c:pt idx="23">
                <c:v>3.995626420883029</c:v>
              </c:pt>
              <c:pt idx="24">
                <c:v>4.161362011924947</c:v>
              </c:pt>
              <c:pt idx="25">
                <c:v>4.312359332565591</c:v>
              </c:pt>
              <c:pt idx="26">
                <c:v>4.489757448726724</c:v>
              </c:pt>
              <c:pt idx="27">
                <c:v>4.686465556196019</c:v>
              </c:pt>
              <c:pt idx="28">
                <c:v>4.883206465052513</c:v>
              </c:pt>
              <c:pt idx="29">
                <c:v>5.08168316194663</c:v>
              </c:pt>
              <c:pt idx="30">
                <c:v>5.282400264729029</c:v>
              </c:pt>
            </c:numLit>
          </c:val>
          <c:smooth val="0"/>
        </c:ser>
        <c:ser>
          <c:idx val="3"/>
          <c:order val="3"/>
          <c:tx>
            <c:v>敏感 中位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28575">
              <a:solidFill>
                <a:srgbClr val="236B8E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2.0043213737826426</c:v>
              </c:pt>
              <c:pt idx="1">
                <c:v>2.155336037465062</c:v>
              </c:pt>
              <c:pt idx="2">
                <c:v>2.3064250275506875</c:v>
              </c:pt>
              <c:pt idx="3">
                <c:v>2.4690852991231202</c:v>
              </c:pt>
              <c:pt idx="4">
                <c:v>2.6127838567197355</c:v>
              </c:pt>
              <c:pt idx="5">
                <c:v>2.7607993116307177</c:v>
              </c:pt>
              <c:pt idx="6">
                <c:v>2.9229848157088827</c:v>
              </c:pt>
              <c:pt idx="7">
                <c:v>3.076276255404218</c:v>
              </c:pt>
              <c:pt idx="8">
                <c:v>3.225180008177683</c:v>
              </c:pt>
              <c:pt idx="9">
                <c:v>3.3896975482063856</c:v>
              </c:pt>
              <c:pt idx="10">
                <c:v>3.546480969539267</c:v>
              </c:pt>
              <c:pt idx="11">
                <c:v>3.7007037171450192</c:v>
              </c:pt>
              <c:pt idx="12">
                <c:v>3.8643627311058295</c:v>
              </c:pt>
              <c:pt idx="13">
                <c:v>4.030478280622408</c:v>
              </c:pt>
              <c:pt idx="14">
                <c:v>4.1932081084944945</c:v>
              </c:pt>
              <c:pt idx="15">
                <c:v>4.341038631677523</c:v>
              </c:pt>
              <c:pt idx="16">
                <c:v>3.5518767631329724</c:v>
              </c:pt>
              <c:pt idx="17">
                <c:v>2.7209857441537393</c:v>
              </c:pt>
              <c:pt idx="18">
                <c:v>1.8779469516291882</c:v>
              </c:pt>
              <c:pt idx="19">
                <c:v>1.041392685158225</c:v>
              </c:pt>
              <c:pt idx="20">
                <c:v>0.47712125471966244</c:v>
              </c:pt>
              <c:pt idx="21">
                <c:v>0</c:v>
              </c:pt>
              <c:pt idx="22">
                <c:v>0</c:v>
              </c:pt>
              <c:pt idx="23">
                <c:v>0</c:v>
              </c:pt>
              <c:pt idx="24">
                <c:v>0</c:v>
              </c:pt>
              <c:pt idx="25">
                <c:v>0</c:v>
              </c:pt>
              <c:pt idx="26">
                <c:v>0</c:v>
              </c:pt>
              <c:pt idx="27">
                <c:v>0</c:v>
              </c:pt>
              <c:pt idx="28">
                <c:v>0</c:v>
              </c:pt>
              <c:pt idx="29">
                <c:v>0</c:v>
              </c:pt>
              <c:pt idx="30">
                <c:v>0</c:v>
              </c:pt>
            </c:numLit>
          </c:val>
          <c:smooth val="0"/>
        </c:ser>
        <c:ser>
          <c:idx val="4"/>
          <c:order val="4"/>
          <c:tx>
            <c:v>抗藥 中位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28575">
              <a:solidFill>
                <a:srgbClr val="A74F3D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0.3010299956639812</c:v>
              </c:pt>
              <c:pt idx="5">
                <c:v>0.3010299956639812</c:v>
              </c:pt>
              <c:pt idx="6">
                <c:v>0.3979400086720376</c:v>
              </c:pt>
              <c:pt idx="7">
                <c:v>0.6020599913279624</c:v>
              </c:pt>
              <c:pt idx="8">
                <c:v>0.8750612633917001</c:v>
              </c:pt>
              <c:pt idx="9">
                <c:v>1.146128035678238</c:v>
              </c:pt>
              <c:pt idx="10">
                <c:v>1.3324384599156054</c:v>
              </c:pt>
              <c:pt idx="11">
                <c:v>1.5185139398778875</c:v>
              </c:pt>
              <c:pt idx="12">
                <c:v>1.7323937598229686</c:v>
              </c:pt>
              <c:pt idx="13">
                <c:v>1.9637878273455551</c:v>
              </c:pt>
              <c:pt idx="14">
                <c:v>2.156851901070011</c:v>
              </c:pt>
              <c:pt idx="15">
                <c:v>2.368286884902131</c:v>
              </c:pt>
              <c:pt idx="16">
                <c:v>2.5446880223026773</c:v>
              </c:pt>
              <c:pt idx="17">
                <c:v>2.6919651027673606</c:v>
              </c:pt>
              <c:pt idx="18">
                <c:v>2.8394780473741985</c:v>
              </c:pt>
              <c:pt idx="19">
                <c:v>2.9925535178321354</c:v>
              </c:pt>
              <c:pt idx="20">
                <c:v>3.145662470707546</c:v>
              </c:pt>
              <c:pt idx="21">
                <c:v>3.311541958401195</c:v>
              </c:pt>
              <c:pt idx="22">
                <c:v>3.485011214578573</c:v>
              </c:pt>
              <c:pt idx="23">
                <c:v>3.6497241859295224</c:v>
              </c:pt>
              <c:pt idx="24">
                <c:v>3.8159760009719856</c:v>
              </c:pt>
              <c:pt idx="25">
                <c:v>3.982384315837214</c:v>
              </c:pt>
              <c:pt idx="26">
                <c:v>4.161547673125727</c:v>
              </c:pt>
              <c:pt idx="27">
                <c:v>4.343211590179747</c:v>
              </c:pt>
              <c:pt idx="28">
                <c:v>4.524649224492139</c:v>
              </c:pt>
              <c:pt idx="29">
                <c:v>4.712009571558551</c:v>
              </c:pt>
              <c:pt idx="30">
                <c:v>4.899888868343318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6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log₁₀(細胞數+1)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P10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12383">
              <a:solidFill>
                <a:srgbClr val="A74F3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0.19744267482129593</c:v>
              </c:pt>
              <c:pt idx="9">
                <c:v>0.18054980762297582</c:v>
              </c:pt>
              <c:pt idx="10">
                <c:v>0.33525710930291086</c:v>
              </c:pt>
              <c:pt idx="11">
                <c:v>0.4160723885843469</c:v>
              </c:pt>
              <c:pt idx="12">
                <c:v>0.5654083607617898</c:v>
              </c:pt>
              <c:pt idx="13">
                <c:v>0.5949509741839755</c:v>
              </c:pt>
              <c:pt idx="14">
                <c:v>0.6778366717541702</c:v>
              </c:pt>
              <c:pt idx="15">
                <c:v>0.7713988539458436</c:v>
              </c:pt>
              <c:pt idx="16">
                <c:v>1.2715392721152023</c:v>
              </c:pt>
              <c:pt idx="17">
                <c:v>11.072552877520904</c:v>
              </c:pt>
              <c:pt idx="18">
                <c:v>53.83176966775693</c:v>
              </c:pt>
              <c:pt idx="19">
                <c:v>91.65322742730349</c:v>
              </c:pt>
              <c:pt idx="20">
                <c:v>99.13285001412297</c:v>
              </c:pt>
              <c:pt idx="21">
                <c:v>99.8474473185217</c:v>
              </c:pt>
              <c:pt idx="22">
                <c:v>100</c:v>
              </c:pt>
              <c:pt idx="23">
                <c:v>100</c:v>
              </c:pt>
              <c:pt idx="24">
                <c:v>100</c:v>
              </c:pt>
              <c:pt idx="25">
                <c:v>100</c:v>
              </c:pt>
              <c:pt idx="26">
                <c:v>100</c:v>
              </c:pt>
              <c:pt idx="27">
                <c:v>100</c:v>
              </c:pt>
              <c:pt idx="28">
                <c:v>100</c:v>
              </c:pt>
              <c:pt idx="29">
                <c:v>100</c:v>
              </c:pt>
              <c:pt idx="30">
                <c:v>100</c:v>
              </c:pt>
            </c:numLit>
          </c:val>
          <c:smooth val="0"/>
        </c:ser>
        <c:ser>
          <c:idx val="1"/>
          <c:order val="1"/>
          <c:tx>
            <c:v>中位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28575">
              <a:solidFill>
                <a:srgbClr val="A74F3D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0.21139069792202722</c:v>
              </c:pt>
              <c:pt idx="5">
                <c:v>0.1814935834936362</c:v>
              </c:pt>
              <c:pt idx="6">
                <c:v>0.1722613226921587</c:v>
              </c:pt>
              <c:pt idx="7">
                <c:v>0.27076826372853313</c:v>
              </c:pt>
              <c:pt idx="8">
                <c:v>0.3801961055906622</c:v>
              </c:pt>
              <c:pt idx="9">
                <c:v>0.5722157057102331</c:v>
              </c:pt>
              <c:pt idx="10">
                <c:v>0.6521585572968972</c:v>
              </c:pt>
              <c:pt idx="11">
                <c:v>0.7198031578880025</c:v>
              </c:pt>
              <c:pt idx="12">
                <c:v>0.7878172383869663</c:v>
              </c:pt>
              <c:pt idx="13">
                <c:v>0.9377077802833242</c:v>
              </c:pt>
              <c:pt idx="14">
                <c:v>0.9639218397945047</c:v>
              </c:pt>
              <c:pt idx="15">
                <c:v>1.15852021288647</c:v>
              </c:pt>
              <c:pt idx="16">
                <c:v>9.18287808790291</c:v>
              </c:pt>
              <c:pt idx="17">
                <c:v>50.208329489615814</c:v>
              </c:pt>
              <c:pt idx="18">
                <c:v>90.51630973348739</c:v>
              </c:pt>
              <c:pt idx="19">
                <c:v>99.24015659748152</c:v>
              </c:pt>
              <c:pt idx="20">
                <c:v>99.92933589718953</c:v>
              </c:pt>
              <c:pt idx="21">
                <c:v>100</c:v>
              </c:pt>
              <c:pt idx="22">
                <c:v>100</c:v>
              </c:pt>
              <c:pt idx="23">
                <c:v>100</c:v>
              </c:pt>
              <c:pt idx="24">
                <c:v>100</c:v>
              </c:pt>
              <c:pt idx="25">
                <c:v>100</c:v>
              </c:pt>
              <c:pt idx="26">
                <c:v>100</c:v>
              </c:pt>
              <c:pt idx="27">
                <c:v>100</c:v>
              </c:pt>
              <c:pt idx="28">
                <c:v>100</c:v>
              </c:pt>
              <c:pt idx="29">
                <c:v>100</c:v>
              </c:pt>
              <c:pt idx="30">
                <c:v>100</c:v>
              </c:pt>
            </c:numLit>
          </c:val>
          <c:smooth val="0"/>
        </c:ser>
        <c:ser>
          <c:idx val="2"/>
          <c:order val="2"/>
          <c:tx>
            <c:v>P90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12383">
              <a:solidFill>
                <a:srgbClr val="A74F3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0</c:v>
              </c:pt>
              <c:pt idx="1">
                <c:v>0.6116735695658844</c:v>
              </c:pt>
              <c:pt idx="2">
                <c:v>0.5747413663851273</c:v>
              </c:pt>
              <c:pt idx="3">
                <c:v>0.9224622669428826</c:v>
              </c:pt>
              <c:pt idx="4">
                <c:v>0.727602456482614</c:v>
              </c:pt>
              <c:pt idx="5">
                <c:v>1.1371711285995987</c:v>
              </c:pt>
              <c:pt idx="6">
                <c:v>1.1825152515811272</c:v>
              </c:pt>
              <c:pt idx="7">
                <c:v>1.3424726644740033</c:v>
              </c:pt>
              <c:pt idx="8">
                <c:v>1.2224647003139957</c:v>
              </c:pt>
              <c:pt idx="9">
                <c:v>1.5262415939183827</c:v>
              </c:pt>
              <c:pt idx="10">
                <c:v>1.4378059605733826</c:v>
              </c:pt>
              <c:pt idx="11">
                <c:v>1.4964971310911326</c:v>
              </c:pt>
              <c:pt idx="12">
                <c:v>1.622528496107583</c:v>
              </c:pt>
              <c:pt idx="13">
                <c:v>1.832253376364307</c:v>
              </c:pt>
              <c:pt idx="14">
                <c:v>1.9197058830294254</c:v>
              </c:pt>
              <c:pt idx="15">
                <c:v>2.244312716976146</c:v>
              </c:pt>
              <c:pt idx="16">
                <c:v>17.913746829784422</c:v>
              </c:pt>
              <c:pt idx="17">
                <c:v>66.03895955074833</c:v>
              </c:pt>
              <c:pt idx="18">
                <c:v>95.37497705460893</c:v>
              </c:pt>
              <c:pt idx="19">
                <c:v>99.67818821904426</c:v>
              </c:pt>
              <c:pt idx="20">
                <c:v>100</c:v>
              </c:pt>
              <c:pt idx="21">
                <c:v>100</c:v>
              </c:pt>
              <c:pt idx="22">
                <c:v>100</c:v>
              </c:pt>
              <c:pt idx="23">
                <c:v>100</c:v>
              </c:pt>
              <c:pt idx="24">
                <c:v>100</c:v>
              </c:pt>
              <c:pt idx="25">
                <c:v>100</c:v>
              </c:pt>
              <c:pt idx="26">
                <c:v>100</c:v>
              </c:pt>
              <c:pt idx="27">
                <c:v>100</c:v>
              </c:pt>
              <c:pt idx="28">
                <c:v>100</c:v>
              </c:pt>
              <c:pt idx="29">
                <c:v>100</c:v>
              </c:pt>
              <c:pt idx="30">
                <c:v>100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抗藥細胞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P10</c:v>
          </c:tx>
          <c:spPr>
            <a:solidFill xmlns:a="http://schemas.openxmlformats.org/drawingml/2006/main">
              <a:srgbClr val="6C5B9C"/>
            </a:solidFill>
            <a:ln xmlns:a="http://schemas.openxmlformats.org/drawingml/2006/main" w="12383">
              <a:solidFill>
                <a:srgbClr val="6C5B9C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1</c:v>
              </c:pt>
              <c:pt idx="1">
                <c:v>1.0376294797355234</c:v>
              </c:pt>
              <c:pt idx="2">
                <c:v>1.1268153414209645</c:v>
              </c:pt>
              <c:pt idx="3">
                <c:v>1.2466467722484689</c:v>
              </c:pt>
              <c:pt idx="4">
                <c:v>1.3215285169591242</c:v>
              </c:pt>
              <c:pt idx="5">
                <c:v>1.5052819351508486</c:v>
              </c:pt>
              <c:pt idx="6">
                <c:v>1.662942696544194</c:v>
              </c:pt>
              <c:pt idx="7">
                <c:v>1.8860535490458707</c:v>
              </c:pt>
              <c:pt idx="8">
                <c:v>2.136161225348883</c:v>
              </c:pt>
              <c:pt idx="9">
                <c:v>2.4265230899679797</c:v>
              </c:pt>
              <c:pt idx="10">
                <c:v>2.693037685628764</c:v>
              </c:pt>
              <c:pt idx="11">
                <c:v>2.941313496609524</c:v>
              </c:pt>
              <c:pt idx="12">
                <c:v>3.343069906392109</c:v>
              </c:pt>
              <c:pt idx="13">
                <c:v>3.8042204127220836</c:v>
              </c:pt>
              <c:pt idx="14">
                <c:v>4.280653902451069</c:v>
              </c:pt>
              <c:pt idx="15">
                <c:v>4.975110517319269</c:v>
              </c:pt>
              <c:pt idx="16">
                <c:v>6.600401294276712</c:v>
              </c:pt>
              <c:pt idx="17">
                <c:v>7.338357895304835</c:v>
              </c:pt>
              <c:pt idx="18">
                <c:v>4.453171873312803</c:v>
              </c:pt>
              <c:pt idx="19">
                <c:v>3.847482387922712</c:v>
              </c:pt>
              <c:pt idx="20">
                <c:v>4.005475507436986</c:v>
              </c:pt>
              <c:pt idx="21">
                <c:v>4.638045592555594</c:v>
              </c:pt>
              <c:pt idx="22">
                <c:v>5.200657168536479</c:v>
              </c:pt>
              <c:pt idx="23">
                <c:v>5.548732149466799</c:v>
              </c:pt>
              <c:pt idx="24">
                <c:v>5.946660841641011</c:v>
              </c:pt>
              <c:pt idx="25">
                <c:v>6.329088204818775</c:v>
              </c:pt>
              <c:pt idx="26">
                <c:v>6.97495724503456</c:v>
              </c:pt>
              <c:pt idx="27">
                <c:v>7.980014472387137</c:v>
              </c:pt>
              <c:pt idx="28">
                <c:v>8.89776242563396</c:v>
              </c:pt>
              <c:pt idx="29">
                <c:v>9.94425899380532</c:v>
              </c:pt>
              <c:pt idx="30">
                <c:v>11.112402461805624</c:v>
              </c:pt>
            </c:numLit>
          </c:val>
          <c:smooth val="0"/>
        </c:ser>
        <c:ser>
          <c:idx val="1"/>
          <c:order val="1"/>
          <c:tx>
            <c:v>中位</c:v>
          </c:tx>
          <c:spPr>
            <a:solidFill xmlns:a="http://schemas.openxmlformats.org/drawingml/2006/main">
              <a:srgbClr val="6C5B9C"/>
            </a:solidFill>
            <a:ln xmlns:a="http://schemas.openxmlformats.org/drawingml/2006/main" w="28575">
              <a:solidFill>
                <a:srgbClr val="6C5B9C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1</c:v>
              </c:pt>
              <c:pt idx="1">
                <c:v>1.1245826434208193</c:v>
              </c:pt>
              <c:pt idx="2">
                <c:v>1.2793481052632922</c:v>
              </c:pt>
              <c:pt idx="3">
                <c:v>1.4159224760237767</c:v>
              </c:pt>
              <c:pt idx="4">
                <c:v>1.6598272319534797</c:v>
              </c:pt>
              <c:pt idx="5">
                <c:v>1.8242443343836119</c:v>
              </c:pt>
              <c:pt idx="6">
                <c:v>2.036337923181051</c:v>
              </c:pt>
              <c:pt idx="7">
                <c:v>2.335391032753164</c:v>
              </c:pt>
              <c:pt idx="8">
                <c:v>2.6206532644191625</c:v>
              </c:pt>
              <c:pt idx="9">
                <c:v>2.8770070552427467</c:v>
              </c:pt>
              <c:pt idx="10">
                <c:v>3.22476938118167</c:v>
              </c:pt>
              <c:pt idx="11">
                <c:v>3.6958751787161983</c:v>
              </c:pt>
              <c:pt idx="12">
                <c:v>4.261324166221646</c:v>
              </c:pt>
              <c:pt idx="13">
                <c:v>4.94454662955361</c:v>
              </c:pt>
              <c:pt idx="14">
                <c:v>5.726261213736414</c:v>
              </c:pt>
              <c:pt idx="15">
                <c:v>6.519335921669012</c:v>
              </c:pt>
              <c:pt idx="16">
                <c:v>8.860869278615645</c:v>
              </c:pt>
              <c:pt idx="17">
                <c:v>10.540905402195804</c:v>
              </c:pt>
              <c:pt idx="18">
                <c:v>7.53850789001267</c:v>
              </c:pt>
              <c:pt idx="19">
                <c:v>6.3197102820875175</c:v>
              </c:pt>
              <c:pt idx="20">
                <c:v>6.568236319395009</c:v>
              </c:pt>
              <c:pt idx="21">
                <c:v>7.079186111154868</c:v>
              </c:pt>
              <c:pt idx="22">
                <c:v>7.67955078034411</c:v>
              </c:pt>
              <c:pt idx="23">
                <c:v>8.695411804489941</c:v>
              </c:pt>
              <c:pt idx="24">
                <c:v>9.94811835569863</c:v>
              </c:pt>
              <c:pt idx="25">
                <c:v>11.419155451555168</c:v>
              </c:pt>
              <c:pt idx="26">
                <c:v>12.477569822430137</c:v>
              </c:pt>
              <c:pt idx="27">
                <c:v>13.968605513571347</c:v>
              </c:pt>
              <c:pt idx="28">
                <c:v>15.433491864354837</c:v>
              </c:pt>
              <c:pt idx="29">
                <c:v>17.40937055423389</c:v>
              </c:pt>
              <c:pt idx="30">
                <c:v>19.444327768641198</c:v>
              </c:pt>
            </c:numLit>
          </c:val>
          <c:smooth val="0"/>
        </c:ser>
        <c:ser>
          <c:idx val="2"/>
          <c:order val="2"/>
          <c:tx>
            <c:v>P90</c:v>
          </c:tx>
          <c:spPr>
            <a:solidFill xmlns:a="http://schemas.openxmlformats.org/drawingml/2006/main">
              <a:srgbClr val="6C5B9C"/>
            </a:solidFill>
            <a:ln xmlns:a="http://schemas.openxmlformats.org/drawingml/2006/main" w="12383">
              <a:solidFill>
                <a:srgbClr val="6C5B9C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cat>
          <c:val>
            <c:numLit>
              <c:formatCode>#,##0</c:formatCode>
              <c:ptCount val="31"/>
              <c:pt idx="0">
                <c:v>1</c:v>
              </c:pt>
              <c:pt idx="1">
                <c:v>1.2572031553363767</c:v>
              </c:pt>
              <c:pt idx="2">
                <c:v>1.4616868382388017</c:v>
              </c:pt>
              <c:pt idx="3">
                <c:v>1.6050770966178192</c:v>
              </c:pt>
              <c:pt idx="4">
                <c:v>1.855600248472056</c:v>
              </c:pt>
              <c:pt idx="5">
                <c:v>2.0273900626876675</c:v>
              </c:pt>
              <c:pt idx="6">
                <c:v>2.4311455651263456</c:v>
              </c:pt>
              <c:pt idx="7">
                <c:v>2.7567142017305737</c:v>
              </c:pt>
              <c:pt idx="8">
                <c:v>3.1953148961254687</c:v>
              </c:pt>
              <c:pt idx="9">
                <c:v>3.683474036833992</c:v>
              </c:pt>
              <c:pt idx="10">
                <c:v>4.245516297990508</c:v>
              </c:pt>
              <c:pt idx="11">
                <c:v>4.886874635518003</c:v>
              </c:pt>
              <c:pt idx="12">
                <c:v>5.781989781002207</c:v>
              </c:pt>
              <c:pt idx="13">
                <c:v>6.764031139280565</c:v>
              </c:pt>
              <c:pt idx="14">
                <c:v>7.90819399219119</c:v>
              </c:pt>
              <c:pt idx="15">
                <c:v>9.62372071859246</c:v>
              </c:pt>
              <c:pt idx="16">
                <c:v>12.186416826879118</c:v>
              </c:pt>
              <c:pt idx="17">
                <c:v>14.684049253663957</c:v>
              </c:pt>
              <c:pt idx="18">
                <c:v>10.405442751308907</c:v>
              </c:pt>
              <c:pt idx="19">
                <c:v>9.566373535200237</c:v>
              </c:pt>
              <c:pt idx="20">
                <c:v>9.993637584322919</c:v>
              </c:pt>
              <c:pt idx="21">
                <c:v>11.141351182792576</c:v>
              </c:pt>
              <c:pt idx="22">
                <c:v>12.104761422191812</c:v>
              </c:pt>
              <c:pt idx="23">
                <c:v>13.341261778167697</c:v>
              </c:pt>
              <c:pt idx="24">
                <c:v>15.40202188915918</c:v>
              </c:pt>
              <c:pt idx="25">
                <c:v>17.416803499190912</c:v>
              </c:pt>
              <c:pt idx="26">
                <c:v>19.4118146502744</c:v>
              </c:pt>
              <c:pt idx="27">
                <c:v>21.664574321949132</c:v>
              </c:pt>
              <c:pt idx="28">
                <c:v>24.286992253902785</c:v>
              </c:pt>
              <c:pt idx="29">
                <c:v>26.778971768091345</c:v>
              </c:pt>
              <c:pt idx="30">
                <c:v>29.321464562881552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有效基因型數 exp(H)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5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ONC1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28575">
              <a:solidFill>
                <a:srgbClr val="236B8E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2"/>
              <c:pt idx="0">
                <c:v>-14</c:v>
              </c:pt>
              <c:pt idx="1">
                <c:v>-13</c:v>
              </c:pt>
              <c:pt idx="2">
                <c:v>-12</c:v>
              </c:pt>
              <c:pt idx="3">
                <c:v>-11</c:v>
              </c:pt>
              <c:pt idx="4">
                <c:v>-10</c:v>
              </c:pt>
              <c:pt idx="5">
                <c:v>-9</c:v>
              </c:pt>
              <c:pt idx="6">
                <c:v>-8</c:v>
              </c:pt>
              <c:pt idx="7">
                <c:v>-7</c:v>
              </c:pt>
              <c:pt idx="8">
                <c:v>-6</c:v>
              </c:pt>
              <c:pt idx="9">
                <c:v>-5</c:v>
              </c:pt>
              <c:pt idx="10">
                <c:v>-4</c:v>
              </c:pt>
              <c:pt idx="11">
                <c:v>-3</c:v>
              </c:pt>
              <c:pt idx="12">
                <c:v>-2</c:v>
              </c:pt>
              <c:pt idx="13">
                <c:v>-1</c:v>
              </c:pt>
              <c:pt idx="14">
                <c:v>0</c:v>
              </c:pt>
              <c:pt idx="15">
                <c:v>1</c:v>
              </c:pt>
              <c:pt idx="16">
                <c:v>2</c:v>
              </c:pt>
              <c:pt idx="17">
                <c:v>3</c:v>
              </c:pt>
              <c:pt idx="18">
                <c:v>4</c:v>
              </c:pt>
              <c:pt idx="19">
                <c:v>5</c:v>
              </c:pt>
              <c:pt idx="20">
                <c:v>6</c:v>
              </c:pt>
              <c:pt idx="21">
                <c:v>7</c:v>
              </c:pt>
              <c:pt idx="22">
                <c:v>8</c:v>
              </c:pt>
              <c:pt idx="23">
                <c:v>9</c:v>
              </c:pt>
              <c:pt idx="24">
                <c:v>10</c:v>
              </c:pt>
              <c:pt idx="25">
                <c:v>11</c:v>
              </c:pt>
              <c:pt idx="26">
                <c:v>12</c:v>
              </c:pt>
              <c:pt idx="27">
                <c:v>13</c:v>
              </c:pt>
              <c:pt idx="28">
                <c:v>14</c:v>
              </c:pt>
              <c:pt idx="29">
                <c:v>15</c:v>
              </c:pt>
              <c:pt idx="30">
                <c:v>16</c:v>
              </c:pt>
              <c:pt idx="31">
                <c:v>17</c:v>
              </c:pt>
            </c:numLit>
          </c:cat>
          <c:val>
            <c:numLit>
              <c:formatCode>0.0</c:formatCode>
              <c:ptCount val="32"/>
              <c:pt idx="0">
                <c:v>-2</c:v>
              </c:pt>
              <c:pt idx="1">
                <c:v>-2</c:v>
              </c:pt>
              <c:pt idx="2">
                <c:v>-2</c:v>
              </c:pt>
              <c:pt idx="3">
                <c:v>-0.48021905267498655</c:v>
              </c:pt>
              <c:pt idx="4">
                <c:v>-0.28856716129078014</c:v>
              </c:pt>
              <c:pt idx="5">
                <c:v>-0.2241744797536775</c:v>
              </c:pt>
              <c:pt idx="6">
                <c:v>-0.07051302253062422</c:v>
              </c:pt>
              <c:pt idx="7">
                <c:v>0.033855922556008854</c:v>
              </c:pt>
              <c:pt idx="8">
                <c:v>0.07194836230356845</c:v>
              </c:pt>
              <c:pt idx="9">
                <c:v>0.17954859385521302</c:v>
              </c:pt>
              <c:pt idx="10">
                <c:v>0.26932068790752245</c:v>
              </c:pt>
              <c:pt idx="11">
                <c:v>0.32542479046182426</c:v>
              </c:pt>
              <c:pt idx="12">
                <c:v>0.42378465929735576</c:v>
              </c:pt>
              <c:pt idx="13">
                <c:v>0.4977145192346929</c:v>
              </c:pt>
              <c:pt idx="14">
                <c:v>0.5660008397623267</c:v>
              </c:pt>
              <c:pt idx="15">
                <c:v>0.6073735165774967</c:v>
              </c:pt>
              <c:pt idx="16">
                <c:v>0.5988166804894188</c:v>
              </c:pt>
              <c:pt idx="17">
                <c:v>0.5239063480507887</c:v>
              </c:pt>
              <c:pt idx="18">
                <c:v>0.6291731976833971</c:v>
              </c:pt>
              <c:pt idx="19">
                <c:v>0.6984538413552288</c:v>
              </c:pt>
              <c:pt idx="20">
                <c:v>0.7427117035100677</c:v>
              </c:pt>
              <c:pt idx="21">
                <c:v>0.7965088575191975</c:v>
              </c:pt>
              <c:pt idx="22">
                <c:v>0.8386646737274839</c:v>
              </c:pt>
              <c:pt idx="23">
                <c:v>0.8845721307684982</c:v>
              </c:pt>
              <c:pt idx="24">
                <c:v>0.9289663741776333</c:v>
              </c:pt>
              <c:pt idx="25">
                <c:v>0.9446803187412447</c:v>
              </c:pt>
              <c:pt idx="26">
                <c:v>0.9830393101123032</c:v>
              </c:pt>
              <c:pt idx="27">
                <c:v>1.0127206178181152</c:v>
              </c:pt>
              <c:pt idx="28">
                <c:v>1.053568846692723</c:v>
              </c:pt>
              <c:pt idx="29">
                <c:v>1.0798519518684062</c:v>
              </c:pt>
              <c:pt idx="30">
                <c:v>1.0960970100540204</c:v>
              </c:pt>
              <c:pt idx="31">
                <c:v>1.1091696722739368</c:v>
              </c:pt>
            </c:numLit>
          </c:val>
          <c:smooth val="0"/>
        </c:ser>
        <c:ser>
          <c:idx val="1"/>
          <c:order val="1"/>
          <c:tx>
            <c:v>ONC2</c:v>
          </c:tx>
          <c:spPr>
            <a:solidFill xmlns:a="http://schemas.openxmlformats.org/drawingml/2006/main">
              <a:srgbClr val="4F8FB0"/>
            </a:solidFill>
            <a:ln xmlns:a="http://schemas.openxmlformats.org/drawingml/2006/main" w="28575">
              <a:solidFill>
                <a:srgbClr val="4F8FB0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2"/>
              <c:pt idx="0">
                <c:v>-14</c:v>
              </c:pt>
              <c:pt idx="1">
                <c:v>-13</c:v>
              </c:pt>
              <c:pt idx="2">
                <c:v>-12</c:v>
              </c:pt>
              <c:pt idx="3">
                <c:v>-11</c:v>
              </c:pt>
              <c:pt idx="4">
                <c:v>-10</c:v>
              </c:pt>
              <c:pt idx="5">
                <c:v>-9</c:v>
              </c:pt>
              <c:pt idx="6">
                <c:v>-8</c:v>
              </c:pt>
              <c:pt idx="7">
                <c:v>-7</c:v>
              </c:pt>
              <c:pt idx="8">
                <c:v>-6</c:v>
              </c:pt>
              <c:pt idx="9">
                <c:v>-5</c:v>
              </c:pt>
              <c:pt idx="10">
                <c:v>-4</c:v>
              </c:pt>
              <c:pt idx="11">
                <c:v>-3</c:v>
              </c:pt>
              <c:pt idx="12">
                <c:v>-2</c:v>
              </c:pt>
              <c:pt idx="13">
                <c:v>-1</c:v>
              </c:pt>
              <c:pt idx="14">
                <c:v>0</c:v>
              </c:pt>
              <c:pt idx="15">
                <c:v>1</c:v>
              </c:pt>
              <c:pt idx="16">
                <c:v>2</c:v>
              </c:pt>
              <c:pt idx="17">
                <c:v>3</c:v>
              </c:pt>
              <c:pt idx="18">
                <c:v>4</c:v>
              </c:pt>
              <c:pt idx="19">
                <c:v>5</c:v>
              </c:pt>
              <c:pt idx="20">
                <c:v>6</c:v>
              </c:pt>
              <c:pt idx="21">
                <c:v>7</c:v>
              </c:pt>
              <c:pt idx="22">
                <c:v>8</c:v>
              </c:pt>
              <c:pt idx="23">
                <c:v>9</c:v>
              </c:pt>
              <c:pt idx="24">
                <c:v>10</c:v>
              </c:pt>
              <c:pt idx="25">
                <c:v>11</c:v>
              </c:pt>
              <c:pt idx="26">
                <c:v>12</c:v>
              </c:pt>
              <c:pt idx="27">
                <c:v>13</c:v>
              </c:pt>
              <c:pt idx="28">
                <c:v>14</c:v>
              </c:pt>
              <c:pt idx="29">
                <c:v>15</c:v>
              </c:pt>
              <c:pt idx="30">
                <c:v>16</c:v>
              </c:pt>
              <c:pt idx="31">
                <c:v>17</c:v>
              </c:pt>
            </c:numLit>
          </c:cat>
          <c:val>
            <c:numLit>
              <c:formatCode>0.0</c:formatCode>
              <c:ptCount val="32"/>
              <c:pt idx="0">
                <c:v>-2</c:v>
              </c:pt>
              <c:pt idx="1">
                <c:v>-2</c:v>
              </c:pt>
              <c:pt idx="2">
                <c:v>-2</c:v>
              </c:pt>
              <c:pt idx="3">
                <c:v>-0.6136013802155159</c:v>
              </c:pt>
              <c:pt idx="4">
                <c:v>-0.40888040664599334</c:v>
              </c:pt>
              <c:pt idx="5">
                <c:v>-0.2665541923287529</c:v>
              </c:pt>
              <c:pt idx="6">
                <c:v>-0.1803542154199067</c:v>
              </c:pt>
              <c:pt idx="7">
                <c:v>-0.05134063589119594</c:v>
              </c:pt>
              <c:pt idx="8">
                <c:v>0.0341435574268014</c:v>
              </c:pt>
              <c:pt idx="9">
                <c:v>0.13935414753865286</c:v>
              </c:pt>
              <c:pt idx="10">
                <c:v>0.24402253538384766</c:v>
              </c:pt>
              <c:pt idx="11">
                <c:v>0.3375688498968584</c:v>
              </c:pt>
              <c:pt idx="12">
                <c:v>0.4312663622627544</c:v>
              </c:pt>
              <c:pt idx="13">
                <c:v>0.5067244770484184</c:v>
              </c:pt>
              <c:pt idx="14">
                <c:v>0.5783261096198888</c:v>
              </c:pt>
              <c:pt idx="15">
                <c:v>0.6646550259311355</c:v>
              </c:pt>
              <c:pt idx="16">
                <c:v>0.6629120950031746</c:v>
              </c:pt>
              <c:pt idx="17">
                <c:v>0.6215607162771599</c:v>
              </c:pt>
              <c:pt idx="18">
                <c:v>0.6449277142232003</c:v>
              </c:pt>
              <c:pt idx="19">
                <c:v>0.6962516184797232</c:v>
              </c:pt>
              <c:pt idx="20">
                <c:v>0.7229604198643005</c:v>
              </c:pt>
              <c:pt idx="21">
                <c:v>0.7923888690233546</c:v>
              </c:pt>
              <c:pt idx="22">
                <c:v>0.8417273149748276</c:v>
              </c:pt>
              <c:pt idx="23">
                <c:v>0.8962916782217598</c:v>
              </c:pt>
              <c:pt idx="24">
                <c:v>0.9445088596339037</c:v>
              </c:pt>
              <c:pt idx="25">
                <c:v>0.9992411310486288</c:v>
              </c:pt>
              <c:pt idx="26">
                <c:v>1.038706266460083</c:v>
              </c:pt>
              <c:pt idx="27">
                <c:v>1.0594141248008433</c:v>
              </c:pt>
              <c:pt idx="28">
                <c:v>1.0778690615947826</c:v>
              </c:pt>
              <c:pt idx="29">
                <c:v>1.0939646538279981</c:v>
              </c:pt>
              <c:pt idx="30">
                <c:v>1.1198772977504952</c:v>
              </c:pt>
              <c:pt idx="31">
                <c:v>1.1458810818490808</c:v>
              </c:pt>
            </c:numLit>
          </c:val>
          <c:smooth val="0"/>
        </c:ser>
        <c:ser>
          <c:idx val="2"/>
          <c:order val="2"/>
          <c:tx>
            <c:v>ONC3</c:v>
          </c:tx>
          <c:spPr>
            <a:solidFill xmlns:a="http://schemas.openxmlformats.org/drawingml/2006/main">
              <a:srgbClr val="86B5CC"/>
            </a:solidFill>
            <a:ln xmlns:a="http://schemas.openxmlformats.org/drawingml/2006/main" w="28575">
              <a:solidFill>
                <a:srgbClr val="86B5CC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2"/>
              <c:pt idx="0">
                <c:v>-14</c:v>
              </c:pt>
              <c:pt idx="1">
                <c:v>-13</c:v>
              </c:pt>
              <c:pt idx="2">
                <c:v>-12</c:v>
              </c:pt>
              <c:pt idx="3">
                <c:v>-11</c:v>
              </c:pt>
              <c:pt idx="4">
                <c:v>-10</c:v>
              </c:pt>
              <c:pt idx="5">
                <c:v>-9</c:v>
              </c:pt>
              <c:pt idx="6">
                <c:v>-8</c:v>
              </c:pt>
              <c:pt idx="7">
                <c:v>-7</c:v>
              </c:pt>
              <c:pt idx="8">
                <c:v>-6</c:v>
              </c:pt>
              <c:pt idx="9">
                <c:v>-5</c:v>
              </c:pt>
              <c:pt idx="10">
                <c:v>-4</c:v>
              </c:pt>
              <c:pt idx="11">
                <c:v>-3</c:v>
              </c:pt>
              <c:pt idx="12">
                <c:v>-2</c:v>
              </c:pt>
              <c:pt idx="13">
                <c:v>-1</c:v>
              </c:pt>
              <c:pt idx="14">
                <c:v>0</c:v>
              </c:pt>
              <c:pt idx="15">
                <c:v>1</c:v>
              </c:pt>
              <c:pt idx="16">
                <c:v>2</c:v>
              </c:pt>
              <c:pt idx="17">
                <c:v>3</c:v>
              </c:pt>
              <c:pt idx="18">
                <c:v>4</c:v>
              </c:pt>
              <c:pt idx="19">
                <c:v>5</c:v>
              </c:pt>
              <c:pt idx="20">
                <c:v>6</c:v>
              </c:pt>
              <c:pt idx="21">
                <c:v>7</c:v>
              </c:pt>
              <c:pt idx="22">
                <c:v>8</c:v>
              </c:pt>
              <c:pt idx="23">
                <c:v>9</c:v>
              </c:pt>
              <c:pt idx="24">
                <c:v>10</c:v>
              </c:pt>
              <c:pt idx="25">
                <c:v>11</c:v>
              </c:pt>
              <c:pt idx="26">
                <c:v>12</c:v>
              </c:pt>
              <c:pt idx="27">
                <c:v>13</c:v>
              </c:pt>
              <c:pt idx="28">
                <c:v>14</c:v>
              </c:pt>
              <c:pt idx="29">
                <c:v>15</c:v>
              </c:pt>
              <c:pt idx="30">
                <c:v>16</c:v>
              </c:pt>
              <c:pt idx="31">
                <c:v>17</c:v>
              </c:pt>
            </c:numLit>
          </c:cat>
          <c:val>
            <c:numLit>
              <c:formatCode>0.0</c:formatCode>
              <c:ptCount val="32"/>
              <c:pt idx="0">
                <c:v>-2</c:v>
              </c:pt>
              <c:pt idx="1">
                <c:v>-2</c:v>
              </c:pt>
              <c:pt idx="2">
                <c:v>-2</c:v>
              </c:pt>
              <c:pt idx="3">
                <c:v>-0.5556961053928426</c:v>
              </c:pt>
              <c:pt idx="4">
                <c:v>-0.25534583552882634</c:v>
              </c:pt>
              <c:pt idx="5">
                <c:v>-0.16442024933339275</c:v>
              </c:pt>
              <c:pt idx="6">
                <c:v>-0.04619972882630855</c:v>
              </c:pt>
              <c:pt idx="7">
                <c:v>0.04574314368099337</c:v>
              </c:pt>
              <c:pt idx="8">
                <c:v>0.14921400451946265</c:v>
              </c:pt>
              <c:pt idx="9">
                <c:v>0.2396993504661667</c:v>
              </c:pt>
              <c:pt idx="10">
                <c:v>0.327945172353852</c:v>
              </c:pt>
              <c:pt idx="11">
                <c:v>0.40660754652189923</c:v>
              </c:pt>
              <c:pt idx="12">
                <c:v>0.5017683694879849</c:v>
              </c:pt>
              <c:pt idx="13">
                <c:v>0.5782070979566236</c:v>
              </c:pt>
              <c:pt idx="14">
                <c:v>0.6465095761115918</c:v>
              </c:pt>
              <c:pt idx="15">
                <c:v>0.6933102469841754</c:v>
              </c:pt>
              <c:pt idx="16">
                <c:v>0.6734291843445439</c:v>
              </c:pt>
              <c:pt idx="17">
                <c:v>0.680116887476394</c:v>
              </c:pt>
              <c:pt idx="18">
                <c:v>0.6998569705012003</c:v>
              </c:pt>
              <c:pt idx="19">
                <c:v>0.7347534834821711</c:v>
              </c:pt>
              <c:pt idx="20">
                <c:v>0.8096825216759116</c:v>
              </c:pt>
              <c:pt idx="21">
                <c:v>0.8527462634181016</c:v>
              </c:pt>
              <c:pt idx="22">
                <c:v>0.9261374955436914</c:v>
              </c:pt>
              <c:pt idx="23">
                <c:v>0.9845188522015255</c:v>
              </c:pt>
              <c:pt idx="24">
                <c:v>1.0343192229963547</c:v>
              </c:pt>
              <c:pt idx="25">
                <c:v>1.0876005644732545</c:v>
              </c:pt>
              <c:pt idx="26">
                <c:v>1.1264998547011416</c:v>
              </c:pt>
              <c:pt idx="27">
                <c:v>1.160212723102978</c:v>
              </c:pt>
              <c:pt idx="28">
                <c:v>1.188341456374952</c:v>
              </c:pt>
              <c:pt idx="29">
                <c:v>1.2137235672555478</c:v>
              </c:pt>
              <c:pt idx="30">
                <c:v>1.2359211175265712</c:v>
              </c:pt>
              <c:pt idx="31">
                <c:v>1.2568320139977394</c:v>
              </c:pt>
            </c:numLit>
          </c:val>
          <c:smooth val="0"/>
        </c:ser>
        <c:ser>
          <c:idx val="3"/>
          <c:order val="3"/>
          <c:tx>
            <c:v>RES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28575">
              <a:solidFill>
                <a:srgbClr val="A74F3D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2"/>
              <c:pt idx="0">
                <c:v>-14</c:v>
              </c:pt>
              <c:pt idx="1">
                <c:v>-13</c:v>
              </c:pt>
              <c:pt idx="2">
                <c:v>-12</c:v>
              </c:pt>
              <c:pt idx="3">
                <c:v>-11</c:v>
              </c:pt>
              <c:pt idx="4">
                <c:v>-10</c:v>
              </c:pt>
              <c:pt idx="5">
                <c:v>-9</c:v>
              </c:pt>
              <c:pt idx="6">
                <c:v>-8</c:v>
              </c:pt>
              <c:pt idx="7">
                <c:v>-7</c:v>
              </c:pt>
              <c:pt idx="8">
                <c:v>-6</c:v>
              </c:pt>
              <c:pt idx="9">
                <c:v>-5</c:v>
              </c:pt>
              <c:pt idx="10">
                <c:v>-4</c:v>
              </c:pt>
              <c:pt idx="11">
                <c:v>-3</c:v>
              </c:pt>
              <c:pt idx="12">
                <c:v>-2</c:v>
              </c:pt>
              <c:pt idx="13">
                <c:v>-1</c:v>
              </c:pt>
              <c:pt idx="14">
                <c:v>0</c:v>
              </c:pt>
              <c:pt idx="15">
                <c:v>1</c:v>
              </c:pt>
              <c:pt idx="16">
                <c:v>2</c:v>
              </c:pt>
              <c:pt idx="17">
                <c:v>3</c:v>
              </c:pt>
              <c:pt idx="18">
                <c:v>4</c:v>
              </c:pt>
              <c:pt idx="19">
                <c:v>5</c:v>
              </c:pt>
              <c:pt idx="20">
                <c:v>6</c:v>
              </c:pt>
              <c:pt idx="21">
                <c:v>7</c:v>
              </c:pt>
              <c:pt idx="22">
                <c:v>8</c:v>
              </c:pt>
              <c:pt idx="23">
                <c:v>9</c:v>
              </c:pt>
              <c:pt idx="24">
                <c:v>10</c:v>
              </c:pt>
              <c:pt idx="25">
                <c:v>11</c:v>
              </c:pt>
              <c:pt idx="26">
                <c:v>12</c:v>
              </c:pt>
              <c:pt idx="27">
                <c:v>13</c:v>
              </c:pt>
              <c:pt idx="28">
                <c:v>14</c:v>
              </c:pt>
              <c:pt idx="29">
                <c:v>15</c:v>
              </c:pt>
              <c:pt idx="30">
                <c:v>16</c:v>
              </c:pt>
              <c:pt idx="31">
                <c:v>17</c:v>
              </c:pt>
            </c:numLit>
          </c:cat>
          <c:val>
            <c:numLit>
              <c:formatCode>0.0</c:formatCode>
              <c:ptCount val="32"/>
              <c:pt idx="0">
                <c:v>-2</c:v>
              </c:pt>
              <c:pt idx="1">
                <c:v>-2</c:v>
              </c:pt>
              <c:pt idx="2">
                <c:v>-2</c:v>
              </c:pt>
              <c:pt idx="3">
                <c:v>-0.9717875591362026</c:v>
              </c:pt>
              <c:pt idx="4">
                <c:v>-0.7262619054688806</c:v>
              </c:pt>
              <c:pt idx="5">
                <c:v>-0.6212438211580642</c:v>
              </c:pt>
              <c:pt idx="6">
                <c:v>-0.49410823592248343</c:v>
              </c:pt>
              <c:pt idx="7">
                <c:v>-0.3311022505745324</c:v>
              </c:pt>
              <c:pt idx="8">
                <c:v>-0.21437442125630887</c:v>
              </c:pt>
              <c:pt idx="9">
                <c:v>-0.13687982576668312</c:v>
              </c:pt>
              <c:pt idx="10">
                <c:v>-0.1212125794743653</c:v>
              </c:pt>
              <c:pt idx="11">
                <c:v>-0.061043393916822564</c:v>
              </c:pt>
              <c:pt idx="12">
                <c:v>-0.027229764179422602</c:v>
              </c:pt>
              <c:pt idx="13">
                <c:v>0.029117715927530024</c:v>
              </c:pt>
              <c:pt idx="14">
                <c:v>0.0838257471486219</c:v>
              </c:pt>
              <c:pt idx="15">
                <c:v>1.0345672988824197</c:v>
              </c:pt>
              <c:pt idx="16">
                <c:v>1.733866988251023</c:v>
              </c:pt>
              <c:pt idx="17">
                <c:v>1.961811225672622</c:v>
              </c:pt>
              <c:pt idx="18">
                <c:v>1.9969677076931514</c:v>
              </c:pt>
              <c:pt idx="19">
                <c:v>1.9997364592035836</c:v>
              </c:pt>
              <c:pt idx="20">
                <c:v>2.0000434272768626</c:v>
              </c:pt>
              <c:pt idx="21">
                <c:v>2.0000434272768626</c:v>
              </c:pt>
              <c:pt idx="22">
                <c:v>2.0000434272768626</c:v>
              </c:pt>
              <c:pt idx="23">
                <c:v>2.0000434272768626</c:v>
              </c:pt>
              <c:pt idx="24">
                <c:v>2.0000434272768626</c:v>
              </c:pt>
              <c:pt idx="25">
                <c:v>2.0000434272768626</c:v>
              </c:pt>
              <c:pt idx="26">
                <c:v>2.0000434272768626</c:v>
              </c:pt>
              <c:pt idx="27">
                <c:v>2.0000434272768626</c:v>
              </c:pt>
              <c:pt idx="28">
                <c:v>2.0000434272768626</c:v>
              </c:pt>
              <c:pt idx="29">
                <c:v>2.0000434272768626</c:v>
              </c:pt>
              <c:pt idx="30">
                <c:v>2.0000434272768626</c:v>
              </c:pt>
              <c:pt idx="31">
                <c:v>2.0000434272768626</c:v>
              </c:pt>
            </c:numLit>
          </c:val>
          <c:smooth val="0"/>
        </c:ser>
        <c:ser>
          <c:idx val="4"/>
          <c:order val="4"/>
          <c:tx>
            <c:v>TSG1 任一擊</c:v>
          </c:tx>
          <c:spPr>
            <a:solidFill xmlns:a="http://schemas.openxmlformats.org/drawingml/2006/main">
              <a:srgbClr val="6C5B9C"/>
            </a:solidFill>
            <a:ln xmlns:a="http://schemas.openxmlformats.org/drawingml/2006/main" w="28575">
              <a:solidFill>
                <a:srgbClr val="6C5B9C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2"/>
              <c:pt idx="0">
                <c:v>-14</c:v>
              </c:pt>
              <c:pt idx="1">
                <c:v>-13</c:v>
              </c:pt>
              <c:pt idx="2">
                <c:v>-12</c:v>
              </c:pt>
              <c:pt idx="3">
                <c:v>-11</c:v>
              </c:pt>
              <c:pt idx="4">
                <c:v>-10</c:v>
              </c:pt>
              <c:pt idx="5">
                <c:v>-9</c:v>
              </c:pt>
              <c:pt idx="6">
                <c:v>-8</c:v>
              </c:pt>
              <c:pt idx="7">
                <c:v>-7</c:v>
              </c:pt>
              <c:pt idx="8">
                <c:v>-6</c:v>
              </c:pt>
              <c:pt idx="9">
                <c:v>-5</c:v>
              </c:pt>
              <c:pt idx="10">
                <c:v>-4</c:v>
              </c:pt>
              <c:pt idx="11">
                <c:v>-3</c:v>
              </c:pt>
              <c:pt idx="12">
                <c:v>-2</c:v>
              </c:pt>
              <c:pt idx="13">
                <c:v>-1</c:v>
              </c:pt>
              <c:pt idx="14">
                <c:v>0</c:v>
              </c:pt>
              <c:pt idx="15">
                <c:v>1</c:v>
              </c:pt>
              <c:pt idx="16">
                <c:v>2</c:v>
              </c:pt>
              <c:pt idx="17">
                <c:v>3</c:v>
              </c:pt>
              <c:pt idx="18">
                <c:v>4</c:v>
              </c:pt>
              <c:pt idx="19">
                <c:v>5</c:v>
              </c:pt>
              <c:pt idx="20">
                <c:v>6</c:v>
              </c:pt>
              <c:pt idx="21">
                <c:v>7</c:v>
              </c:pt>
              <c:pt idx="22">
                <c:v>8</c:v>
              </c:pt>
              <c:pt idx="23">
                <c:v>9</c:v>
              </c:pt>
              <c:pt idx="24">
                <c:v>10</c:v>
              </c:pt>
              <c:pt idx="25">
                <c:v>11</c:v>
              </c:pt>
              <c:pt idx="26">
                <c:v>12</c:v>
              </c:pt>
              <c:pt idx="27">
                <c:v>13</c:v>
              </c:pt>
              <c:pt idx="28">
                <c:v>14</c:v>
              </c:pt>
              <c:pt idx="29">
                <c:v>15</c:v>
              </c:pt>
              <c:pt idx="30">
                <c:v>16</c:v>
              </c:pt>
              <c:pt idx="31">
                <c:v>17</c:v>
              </c:pt>
            </c:numLit>
          </c:cat>
          <c:val>
            <c:numLit>
              <c:formatCode>0.0</c:formatCode>
              <c:ptCount val="32"/>
              <c:pt idx="0">
                <c:v>-2</c:v>
              </c:pt>
              <c:pt idx="1">
                <c:v>-2</c:v>
              </c:pt>
              <c:pt idx="2">
                <c:v>-0.46002661028163905</c:v>
              </c:pt>
              <c:pt idx="3">
                <c:v>-0.1324273633202751</c:v>
              </c:pt>
              <c:pt idx="4">
                <c:v>-0.10553939432874024</c:v>
              </c:pt>
              <c:pt idx="5">
                <c:v>-0.0025912475694833655</c:v>
              </c:pt>
              <c:pt idx="6">
                <c:v>0.06394087860661585</c:v>
              </c:pt>
              <c:pt idx="7">
                <c:v>0.1283108249350409</c:v>
              </c:pt>
              <c:pt idx="8">
                <c:v>0.15875884386348396</c:v>
              </c:pt>
              <c:pt idx="9">
                <c:v>0.22496345562523581</c:v>
              </c:pt>
              <c:pt idx="10">
                <c:v>0.2564120825757303</c:v>
              </c:pt>
              <c:pt idx="11">
                <c:v>0.303447678597414</c:v>
              </c:pt>
              <c:pt idx="12">
                <c:v>0.36752716295238574</c:v>
              </c:pt>
              <c:pt idx="13">
                <c:v>0.40149429625125693</c:v>
              </c:pt>
              <c:pt idx="14">
                <c:v>0.4339769014278543</c:v>
              </c:pt>
              <c:pt idx="15">
                <c:v>0.4704855273879941</c:v>
              </c:pt>
              <c:pt idx="16">
                <c:v>0.4784463785496791</c:v>
              </c:pt>
              <c:pt idx="17">
                <c:v>0.48914291114309905</c:v>
              </c:pt>
              <c:pt idx="18">
                <c:v>0.509081863730203</c:v>
              </c:pt>
              <c:pt idx="19">
                <c:v>0.5832274064196385</c:v>
              </c:pt>
              <c:pt idx="20">
                <c:v>0.620142155488148</c:v>
              </c:pt>
              <c:pt idx="21">
                <c:v>0.6301568744511142</c:v>
              </c:pt>
              <c:pt idx="22">
                <c:v>0.6283178332999356</c:v>
              </c:pt>
              <c:pt idx="23">
                <c:v>0.6325703835096824</c:v>
              </c:pt>
              <c:pt idx="24">
                <c:v>0.6486025443384406</c:v>
              </c:pt>
              <c:pt idx="25">
                <c:v>0.684233600220458</c:v>
              </c:pt>
              <c:pt idx="26">
                <c:v>0.7159584052587094</c:v>
              </c:pt>
              <c:pt idx="27">
                <c:v>0.724674753648655</c:v>
              </c:pt>
              <c:pt idx="28">
                <c:v>0.7600712541019221</c:v>
              </c:pt>
              <c:pt idx="29">
                <c:v>0.7878542744226237</c:v>
              </c:pt>
              <c:pt idx="30">
                <c:v>0.808544869370963</c:v>
              </c:pt>
              <c:pt idx="31">
                <c:v>0.819141726379135</c:v>
              </c:pt>
            </c:numLit>
          </c:val>
          <c:smooth val="0"/>
        </c:ser>
        <c:ser>
          <c:idx val="5"/>
          <c:order val="5"/>
          <c:tx>
            <c:v>passenger 平均</c:v>
          </c:tx>
          <c:spPr>
            <a:solidFill xmlns:a="http://schemas.openxmlformats.org/drawingml/2006/main">
              <a:srgbClr val="657580"/>
            </a:solidFill>
            <a:ln xmlns:a="http://schemas.openxmlformats.org/drawingml/2006/main" w="12383">
              <a:solidFill>
                <a:srgbClr val="657580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32"/>
              <c:pt idx="0">
                <c:v>-14</c:v>
              </c:pt>
              <c:pt idx="1">
                <c:v>-13</c:v>
              </c:pt>
              <c:pt idx="2">
                <c:v>-12</c:v>
              </c:pt>
              <c:pt idx="3">
                <c:v>-11</c:v>
              </c:pt>
              <c:pt idx="4">
                <c:v>-10</c:v>
              </c:pt>
              <c:pt idx="5">
                <c:v>-9</c:v>
              </c:pt>
              <c:pt idx="6">
                <c:v>-8</c:v>
              </c:pt>
              <c:pt idx="7">
                <c:v>-7</c:v>
              </c:pt>
              <c:pt idx="8">
                <c:v>-6</c:v>
              </c:pt>
              <c:pt idx="9">
                <c:v>-5</c:v>
              </c:pt>
              <c:pt idx="10">
                <c:v>-4</c:v>
              </c:pt>
              <c:pt idx="11">
                <c:v>-3</c:v>
              </c:pt>
              <c:pt idx="12">
                <c:v>-2</c:v>
              </c:pt>
              <c:pt idx="13">
                <c:v>-1</c:v>
              </c:pt>
              <c:pt idx="14">
                <c:v>0</c:v>
              </c:pt>
              <c:pt idx="15">
                <c:v>1</c:v>
              </c:pt>
              <c:pt idx="16">
                <c:v>2</c:v>
              </c:pt>
              <c:pt idx="17">
                <c:v>3</c:v>
              </c:pt>
              <c:pt idx="18">
                <c:v>4</c:v>
              </c:pt>
              <c:pt idx="19">
                <c:v>5</c:v>
              </c:pt>
              <c:pt idx="20">
                <c:v>6</c:v>
              </c:pt>
              <c:pt idx="21">
                <c:v>7</c:v>
              </c:pt>
              <c:pt idx="22">
                <c:v>8</c:v>
              </c:pt>
              <c:pt idx="23">
                <c:v>9</c:v>
              </c:pt>
              <c:pt idx="24">
                <c:v>10</c:v>
              </c:pt>
              <c:pt idx="25">
                <c:v>11</c:v>
              </c:pt>
              <c:pt idx="26">
                <c:v>12</c:v>
              </c:pt>
              <c:pt idx="27">
                <c:v>13</c:v>
              </c:pt>
              <c:pt idx="28">
                <c:v>14</c:v>
              </c:pt>
              <c:pt idx="29">
                <c:v>15</c:v>
              </c:pt>
              <c:pt idx="30">
                <c:v>16</c:v>
              </c:pt>
              <c:pt idx="31">
                <c:v>17</c:v>
              </c:pt>
            </c:numLit>
          </c:cat>
          <c:val>
            <c:numLit>
              <c:formatCode>0.0</c:formatCode>
              <c:ptCount val="32"/>
              <c:pt idx="0">
                <c:v>-1.2012799495545525</c:v>
              </c:pt>
              <c:pt idx="1">
                <c:v>-0.7392464477587732</c:v>
              </c:pt>
              <c:pt idx="2">
                <c:v>-0.5504456098015891</c:v>
              </c:pt>
              <c:pt idx="3">
                <c:v>-0.4163503535080638</c:v>
              </c:pt>
              <c:pt idx="4">
                <c:v>-0.32527490657072133</c:v>
              </c:pt>
              <c:pt idx="5">
                <c:v>-0.2532005265999393</c:v>
              </c:pt>
              <c:pt idx="6">
                <c:v>-0.17954303816027778</c:v>
              </c:pt>
              <c:pt idx="7">
                <c:v>-0.1201498076613998</c:v>
              </c:pt>
              <c:pt idx="8">
                <c:v>-0.06182213697865574</c:v>
              </c:pt>
              <c:pt idx="9">
                <c:v>-0.014063283667513289</c:v>
              </c:pt>
              <c:pt idx="10">
                <c:v>0.01895726480403617</c:v>
              </c:pt>
              <c:pt idx="11">
                <c:v>0.0668880988017812</c:v>
              </c:pt>
              <c:pt idx="12">
                <c:v>0.102910102991626</c:v>
              </c:pt>
              <c:pt idx="13">
                <c:v>0.1427109260263814</c:v>
              </c:pt>
              <c:pt idx="14">
                <c:v>0.17240650609132727</c:v>
              </c:pt>
              <c:pt idx="15">
                <c:v>0.19329556148759744</c:v>
              </c:pt>
              <c:pt idx="16">
                <c:v>0.1861789538836785</c:v>
              </c:pt>
              <c:pt idx="17">
                <c:v>0.12664620993752748</c:v>
              </c:pt>
              <c:pt idx="18">
                <c:v>0.15651042427360548</c:v>
              </c:pt>
              <c:pt idx="19">
                <c:v>0.17500582090896719</c:v>
              </c:pt>
              <c:pt idx="20">
                <c:v>0.2087467495362435</c:v>
              </c:pt>
              <c:pt idx="21">
                <c:v>0.24100436873304582</c:v>
              </c:pt>
              <c:pt idx="22">
                <c:v>0.26112700906599146</c:v>
              </c:pt>
              <c:pt idx="23">
                <c:v>0.28181588230775173</c:v>
              </c:pt>
              <c:pt idx="24">
                <c:v>0.30281684986325325</c:v>
              </c:pt>
              <c:pt idx="25">
                <c:v>0.32444380319070143</c:v>
              </c:pt>
              <c:pt idx="26">
                <c:v>0.34222377114828606</c:v>
              </c:pt>
              <c:pt idx="27">
                <c:v>0.3534811075127066</c:v>
              </c:pt>
              <c:pt idx="28">
                <c:v>0.3686438717003129</c:v>
              </c:pt>
              <c:pt idx="29">
                <c:v>0.3810222512094667</c:v>
              </c:pt>
              <c:pt idx="30">
                <c:v>0.39866317745918733</c:v>
              </c:pt>
              <c:pt idx="31">
                <c:v>0.4182143636735733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相對治療開始的世代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2.1"/>
          <c:min val="-2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log₁₀(突變細胞 % + 0.01)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復發試驗數</c:v>
          </c:tx>
          <c:spPr>
            <a:solidFill xmlns:a="http://schemas.openxmlformats.org/drawingml/2006/main">
              <a:srgbClr val="A74F3D"/>
            </a:solidFill>
          </c:spPr>
          <c:cat>
            <c:numLit>
              <c:formatCode>General</c:formatCode>
              <c:ptCount val="9"/>
              <c:pt idx="0">
                <c:v>23</c:v>
              </c:pt>
              <c:pt idx="1">
                <c:v>24</c:v>
              </c:pt>
              <c:pt idx="2">
                <c:v>25</c:v>
              </c:pt>
              <c:pt idx="3">
                <c:v>26</c:v>
              </c:pt>
              <c:pt idx="4">
                <c:v>27</c:v>
              </c:pt>
              <c:pt idx="5">
                <c:v>28</c:v>
              </c:pt>
              <c:pt idx="6">
                <c:v>29</c:v>
              </c:pt>
              <c:pt idx="7">
                <c:v>30</c:v>
              </c:pt>
              <c:pt idx="8">
                <c:v>31</c:v>
              </c:pt>
            </c:numLit>
          </c:cat>
          <c:val>
            <c:numLit>
              <c:formatCode>0</c:formatCode>
              <c:ptCount val="9"/>
              <c:pt idx="0">
                <c:v>1</c:v>
              </c:pt>
              <c:pt idx="1">
                <c:v>0</c:v>
              </c:pt>
              <c:pt idx="2">
                <c:v>1</c:v>
              </c:pt>
              <c:pt idx="3">
                <c:v>5</c:v>
              </c:pt>
              <c:pt idx="4">
                <c:v>6</c:v>
              </c:pt>
              <c:pt idx="5">
                <c:v>8</c:v>
              </c:pt>
              <c:pt idx="6">
                <c:v>6</c:v>
              </c:pt>
              <c:pt idx="7">
                <c:v>2</c:v>
              </c:pt>
              <c:pt idx="8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首次復發世代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試驗數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7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模擬（200 次）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11"/>
              <c:pt idx="0">
                <c:v>2</c:v>
              </c:pt>
              <c:pt idx="1">
                <c:v>2.1760912590556813</c:v>
              </c:pt>
              <c:pt idx="2">
                <c:v>2.3010299956639813</c:v>
              </c:pt>
              <c:pt idx="3">
                <c:v>2.4771212547196626</c:v>
              </c:pt>
              <c:pt idx="4">
                <c:v>2.6989700043360187</c:v>
              </c:pt>
              <c:pt idx="5">
                <c:v>2.845098040014257</c:v>
              </c:pt>
              <c:pt idx="6">
                <c:v>3</c:v>
              </c:pt>
              <c:pt idx="7">
                <c:v>3.1760912590556813</c:v>
              </c:pt>
              <c:pt idx="8">
                <c:v>3.3010299956639813</c:v>
              </c:pt>
              <c:pt idx="9">
                <c:v>3.4771212547196626</c:v>
              </c:pt>
              <c:pt idx="10">
                <c:v>3.6989700043360187</c:v>
              </c:pt>
            </c:numLit>
          </c:xVal>
          <c:yVal>
            <c:numLit>
              <c:formatCode>#,##0</c:formatCode>
              <c:ptCount val="11"/>
              <c:pt idx="0">
                <c:v>99.5</c:v>
              </c:pt>
              <c:pt idx="1">
                <c:v>83.5</c:v>
              </c:pt>
              <c:pt idx="2">
                <c:v>79</c:v>
              </c:pt>
              <c:pt idx="3">
                <c:v>60.5</c:v>
              </c:pt>
              <c:pt idx="4">
                <c:v>40</c:v>
              </c:pt>
              <c:pt idx="5">
                <c:v>21</c:v>
              </c:pt>
              <c:pt idx="6">
                <c:v>10</c:v>
              </c:pt>
              <c:pt idx="7">
                <c:v>3</c:v>
              </c:pt>
              <c:pt idx="8">
                <c:v>0.5</c:v>
              </c:pt>
              <c:pt idx="9">
                <c:v>0.5</c:v>
              </c:pt>
              <c:pt idx="10">
                <c:v>0</c:v>
              </c:pt>
            </c:numLit>
          </c:yVal>
        </c:ser>
        <c:ser>
          <c:idx val="1"/>
          <c:order val="1"/>
          <c:tx>
            <c:v>分枝過程理論</c:v>
          </c:tx>
          <c:spPr>
            <a:solidFill xmlns:a="http://schemas.openxmlformats.org/drawingml/2006/main">
              <a:srgbClr val="173042"/>
            </a:solidFill>
            <a:ln xmlns:a="http://schemas.openxmlformats.org/drawingml/2006/main" w="14288">
              <a:solidFill>
                <a:srgbClr val="173042"/>
              </a:solidFill>
            </a:ln>
          </c:spPr>
          <c:marker>
            <c:symbol val="diamond"/>
            <c:size val="8"/>
            <c:spPr>
              <a:solidFill xmlns:a="http://schemas.openxmlformats.org/drawingml/2006/main">
                <a:srgbClr val="173042"/>
              </a:solidFill>
            </c:spPr>
          </c:marker>
          <c:xVal>
            <c:numLit>
              <c:formatCode>General</c:formatCode>
              <c:ptCount val="11"/>
              <c:pt idx="0">
                <c:v>2</c:v>
              </c:pt>
              <c:pt idx="1">
                <c:v>2.1760912590556813</c:v>
              </c:pt>
              <c:pt idx="2">
                <c:v>2.3010299956639813</c:v>
              </c:pt>
              <c:pt idx="3">
                <c:v>2.4771212547196626</c:v>
              </c:pt>
              <c:pt idx="4">
                <c:v>2.6989700043360187</c:v>
              </c:pt>
              <c:pt idx="5">
                <c:v>2.845098040014257</c:v>
              </c:pt>
              <c:pt idx="6">
                <c:v>3</c:v>
              </c:pt>
              <c:pt idx="7">
                <c:v>3.1760912590556813</c:v>
              </c:pt>
              <c:pt idx="8">
                <c:v>3.3010299956639813</c:v>
              </c:pt>
              <c:pt idx="9">
                <c:v>3.4771212547196626</c:v>
              </c:pt>
              <c:pt idx="10">
                <c:v>3.6989700043360187</c:v>
              </c:pt>
            </c:numLit>
          </c:xVal>
          <c:yVal>
            <c:numLit>
              <c:formatCode>#,##0</c:formatCode>
              <c:ptCount val="11"/>
              <c:pt idx="0">
                <c:v>99.13569642081578</c:v>
              </c:pt>
              <c:pt idx="1">
                <c:v>81.75284527794818</c:v>
              </c:pt>
              <c:pt idx="2">
                <c:v>81.75284527794818</c:v>
              </c:pt>
              <c:pt idx="3">
                <c:v>54.59913753928619</c:v>
              </c:pt>
              <c:pt idx="4">
                <c:v>38.84151078534612</c:v>
              </c:pt>
              <c:pt idx="5">
                <c:v>23.87337618999074</c:v>
              </c:pt>
              <c:pt idx="6">
                <c:v>11.910895897934425</c:v>
              </c:pt>
              <c:pt idx="7">
                <c:v>4.412293183179083</c:v>
              </c:pt>
              <c:pt idx="8">
                <c:v>1.068456493880592</c:v>
              </c:pt>
              <c:pt idx="9">
                <c:v>0.14099958182364586</c:v>
              </c:pt>
              <c:pt idx="10">
                <c:v>0.007820286517347909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治癒機率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</c:valAx>
      <c:valAx>
        <c:axId val="48650112"/>
        <c:scaling>
          <c:orientation val="minMax"/>
          <c:max val="3.8"/>
          <c:min val="1.9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log₁₀(開始治療時的細胞數)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0.0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majorUnit val="0.5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8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基準預測</c:v>
          </c:tx>
          <c:spPr>
            <a:solidFill xmlns:a="http://schemas.openxmlformats.org/drawingml/2006/main">
              <a:srgbClr val="A5B4BD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15.281510160711303</c:v>
              </c:pt>
              <c:pt idx="1">
                <c:v>13.086037167758624</c:v>
              </c:pt>
              <c:pt idx="2">
                <c:v>13.15037435250641</c:v>
              </c:pt>
              <c:pt idx="3">
                <c:v>15.655365528079301</c:v>
              </c:pt>
              <c:pt idx="4">
                <c:v>13.8766227190283</c:v>
              </c:pt>
              <c:pt idx="5">
                <c:v>12.80108280650726</c:v>
              </c:pt>
              <c:pt idx="6">
                <c:v>15.71755302466868</c:v>
              </c:pt>
              <c:pt idx="7">
                <c:v>14.718686148462632</c:v>
              </c:pt>
              <c:pt idx="8">
                <c:v>13.839951222961265</c:v>
              </c:pt>
              <c:pt idx="9">
                <c:v>13.714373427937849</c:v>
              </c:pt>
              <c:pt idx="10">
                <c:v>13.266122680018185</c:v>
              </c:pt>
              <c:pt idx="11">
                <c:v>16.368377820681296</c:v>
              </c:pt>
              <c:pt idx="12">
                <c:v>11.366234396036589</c:v>
              </c:pt>
              <c:pt idx="13">
                <c:v>13.078087346534016</c:v>
              </c:pt>
              <c:pt idx="14">
                <c:v>14.660358238831236</c:v>
              </c:pt>
              <c:pt idx="15">
                <c:v>14.833327660346074</c:v>
              </c:pt>
              <c:pt idx="16">
                <c:v>15.165119874648942</c:v>
              </c:pt>
              <c:pt idx="17">
                <c:v>14.662025119804449</c:v>
              </c:pt>
              <c:pt idx="18">
                <c:v>10.859862983211</c:v>
              </c:pt>
              <c:pt idx="19">
                <c:v>14.012324321586759</c:v>
              </c:pt>
              <c:pt idx="20">
                <c:v>15.39642113046661</c:v>
              </c:pt>
              <c:pt idx="21">
                <c:v>14.589862842844935</c:v>
              </c:pt>
              <c:pt idx="22">
                <c:v>13.505695113090296</c:v>
              </c:pt>
              <c:pt idx="23">
                <c:v>14.01362556843527</c:v>
              </c:pt>
              <c:pt idx="24">
                <c:v>14.72486799270908</c:v>
              </c:pt>
              <c:pt idx="25">
                <c:v>13.836744949180416</c:v>
              </c:pt>
              <c:pt idx="26">
                <c:v>14.569732133466596</c:v>
              </c:pt>
              <c:pt idx="27">
                <c:v>12.571348813771703</c:v>
              </c:pt>
              <c:pt idx="28">
                <c:v>12.198233978863598</c:v>
              </c:pt>
              <c:pt idx="29">
                <c:v>15.06760945453086</c:v>
              </c:pt>
            </c:numLit>
          </c:xVal>
          <c:yVal>
            <c:numLit>
              <c:formatCode>#,##0</c:formatCode>
              <c:ptCount val="30"/>
              <c:pt idx="0">
                <c:v>14</c:v>
              </c:pt>
              <c:pt idx="1">
                <c:v>13</c:v>
              </c:pt>
              <c:pt idx="2">
                <c:v>13</c:v>
              </c:pt>
              <c:pt idx="3">
                <c:v>15</c:v>
              </c:pt>
              <c:pt idx="4">
                <c:v>13</c:v>
              </c:pt>
              <c:pt idx="5">
                <c:v>11</c:v>
              </c:pt>
              <c:pt idx="6">
                <c:v>13</c:v>
              </c:pt>
              <c:pt idx="7">
                <c:v>13</c:v>
              </c:pt>
              <c:pt idx="8">
                <c:v>13</c:v>
              </c:pt>
              <c:pt idx="9">
                <c:v>12</c:v>
              </c:pt>
              <c:pt idx="10">
                <c:v>12</c:v>
              </c:pt>
              <c:pt idx="11">
                <c:v>16</c:v>
              </c:pt>
              <c:pt idx="12">
                <c:v>9</c:v>
              </c:pt>
              <c:pt idx="13">
                <c:v>10</c:v>
              </c:pt>
              <c:pt idx="14">
                <c:v>12</c:v>
              </c:pt>
              <c:pt idx="15">
                <c:v>13</c:v>
              </c:pt>
              <c:pt idx="16">
                <c:v>14</c:v>
              </c:pt>
              <c:pt idx="17">
                <c:v>14</c:v>
              </c:pt>
              <c:pt idx="18">
                <c:v>11</c:v>
              </c:pt>
              <c:pt idx="19">
                <c:v>12</c:v>
              </c:pt>
              <c:pt idx="20">
                <c:v>12</c:v>
              </c:pt>
              <c:pt idx="21">
                <c:v>13</c:v>
              </c:pt>
              <c:pt idx="22">
                <c:v>11</c:v>
              </c:pt>
              <c:pt idx="23">
                <c:v>11</c:v>
              </c:pt>
              <c:pt idx="24">
                <c:v>12</c:v>
              </c:pt>
              <c:pt idx="25">
                <c:v>13</c:v>
              </c:pt>
              <c:pt idx="26">
                <c:v>13</c:v>
              </c:pt>
              <c:pt idx="27">
                <c:v>12</c:v>
              </c:pt>
              <c:pt idx="28">
                <c:v>12</c:v>
              </c:pt>
              <c:pt idx="29">
                <c:v>14</c:v>
              </c:pt>
            </c:numLit>
          </c:yVal>
        </c:ser>
        <c:ser>
          <c:idx val="1"/>
          <c:order val="1"/>
          <c:tx>
            <c:v>考慮基因型組成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14.19</c:v>
              </c:pt>
              <c:pt idx="1">
                <c:v>12.28</c:v>
              </c:pt>
              <c:pt idx="2">
                <c:v>12.68</c:v>
              </c:pt>
              <c:pt idx="3">
                <c:v>14.06</c:v>
              </c:pt>
              <c:pt idx="4">
                <c:v>12.81</c:v>
              </c:pt>
              <c:pt idx="5">
                <c:v>10.65</c:v>
              </c:pt>
              <c:pt idx="6">
                <c:v>12.47</c:v>
              </c:pt>
              <c:pt idx="7">
                <c:v>13.94</c:v>
              </c:pt>
              <c:pt idx="8">
                <c:v>12.33</c:v>
              </c:pt>
              <c:pt idx="9">
                <c:v>11.11</c:v>
              </c:pt>
              <c:pt idx="10">
                <c:v>11.29</c:v>
              </c:pt>
              <c:pt idx="11">
                <c:v>15.15</c:v>
              </c:pt>
              <c:pt idx="12">
                <c:v>8.01</c:v>
              </c:pt>
              <c:pt idx="13">
                <c:v>9.81</c:v>
              </c:pt>
              <c:pt idx="14">
                <c:v>12.290000000000001</c:v>
              </c:pt>
              <c:pt idx="15">
                <c:v>12.65</c:v>
              </c:pt>
              <c:pt idx="16">
                <c:v>13.44</c:v>
              </c:pt>
              <c:pt idx="17">
                <c:v>13.55</c:v>
              </c:pt>
              <c:pt idx="18">
                <c:v>10.56</c:v>
              </c:pt>
              <c:pt idx="19">
                <c:v>11.71</c:v>
              </c:pt>
              <c:pt idx="20">
                <c:v>11.69</c:v>
              </c:pt>
              <c:pt idx="21">
                <c:v>12.23</c:v>
              </c:pt>
              <c:pt idx="22">
                <c:v>10.45</c:v>
              </c:pt>
              <c:pt idx="23">
                <c:v>11.38</c:v>
              </c:pt>
              <c:pt idx="24">
                <c:v>12.57</c:v>
              </c:pt>
              <c:pt idx="25">
                <c:v>12.55</c:v>
              </c:pt>
              <c:pt idx="26">
                <c:v>13.09</c:v>
              </c:pt>
              <c:pt idx="27">
                <c:v>11.53</c:v>
              </c:pt>
              <c:pt idx="28">
                <c:v>11.55</c:v>
              </c:pt>
              <c:pt idx="29">
                <c:v>13.35</c:v>
              </c:pt>
            </c:numLit>
          </c:xVal>
          <c:yVal>
            <c:numLit>
              <c:formatCode>#,##0</c:formatCode>
              <c:ptCount val="30"/>
              <c:pt idx="0">
                <c:v>14</c:v>
              </c:pt>
              <c:pt idx="1">
                <c:v>13</c:v>
              </c:pt>
              <c:pt idx="2">
                <c:v>13</c:v>
              </c:pt>
              <c:pt idx="3">
                <c:v>15</c:v>
              </c:pt>
              <c:pt idx="4">
                <c:v>13</c:v>
              </c:pt>
              <c:pt idx="5">
                <c:v>11</c:v>
              </c:pt>
              <c:pt idx="6">
                <c:v>13</c:v>
              </c:pt>
              <c:pt idx="7">
                <c:v>13</c:v>
              </c:pt>
              <c:pt idx="8">
                <c:v>13</c:v>
              </c:pt>
              <c:pt idx="9">
                <c:v>12</c:v>
              </c:pt>
              <c:pt idx="10">
                <c:v>12</c:v>
              </c:pt>
              <c:pt idx="11">
                <c:v>16</c:v>
              </c:pt>
              <c:pt idx="12">
                <c:v>9</c:v>
              </c:pt>
              <c:pt idx="13">
                <c:v>10</c:v>
              </c:pt>
              <c:pt idx="14">
                <c:v>12</c:v>
              </c:pt>
              <c:pt idx="15">
                <c:v>13</c:v>
              </c:pt>
              <c:pt idx="16">
                <c:v>14</c:v>
              </c:pt>
              <c:pt idx="17">
                <c:v>14</c:v>
              </c:pt>
              <c:pt idx="18">
                <c:v>11</c:v>
              </c:pt>
              <c:pt idx="19">
                <c:v>12</c:v>
              </c:pt>
              <c:pt idx="20">
                <c:v>12</c:v>
              </c:pt>
              <c:pt idx="21">
                <c:v>13</c:v>
              </c:pt>
              <c:pt idx="22">
                <c:v>11</c:v>
              </c:pt>
              <c:pt idx="23">
                <c:v>11</c:v>
              </c:pt>
              <c:pt idx="24">
                <c:v>12</c:v>
              </c:pt>
              <c:pt idx="25">
                <c:v>13</c:v>
              </c:pt>
              <c:pt idx="26">
                <c:v>13</c:v>
              </c:pt>
              <c:pt idx="27">
                <c:v>12</c:v>
              </c:pt>
              <c:pt idx="28">
                <c:v>12</c:v>
              </c:pt>
              <c:pt idx="29">
                <c:v>14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8"/>
          <c:min val="7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觀察到的復發延遲（代）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</c:valAx>
      <c:valAx>
        <c:axId val="48650112"/>
        <c:scaling>
          <c:orientation val="minMax"/>
          <c:max val="18"/>
          <c:min val="7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預測的復發延遲（治療開始後的代數）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持續用藥</c:v>
          </c:tx>
          <c:spPr>
            <a:solidFill xmlns:a="http://schemas.openxmlformats.org/drawingml/2006/main">
              <a:srgbClr val="236B8E"/>
            </a:solidFill>
          </c:spPr>
          <c:cat>
            <c:strLit>
              <c:ptCount val="4"/>
              <c:pt idx="0">
                <c:v>無競爭</c:v>
              </c:pt>
              <c:pt idx="1">
                <c:v>無競爭＋代價</c:v>
              </c:pt>
              <c:pt idx="2">
                <c:v>競爭</c:v>
              </c:pt>
              <c:pt idx="3">
                <c:v>競爭＋代價</c:v>
              </c:pt>
            </c:strLit>
          </c:cat>
          <c:val>
            <c:numLit>
              <c:formatCode>0.0</c:formatCode>
              <c:ptCount val="4"/>
              <c:pt idx="0">
                <c:v>13</c:v>
              </c:pt>
              <c:pt idx="1">
                <c:v>16.5</c:v>
              </c:pt>
              <c:pt idx="2">
                <c:v>14</c:v>
              </c:pt>
              <c:pt idx="3">
                <c:v>17.5</c:v>
              </c:pt>
            </c:numLit>
          </c:val>
        </c:ser>
        <c:ser>
          <c:idx val="1"/>
          <c:order val="1"/>
          <c:tx>
            <c:v>間歇（適應性）</c:v>
          </c:tx>
          <c:spPr>
            <a:solidFill xmlns:a="http://schemas.openxmlformats.org/drawingml/2006/main">
              <a:srgbClr val="A74F3D"/>
            </a:solidFill>
          </c:spPr>
          <c:cat>
            <c:strLit>
              <c:ptCount val="4"/>
              <c:pt idx="0">
                <c:v>無競爭</c:v>
              </c:pt>
              <c:pt idx="1">
                <c:v>無競爭＋代價</c:v>
              </c:pt>
              <c:pt idx="2">
                <c:v>競爭</c:v>
              </c:pt>
              <c:pt idx="3">
                <c:v>競爭＋代價</c:v>
              </c:pt>
            </c:strLit>
          </c:cat>
          <c:val>
            <c:numLit>
              <c:formatCode>0.0</c:formatCode>
              <c:ptCount val="4"/>
              <c:pt idx="0">
                <c:v>11</c:v>
              </c:pt>
              <c:pt idx="1">
                <c:v>15</c:v>
              </c:pt>
              <c:pt idx="2">
                <c:v>16</c:v>
              </c:pt>
              <c:pt idx="3">
                <c:v>20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模型設定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24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惡化時間中位數（代）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10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無 TSG 優勢</c:v>
          </c:tx>
          <c:spPr>
            <a:solidFill xmlns:a="http://schemas.openxmlformats.org/drawingml/2006/main">
              <a:srgbClr val="657580"/>
            </a:solidFill>
            <a:ln xmlns:a="http://schemas.openxmlformats.org/drawingml/2006/main" w="28575">
              <a:solidFill>
                <a:srgbClr val="657580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142.5</c:v>
              </c:pt>
              <c:pt idx="2">
                <c:v>204.5</c:v>
              </c:pt>
              <c:pt idx="3">
                <c:v>300.5</c:v>
              </c:pt>
              <c:pt idx="4">
                <c:v>423.5</c:v>
              </c:pt>
              <c:pt idx="5">
                <c:v>617</c:v>
              </c:pt>
              <c:pt idx="6">
                <c:v>883</c:v>
              </c:pt>
              <c:pt idx="7">
                <c:v>1287</c:v>
              </c:pt>
              <c:pt idx="8">
                <c:v>1829.5</c:v>
              </c:pt>
              <c:pt idx="9">
                <c:v>2606.5</c:v>
              </c:pt>
              <c:pt idx="10">
                <c:v>3778.5</c:v>
              </c:pt>
              <c:pt idx="11">
                <c:v>5424</c:v>
              </c:pt>
              <c:pt idx="12">
                <c:v>7813</c:v>
              </c:pt>
              <c:pt idx="13">
                <c:v>11321</c:v>
              </c:pt>
              <c:pt idx="14">
                <c:v>16515.5</c:v>
              </c:pt>
              <c:pt idx="15">
                <c:v>23969</c:v>
              </c:pt>
              <c:pt idx="16">
                <c:v>35159</c:v>
              </c:pt>
              <c:pt idx="17">
                <c:v>51773.5</c:v>
              </c:pt>
              <c:pt idx="18">
                <c:v>76445.5</c:v>
              </c:pt>
            </c:numLit>
          </c:val>
          <c:smooth val="0"/>
        </c:ser>
        <c:ser>
          <c:idx val="1"/>
          <c:order val="1"/>
          <c:tx>
            <c:v>one-hit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28575">
              <a:solidFill>
                <a:srgbClr val="236B8E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140</c:v>
              </c:pt>
              <c:pt idx="2">
                <c:v>197</c:v>
              </c:pt>
              <c:pt idx="3">
                <c:v>284.5</c:v>
              </c:pt>
              <c:pt idx="4">
                <c:v>410</c:v>
              </c:pt>
              <c:pt idx="5">
                <c:v>583.5</c:v>
              </c:pt>
              <c:pt idx="6">
                <c:v>831</c:v>
              </c:pt>
              <c:pt idx="7">
                <c:v>1205</c:v>
              </c:pt>
              <c:pt idx="8">
                <c:v>1729.5</c:v>
              </c:pt>
              <c:pt idx="9">
                <c:v>2512.5</c:v>
              </c:pt>
              <c:pt idx="10">
                <c:v>3694.5</c:v>
              </c:pt>
              <c:pt idx="11">
                <c:v>5422.5</c:v>
              </c:pt>
              <c:pt idx="12">
                <c:v>8086.5</c:v>
              </c:pt>
              <c:pt idx="13">
                <c:v>12064.5</c:v>
              </c:pt>
              <c:pt idx="14">
                <c:v>17911.5</c:v>
              </c:pt>
              <c:pt idx="15">
                <c:v>27139</c:v>
              </c:pt>
              <c:pt idx="16">
                <c:v>40731</c:v>
              </c:pt>
              <c:pt idx="17">
                <c:v>61654</c:v>
              </c:pt>
              <c:pt idx="18">
                <c:v>94617.5</c:v>
              </c:pt>
            </c:numLit>
          </c:val>
          <c:smooth val="0"/>
        </c:ser>
        <c:ser>
          <c:idx val="2"/>
          <c:order val="2"/>
          <c:tx>
            <c:v>two-hit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28575">
              <a:solidFill>
                <a:srgbClr val="A74F3D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140</c:v>
              </c:pt>
              <c:pt idx="2">
                <c:v>198</c:v>
              </c:pt>
              <c:pt idx="3">
                <c:v>286.5</c:v>
              </c:pt>
              <c:pt idx="4">
                <c:v>406</c:v>
              </c:pt>
              <c:pt idx="5">
                <c:v>573</c:v>
              </c:pt>
              <c:pt idx="6">
                <c:v>833.5</c:v>
              </c:pt>
              <c:pt idx="7">
                <c:v>1200.5</c:v>
              </c:pt>
              <c:pt idx="8">
                <c:v>1755.5</c:v>
              </c:pt>
              <c:pt idx="9">
                <c:v>2518</c:v>
              </c:pt>
              <c:pt idx="10">
                <c:v>3597</c:v>
              </c:pt>
              <c:pt idx="11">
                <c:v>5176</c:v>
              </c:pt>
              <c:pt idx="12">
                <c:v>7480</c:v>
              </c:pt>
              <c:pt idx="13">
                <c:v>10883</c:v>
              </c:pt>
              <c:pt idx="14">
                <c:v>15894</c:v>
              </c:pt>
              <c:pt idx="15">
                <c:v>23030</c:v>
              </c:pt>
              <c:pt idx="16">
                <c:v>33809</c:v>
              </c:pt>
              <c:pt idx="17">
                <c:v>49886</c:v>
              </c:pt>
              <c:pt idx="18">
                <c:v>73879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細胞數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1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one-hit P10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12383">
              <a:solidFill>
                <a:srgbClr val="236B8E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132.7</c:v>
              </c:pt>
              <c:pt idx="2">
                <c:v>178.7</c:v>
              </c:pt>
              <c:pt idx="3">
                <c:v>256</c:v>
              </c:pt>
              <c:pt idx="4">
                <c:v>370.5</c:v>
              </c:pt>
              <c:pt idx="5">
                <c:v>533.3</c:v>
              </c:pt>
              <c:pt idx="6">
                <c:v>756.3</c:v>
              </c:pt>
              <c:pt idx="7">
                <c:v>1079.7</c:v>
              </c:pt>
              <c:pt idx="8">
                <c:v>1572.8</c:v>
              </c:pt>
              <c:pt idx="9">
                <c:v>2331.6</c:v>
              </c:pt>
              <c:pt idx="10">
                <c:v>3375.5</c:v>
              </c:pt>
              <c:pt idx="11">
                <c:v>4890.9</c:v>
              </c:pt>
              <c:pt idx="12">
                <c:v>7254.8</c:v>
              </c:pt>
              <c:pt idx="13">
                <c:v>10640.7</c:v>
              </c:pt>
              <c:pt idx="14">
                <c:v>15780.7</c:v>
              </c:pt>
              <c:pt idx="15">
                <c:v>23577.1</c:v>
              </c:pt>
              <c:pt idx="16">
                <c:v>35262.5</c:v>
              </c:pt>
              <c:pt idx="17">
                <c:v>53111.3</c:v>
              </c:pt>
              <c:pt idx="18">
                <c:v>81349.8</c:v>
              </c:pt>
            </c:numLit>
          </c:val>
          <c:smooth val="0"/>
        </c:ser>
        <c:ser>
          <c:idx val="1"/>
          <c:order val="1"/>
          <c:tx>
            <c:v>one-hit 中位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28575">
              <a:solidFill>
                <a:srgbClr val="236B8E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140</c:v>
              </c:pt>
              <c:pt idx="2">
                <c:v>197</c:v>
              </c:pt>
              <c:pt idx="3">
                <c:v>284.5</c:v>
              </c:pt>
              <c:pt idx="4">
                <c:v>410</c:v>
              </c:pt>
              <c:pt idx="5">
                <c:v>583.5</c:v>
              </c:pt>
              <c:pt idx="6">
                <c:v>831</c:v>
              </c:pt>
              <c:pt idx="7">
                <c:v>1205</c:v>
              </c:pt>
              <c:pt idx="8">
                <c:v>1729.5</c:v>
              </c:pt>
              <c:pt idx="9">
                <c:v>2512.5</c:v>
              </c:pt>
              <c:pt idx="10">
                <c:v>3694.5</c:v>
              </c:pt>
              <c:pt idx="11">
                <c:v>5422.5</c:v>
              </c:pt>
              <c:pt idx="12">
                <c:v>8086.5</c:v>
              </c:pt>
              <c:pt idx="13">
                <c:v>12064.5</c:v>
              </c:pt>
              <c:pt idx="14">
                <c:v>17911.5</c:v>
              </c:pt>
              <c:pt idx="15">
                <c:v>27139</c:v>
              </c:pt>
              <c:pt idx="16">
                <c:v>40731</c:v>
              </c:pt>
              <c:pt idx="17">
                <c:v>61654</c:v>
              </c:pt>
              <c:pt idx="18">
                <c:v>94617.5</c:v>
              </c:pt>
            </c:numLit>
          </c:val>
          <c:smooth val="0"/>
        </c:ser>
        <c:ser>
          <c:idx val="2"/>
          <c:order val="2"/>
          <c:tx>
            <c:v>one-hit P90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12383">
              <a:solidFill>
                <a:srgbClr val="236B8E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153.3</c:v>
              </c:pt>
              <c:pt idx="2">
                <c:v>219</c:v>
              </c:pt>
              <c:pt idx="3">
                <c:v>330.5</c:v>
              </c:pt>
              <c:pt idx="4">
                <c:v>484.1</c:v>
              </c:pt>
              <c:pt idx="5">
                <c:v>704.9</c:v>
              </c:pt>
              <c:pt idx="6">
                <c:v>1021.5</c:v>
              </c:pt>
              <c:pt idx="7">
                <c:v>1438.6000000000001</c:v>
              </c:pt>
              <c:pt idx="8">
                <c:v>2125.4</c:v>
              </c:pt>
              <c:pt idx="9">
                <c:v>3047.1000000000004</c:v>
              </c:pt>
              <c:pt idx="10">
                <c:v>4439.1</c:v>
              </c:pt>
              <c:pt idx="11">
                <c:v>6457.000000000001</c:v>
              </c:pt>
              <c:pt idx="12">
                <c:v>9533.2</c:v>
              </c:pt>
              <c:pt idx="13">
                <c:v>14161.200000000003</c:v>
              </c:pt>
              <c:pt idx="14">
                <c:v>20945.500000000004</c:v>
              </c:pt>
              <c:pt idx="15">
                <c:v>31556.100000000006</c:v>
              </c:pt>
              <c:pt idx="16">
                <c:v>48581.00000000001</c:v>
              </c:pt>
              <c:pt idx="17">
                <c:v>77948</c:v>
              </c:pt>
              <c:pt idx="18">
                <c:v>121569.40000000001</c:v>
              </c:pt>
            </c:numLit>
          </c:val>
          <c:smooth val="0"/>
        </c:ser>
        <c:ser>
          <c:idx val="3"/>
          <c:order val="3"/>
          <c:tx>
            <c:v>two-hit P10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12383">
              <a:solidFill>
                <a:srgbClr val="A74F3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130.7</c:v>
              </c:pt>
              <c:pt idx="2">
                <c:v>182.6</c:v>
              </c:pt>
              <c:pt idx="3">
                <c:v>246</c:v>
              </c:pt>
              <c:pt idx="4">
                <c:v>361.9</c:v>
              </c:pt>
              <c:pt idx="5">
                <c:v>501.6</c:v>
              </c:pt>
              <c:pt idx="6">
                <c:v>730.8</c:v>
              </c:pt>
              <c:pt idx="7">
                <c:v>1047.7</c:v>
              </c:pt>
              <c:pt idx="8">
                <c:v>1486</c:v>
              </c:pt>
              <c:pt idx="9">
                <c:v>2132.6</c:v>
              </c:pt>
              <c:pt idx="10">
                <c:v>3041.6</c:v>
              </c:pt>
              <c:pt idx="11">
                <c:v>4395.7</c:v>
              </c:pt>
              <c:pt idx="12">
                <c:v>6343</c:v>
              </c:pt>
              <c:pt idx="13">
                <c:v>9139.5</c:v>
              </c:pt>
              <c:pt idx="14">
                <c:v>13210.6</c:v>
              </c:pt>
              <c:pt idx="15">
                <c:v>19225.6</c:v>
              </c:pt>
              <c:pt idx="16">
                <c:v>27830.8</c:v>
              </c:pt>
              <c:pt idx="17">
                <c:v>40613.4</c:v>
              </c:pt>
              <c:pt idx="18">
                <c:v>59720.5</c:v>
              </c:pt>
            </c:numLit>
          </c:val>
          <c:smooth val="0"/>
        </c:ser>
        <c:ser>
          <c:idx val="4"/>
          <c:order val="4"/>
          <c:tx>
            <c:v>two-hit 中位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28575">
              <a:solidFill>
                <a:srgbClr val="A74F3D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140</c:v>
              </c:pt>
              <c:pt idx="2">
                <c:v>198</c:v>
              </c:pt>
              <c:pt idx="3">
                <c:v>286.5</c:v>
              </c:pt>
              <c:pt idx="4">
                <c:v>406</c:v>
              </c:pt>
              <c:pt idx="5">
                <c:v>573</c:v>
              </c:pt>
              <c:pt idx="6">
                <c:v>833.5</c:v>
              </c:pt>
              <c:pt idx="7">
                <c:v>1200.5</c:v>
              </c:pt>
              <c:pt idx="8">
                <c:v>1755.5</c:v>
              </c:pt>
              <c:pt idx="9">
                <c:v>2518</c:v>
              </c:pt>
              <c:pt idx="10">
                <c:v>3597</c:v>
              </c:pt>
              <c:pt idx="11">
                <c:v>5176</c:v>
              </c:pt>
              <c:pt idx="12">
                <c:v>7480</c:v>
              </c:pt>
              <c:pt idx="13">
                <c:v>10883</c:v>
              </c:pt>
              <c:pt idx="14">
                <c:v>15894</c:v>
              </c:pt>
              <c:pt idx="15">
                <c:v>23030</c:v>
              </c:pt>
              <c:pt idx="16">
                <c:v>33809</c:v>
              </c:pt>
              <c:pt idx="17">
                <c:v>49886</c:v>
              </c:pt>
              <c:pt idx="18">
                <c:v>73879</c:v>
              </c:pt>
            </c:numLit>
          </c:val>
          <c:smooth val="0"/>
        </c:ser>
        <c:ser>
          <c:idx val="5"/>
          <c:order val="5"/>
          <c:tx>
            <c:v>two-hit P90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12383">
              <a:solidFill>
                <a:srgbClr val="A74F3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154</c:v>
              </c:pt>
              <c:pt idx="2">
                <c:v>218</c:v>
              </c:pt>
              <c:pt idx="3">
                <c:v>314.4</c:v>
              </c:pt>
              <c:pt idx="4">
                <c:v>466.1</c:v>
              </c:pt>
              <c:pt idx="5">
                <c:v>658.5</c:v>
              </c:pt>
              <c:pt idx="6">
                <c:v>956.1</c:v>
              </c:pt>
              <c:pt idx="7">
                <c:v>1364.4</c:v>
              </c:pt>
              <c:pt idx="8">
                <c:v>1941.4</c:v>
              </c:pt>
              <c:pt idx="9">
                <c:v>2801.4</c:v>
              </c:pt>
              <c:pt idx="10">
                <c:v>4065.2000000000003</c:v>
              </c:pt>
              <c:pt idx="11">
                <c:v>5887.6</c:v>
              </c:pt>
              <c:pt idx="12">
                <c:v>8551.2</c:v>
              </c:pt>
              <c:pt idx="13">
                <c:v>12328.5</c:v>
              </c:pt>
              <c:pt idx="14">
                <c:v>18059</c:v>
              </c:pt>
              <c:pt idx="15">
                <c:v>26616.6</c:v>
              </c:pt>
              <c:pt idx="16">
                <c:v>39331</c:v>
              </c:pt>
              <c:pt idx="17">
                <c:v>58193.700000000004</c:v>
              </c:pt>
              <c:pt idx="18">
                <c:v>86805.3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6000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細胞數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1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one-hit 中位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28575">
              <a:solidFill>
                <a:srgbClr val="236B8E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0.0</c:formatCode>
              <c:ptCount val="19"/>
              <c:pt idx="0">
                <c:v>-2</c:v>
              </c:pt>
              <c:pt idx="1">
                <c:v>-2</c:v>
              </c:pt>
              <c:pt idx="2">
                <c:v>-0.031711375136247395</c:v>
              </c:pt>
              <c:pt idx="3">
                <c:v>0.1732209844022645</c:v>
              </c:pt>
              <c:pt idx="4">
                <c:v>0.33560159517360155</c:v>
              </c:pt>
              <c:pt idx="5">
                <c:v>0.41759012821002256</c:v>
              </c:pt>
              <c:pt idx="6">
                <c:v>0.5166123821208795</c:v>
              </c:pt>
              <c:pt idx="7">
                <c:v>0.6286963575783553</c:v>
              </c:pt>
              <c:pt idx="8">
                <c:v>0.7502415151517066</c:v>
              </c:pt>
              <c:pt idx="9">
                <c:v>0.8390228749386778</c:v>
              </c:pt>
              <c:pt idx="10">
                <c:v>0.9223013274512127</c:v>
              </c:pt>
              <c:pt idx="11">
                <c:v>0.9990393191627809</c:v>
              </c:pt>
              <c:pt idx="12">
                <c:v>1.0727993789753105</c:v>
              </c:pt>
              <c:pt idx="13">
                <c:v>1.147547213990546</c:v>
              </c:pt>
              <c:pt idx="14">
                <c:v>1.2161487759422436</c:v>
              </c:pt>
              <c:pt idx="15">
                <c:v>1.2780457068039561</c:v>
              </c:pt>
              <c:pt idx="16">
                <c:v>1.335679326884064</c:v>
              </c:pt>
              <c:pt idx="17">
                <c:v>1.3902233771529904</c:v>
              </c:pt>
              <c:pt idx="18">
                <c:v>1.4455124679056475</c:v>
              </c:pt>
            </c:numLit>
          </c:val>
          <c:smooth val="0"/>
        </c:ser>
        <c:ser>
          <c:idx val="1"/>
          <c:order val="1"/>
          <c:tx>
            <c:v>two-hit 中位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28575">
              <a:solidFill>
                <a:srgbClr val="A74F3D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0.0</c:formatCode>
              <c:ptCount val="19"/>
              <c:pt idx="0">
                <c:v>-2</c:v>
              </c:pt>
              <c:pt idx="1">
                <c:v>-2</c:v>
              </c:pt>
              <c:pt idx="2">
                <c:v>-2</c:v>
              </c:pt>
              <c:pt idx="3">
                <c:v>-2</c:v>
              </c:pt>
              <c:pt idx="4">
                <c:v>-2</c:v>
              </c:pt>
              <c:pt idx="5">
                <c:v>-2</c:v>
              </c:pt>
              <c:pt idx="6">
                <c:v>-2</c:v>
              </c:pt>
              <c:pt idx="7">
                <c:v>-2</c:v>
              </c:pt>
              <c:pt idx="8">
                <c:v>-2</c:v>
              </c:pt>
              <c:pt idx="9">
                <c:v>-2</c:v>
              </c:pt>
              <c:pt idx="10">
                <c:v>-2</c:v>
              </c:pt>
              <c:pt idx="11">
                <c:v>-2</c:v>
              </c:pt>
              <c:pt idx="12">
                <c:v>-1.6586779561525875</c:v>
              </c:pt>
              <c:pt idx="13">
                <c:v>-1.5636298228168868</c:v>
              </c:pt>
              <c:pt idx="14">
                <c:v>-1.481466038068009</c:v>
              </c:pt>
              <c:pt idx="15">
                <c:v>-1.4050345730007565</c:v>
              </c:pt>
              <c:pt idx="16">
                <c:v>-1.2923144127261734</c:v>
              </c:pt>
              <c:pt idx="17">
                <c:v>-1.1827160548766085</c:v>
              </c:pt>
              <c:pt idx="18">
                <c:v>-1.0929716522097106</c:v>
              </c:pt>
            </c:numLit>
          </c:val>
          <c:smooth val="0"/>
        </c:ser>
        <c:ser>
          <c:idx val="2"/>
          <c:order val="2"/>
          <c:tx>
            <c:v>無 TSG 優勢 中位</c:v>
          </c:tx>
          <c:spPr>
            <a:solidFill xmlns:a="http://schemas.openxmlformats.org/drawingml/2006/main">
              <a:srgbClr val="657580"/>
            </a:solidFill>
            <a:ln xmlns:a="http://schemas.openxmlformats.org/drawingml/2006/main" w="12383">
              <a:solidFill>
                <a:srgbClr val="657580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0.0</c:formatCode>
              <c:ptCount val="19"/>
              <c:pt idx="0">
                <c:v>-2</c:v>
              </c:pt>
              <c:pt idx="1">
                <c:v>-2</c:v>
              </c:pt>
              <c:pt idx="2">
                <c:v>-2</c:v>
              </c:pt>
              <c:pt idx="3">
                <c:v>-2</c:v>
              </c:pt>
              <c:pt idx="4">
                <c:v>-2</c:v>
              </c:pt>
              <c:pt idx="5">
                <c:v>-2</c:v>
              </c:pt>
              <c:pt idx="6">
                <c:v>-2</c:v>
              </c:pt>
              <c:pt idx="7">
                <c:v>-2</c:v>
              </c:pt>
              <c:pt idx="8">
                <c:v>-2</c:v>
              </c:pt>
              <c:pt idx="9">
                <c:v>-2</c:v>
              </c:pt>
              <c:pt idx="10">
                <c:v>-2</c:v>
              </c:pt>
              <c:pt idx="11">
                <c:v>-2</c:v>
              </c:pt>
              <c:pt idx="12">
                <c:v>-1.6636509972147977</c:v>
              </c:pt>
              <c:pt idx="13">
                <c:v>-1.5766605473773174</c:v>
              </c:pt>
              <c:pt idx="14">
                <c:v>-1.497407366554121</c:v>
              </c:pt>
              <c:pt idx="15">
                <c:v>-1.4318497281470088</c:v>
              </c:pt>
              <c:pt idx="16">
                <c:v>-1.3687749468717054</c:v>
              </c:pt>
              <c:pt idx="17">
                <c:v>-1.2834102173466093</c:v>
              </c:pt>
              <c:pt idx="18">
                <c:v>-1.2138482265760846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2"/>
          <c:min val="-2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log₁₀(TSG 達標 %+0.01)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13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No TSG advantage</c:v>
          </c:tx>
          <c:spPr>
            <a:solidFill xmlns:a="http://schemas.openxmlformats.org/drawingml/2006/main">
              <a:srgbClr val="657580"/>
            </a:solidFill>
            <a:ln xmlns:a="http://schemas.openxmlformats.org/drawingml/2006/main" w="0">
              <a:noFill/>
            </a:ln>
          </c:spPr>
          <c:marker>
            <c:symbol val="circle"/>
            <c:size val="6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-0.07500000000000001</c:v>
              </c:pt>
              <c:pt idx="1">
                <c:v>-0.05</c:v>
              </c:pt>
              <c:pt idx="2">
                <c:v>-0.025</c:v>
              </c:pt>
              <c:pt idx="3">
                <c:v>0</c:v>
              </c:pt>
              <c:pt idx="4">
                <c:v>0.025</c:v>
              </c:pt>
              <c:pt idx="5">
                <c:v>0.05</c:v>
              </c:pt>
              <c:pt idx="6">
                <c:v>0.07500000000000001</c:v>
              </c:pt>
              <c:pt idx="7">
                <c:v>-0.07500000000000001</c:v>
              </c:pt>
              <c:pt idx="8">
                <c:v>-0.05</c:v>
              </c:pt>
              <c:pt idx="9">
                <c:v>-0.025</c:v>
              </c:pt>
              <c:pt idx="10">
                <c:v>0</c:v>
              </c:pt>
              <c:pt idx="11">
                <c:v>0.025</c:v>
              </c:pt>
              <c:pt idx="12">
                <c:v>0.05</c:v>
              </c:pt>
              <c:pt idx="13">
                <c:v>0.07500000000000001</c:v>
              </c:pt>
              <c:pt idx="14">
                <c:v>-0.07500000000000001</c:v>
              </c:pt>
              <c:pt idx="15">
                <c:v>-0.05</c:v>
              </c:pt>
              <c:pt idx="16">
                <c:v>-0.025</c:v>
              </c:pt>
              <c:pt idx="17">
                <c:v>0</c:v>
              </c:pt>
              <c:pt idx="18">
                <c:v>0.025</c:v>
              </c:pt>
              <c:pt idx="19">
                <c:v>0.05</c:v>
              </c:pt>
              <c:pt idx="20">
                <c:v>0.07500000000000001</c:v>
              </c:pt>
              <c:pt idx="21">
                <c:v>-0.07500000000000001</c:v>
              </c:pt>
              <c:pt idx="22">
                <c:v>-0.05</c:v>
              </c:pt>
              <c:pt idx="23">
                <c:v>-0.025</c:v>
              </c:pt>
              <c:pt idx="24">
                <c:v>0</c:v>
              </c:pt>
              <c:pt idx="25">
                <c:v>0.025</c:v>
              </c:pt>
              <c:pt idx="26">
                <c:v>0.05</c:v>
              </c:pt>
              <c:pt idx="27">
                <c:v>0.07500000000000001</c:v>
              </c:pt>
              <c:pt idx="28">
                <c:v>-0.07500000000000001</c:v>
              </c:pt>
              <c:pt idx="29">
                <c:v>-0.05</c:v>
              </c:pt>
            </c:numLit>
          </c:xVal>
          <c:yVal>
            <c:numLit>
              <c:formatCode>#,##0</c:formatCode>
              <c:ptCount val="30"/>
              <c:pt idx="0">
                <c:v>62100</c:v>
              </c:pt>
              <c:pt idx="1">
                <c:v>76829</c:v>
              </c:pt>
              <c:pt idx="2">
                <c:v>79380</c:v>
              </c:pt>
              <c:pt idx="3">
                <c:v>80957</c:v>
              </c:pt>
              <c:pt idx="4">
                <c:v>75550</c:v>
              </c:pt>
              <c:pt idx="5">
                <c:v>70281</c:v>
              </c:pt>
              <c:pt idx="6">
                <c:v>66502</c:v>
              </c:pt>
              <c:pt idx="7">
                <c:v>82305</c:v>
              </c:pt>
              <c:pt idx="8">
                <c:v>108287</c:v>
              </c:pt>
              <c:pt idx="9">
                <c:v>97799</c:v>
              </c:pt>
              <c:pt idx="10">
                <c:v>56777</c:v>
              </c:pt>
              <c:pt idx="11">
                <c:v>74539</c:v>
              </c:pt>
              <c:pt idx="12">
                <c:v>63520</c:v>
              </c:pt>
              <c:pt idx="13">
                <c:v>86267</c:v>
              </c:pt>
              <c:pt idx="14">
                <c:v>92388</c:v>
              </c:pt>
              <c:pt idx="15">
                <c:v>69347</c:v>
              </c:pt>
              <c:pt idx="16">
                <c:v>76062</c:v>
              </c:pt>
              <c:pt idx="17">
                <c:v>79721</c:v>
              </c:pt>
              <c:pt idx="18">
                <c:v>79798</c:v>
              </c:pt>
              <c:pt idx="19">
                <c:v>71402</c:v>
              </c:pt>
              <c:pt idx="20">
                <c:v>91876</c:v>
              </c:pt>
              <c:pt idx="21">
                <c:v>66072</c:v>
              </c:pt>
              <c:pt idx="22">
                <c:v>86133</c:v>
              </c:pt>
              <c:pt idx="23">
                <c:v>80694</c:v>
              </c:pt>
              <c:pt idx="24">
                <c:v>69718</c:v>
              </c:pt>
              <c:pt idx="25">
                <c:v>79899</c:v>
              </c:pt>
              <c:pt idx="26">
                <c:v>74713</c:v>
              </c:pt>
              <c:pt idx="27">
                <c:v>86922</c:v>
              </c:pt>
              <c:pt idx="28">
                <c:v>70576</c:v>
              </c:pt>
              <c:pt idx="29">
                <c:v>57357</c:v>
              </c:pt>
            </c:numLit>
          </c:yVal>
        </c:ser>
        <c:ser>
          <c:idx val="1"/>
          <c:order val="1"/>
          <c:tx>
            <c:v>TSG one-hit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0">
              <a:noFill/>
            </a:ln>
          </c:spPr>
          <c:marker>
            <c:symbol val="circle"/>
            <c:size val="6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0.925</c:v>
              </c:pt>
              <c:pt idx="1">
                <c:v>0.95</c:v>
              </c:pt>
              <c:pt idx="2">
                <c:v>0.975</c:v>
              </c:pt>
              <c:pt idx="3">
                <c:v>1</c:v>
              </c:pt>
              <c:pt idx="4">
                <c:v>1.025</c:v>
              </c:pt>
              <c:pt idx="5">
                <c:v>1.05</c:v>
              </c:pt>
              <c:pt idx="6">
                <c:v>1.075</c:v>
              </c:pt>
              <c:pt idx="7">
                <c:v>0.925</c:v>
              </c:pt>
              <c:pt idx="8">
                <c:v>0.95</c:v>
              </c:pt>
              <c:pt idx="9">
                <c:v>0.975</c:v>
              </c:pt>
              <c:pt idx="10">
                <c:v>1</c:v>
              </c:pt>
              <c:pt idx="11">
                <c:v>1.025</c:v>
              </c:pt>
              <c:pt idx="12">
                <c:v>1.05</c:v>
              </c:pt>
              <c:pt idx="13">
                <c:v>1.075</c:v>
              </c:pt>
              <c:pt idx="14">
                <c:v>0.925</c:v>
              </c:pt>
              <c:pt idx="15">
                <c:v>0.95</c:v>
              </c:pt>
              <c:pt idx="16">
                <c:v>0.975</c:v>
              </c:pt>
              <c:pt idx="17">
                <c:v>1</c:v>
              </c:pt>
              <c:pt idx="18">
                <c:v>1.025</c:v>
              </c:pt>
              <c:pt idx="19">
                <c:v>1.05</c:v>
              </c:pt>
              <c:pt idx="20">
                <c:v>1.075</c:v>
              </c:pt>
              <c:pt idx="21">
                <c:v>0.925</c:v>
              </c:pt>
              <c:pt idx="22">
                <c:v>0.95</c:v>
              </c:pt>
              <c:pt idx="23">
                <c:v>0.975</c:v>
              </c:pt>
              <c:pt idx="24">
                <c:v>1</c:v>
              </c:pt>
              <c:pt idx="25">
                <c:v>1.025</c:v>
              </c:pt>
              <c:pt idx="26">
                <c:v>1.05</c:v>
              </c:pt>
              <c:pt idx="27">
                <c:v>1.075</c:v>
              </c:pt>
              <c:pt idx="28">
                <c:v>0.925</c:v>
              </c:pt>
              <c:pt idx="29">
                <c:v>0.95</c:v>
              </c:pt>
            </c:numLit>
          </c:xVal>
          <c:yVal>
            <c:numLit>
              <c:formatCode>#,##0</c:formatCode>
              <c:ptCount val="30"/>
              <c:pt idx="0">
                <c:v>81413</c:v>
              </c:pt>
              <c:pt idx="1">
                <c:v>103594</c:v>
              </c:pt>
              <c:pt idx="2">
                <c:v>80781</c:v>
              </c:pt>
              <c:pt idx="3">
                <c:v>82979</c:v>
              </c:pt>
              <c:pt idx="4">
                <c:v>92501</c:v>
              </c:pt>
              <c:pt idx="5">
                <c:v>102714</c:v>
              </c:pt>
              <c:pt idx="6">
                <c:v>82275</c:v>
              </c:pt>
              <c:pt idx="7">
                <c:v>110529</c:v>
              </c:pt>
              <c:pt idx="8">
                <c:v>87142</c:v>
              </c:pt>
              <c:pt idx="9">
                <c:v>92149</c:v>
              </c:pt>
              <c:pt idx="10">
                <c:v>78930</c:v>
              </c:pt>
              <c:pt idx="11">
                <c:v>79794</c:v>
              </c:pt>
              <c:pt idx="12">
                <c:v>90782</c:v>
              </c:pt>
              <c:pt idx="13">
                <c:v>120934</c:v>
              </c:pt>
              <c:pt idx="14">
                <c:v>157239</c:v>
              </c:pt>
              <c:pt idx="15">
                <c:v>100138</c:v>
              </c:pt>
              <c:pt idx="16">
                <c:v>93307</c:v>
              </c:pt>
              <c:pt idx="17">
                <c:v>113742</c:v>
              </c:pt>
              <c:pt idx="18">
                <c:v>82988</c:v>
              </c:pt>
              <c:pt idx="19">
                <c:v>84122</c:v>
              </c:pt>
              <c:pt idx="20">
                <c:v>139291</c:v>
              </c:pt>
              <c:pt idx="21">
                <c:v>91668</c:v>
              </c:pt>
              <c:pt idx="22">
                <c:v>112387</c:v>
              </c:pt>
              <c:pt idx="23">
                <c:v>105883</c:v>
              </c:pt>
              <c:pt idx="24">
                <c:v>95928</c:v>
              </c:pt>
              <c:pt idx="25">
                <c:v>82810</c:v>
              </c:pt>
              <c:pt idx="26">
                <c:v>107366</c:v>
              </c:pt>
              <c:pt idx="27">
                <c:v>127288</c:v>
              </c:pt>
              <c:pt idx="28">
                <c:v>98867</c:v>
              </c:pt>
              <c:pt idx="29">
                <c:v>110972</c:v>
              </c:pt>
            </c:numLit>
          </c:yVal>
        </c:ser>
        <c:ser>
          <c:idx val="2"/>
          <c:order val="2"/>
          <c:tx>
            <c:v>TSG two-hit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0">
              <a:noFill/>
            </a:ln>
          </c:spPr>
          <c:marker>
            <c:symbol val="circle"/>
            <c:size val="6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1.925</c:v>
              </c:pt>
              <c:pt idx="1">
                <c:v>1.95</c:v>
              </c:pt>
              <c:pt idx="2">
                <c:v>1.975</c:v>
              </c:pt>
              <c:pt idx="3">
                <c:v>2</c:v>
              </c:pt>
              <c:pt idx="4">
                <c:v>2.025</c:v>
              </c:pt>
              <c:pt idx="5">
                <c:v>2.05</c:v>
              </c:pt>
              <c:pt idx="6">
                <c:v>2.075</c:v>
              </c:pt>
              <c:pt idx="7">
                <c:v>1.925</c:v>
              </c:pt>
              <c:pt idx="8">
                <c:v>1.95</c:v>
              </c:pt>
              <c:pt idx="9">
                <c:v>1.975</c:v>
              </c:pt>
              <c:pt idx="10">
                <c:v>2</c:v>
              </c:pt>
              <c:pt idx="11">
                <c:v>2.025</c:v>
              </c:pt>
              <c:pt idx="12">
                <c:v>2.05</c:v>
              </c:pt>
              <c:pt idx="13">
                <c:v>2.075</c:v>
              </c:pt>
              <c:pt idx="14">
                <c:v>1.925</c:v>
              </c:pt>
              <c:pt idx="15">
                <c:v>1.95</c:v>
              </c:pt>
              <c:pt idx="16">
                <c:v>1.975</c:v>
              </c:pt>
              <c:pt idx="17">
                <c:v>2</c:v>
              </c:pt>
              <c:pt idx="18">
                <c:v>2.025</c:v>
              </c:pt>
              <c:pt idx="19">
                <c:v>2.05</c:v>
              </c:pt>
              <c:pt idx="20">
                <c:v>2.075</c:v>
              </c:pt>
              <c:pt idx="21">
                <c:v>1.925</c:v>
              </c:pt>
              <c:pt idx="22">
                <c:v>1.95</c:v>
              </c:pt>
              <c:pt idx="23">
                <c:v>1.975</c:v>
              </c:pt>
              <c:pt idx="24">
                <c:v>2</c:v>
              </c:pt>
              <c:pt idx="25">
                <c:v>2.025</c:v>
              </c:pt>
              <c:pt idx="26">
                <c:v>2.05</c:v>
              </c:pt>
              <c:pt idx="27">
                <c:v>2.075</c:v>
              </c:pt>
              <c:pt idx="28">
                <c:v>1.925</c:v>
              </c:pt>
              <c:pt idx="29">
                <c:v>1.95</c:v>
              </c:pt>
            </c:numLit>
          </c:xVal>
          <c:yVal>
            <c:numLit>
              <c:formatCode>#,##0</c:formatCode>
              <c:ptCount val="30"/>
              <c:pt idx="0">
                <c:v>86767</c:v>
              </c:pt>
              <c:pt idx="1">
                <c:v>87150</c:v>
              </c:pt>
              <c:pt idx="2">
                <c:v>73455</c:v>
              </c:pt>
              <c:pt idx="3">
                <c:v>64576</c:v>
              </c:pt>
              <c:pt idx="4">
                <c:v>75910</c:v>
              </c:pt>
              <c:pt idx="5">
                <c:v>102187</c:v>
              </c:pt>
              <c:pt idx="6">
                <c:v>83966</c:v>
              </c:pt>
              <c:pt idx="7">
                <c:v>77470</c:v>
              </c:pt>
              <c:pt idx="8">
                <c:v>64446</c:v>
              </c:pt>
              <c:pt idx="9">
                <c:v>84209</c:v>
              </c:pt>
              <c:pt idx="10">
                <c:v>67685</c:v>
              </c:pt>
              <c:pt idx="11">
                <c:v>86435</c:v>
              </c:pt>
              <c:pt idx="12">
                <c:v>59993</c:v>
              </c:pt>
              <c:pt idx="13">
                <c:v>66965</c:v>
              </c:pt>
              <c:pt idx="14">
                <c:v>77786</c:v>
              </c:pt>
              <c:pt idx="15">
                <c:v>59910</c:v>
              </c:pt>
              <c:pt idx="16">
                <c:v>56430</c:v>
              </c:pt>
              <c:pt idx="17">
                <c:v>64725</c:v>
              </c:pt>
              <c:pt idx="18">
                <c:v>57284</c:v>
              </c:pt>
              <c:pt idx="19">
                <c:v>74303</c:v>
              </c:pt>
              <c:pt idx="20">
                <c:v>89595</c:v>
              </c:pt>
              <c:pt idx="21">
                <c:v>73184</c:v>
              </c:pt>
              <c:pt idx="22">
                <c:v>74773</c:v>
              </c:pt>
              <c:pt idx="23">
                <c:v>77732</c:v>
              </c:pt>
              <c:pt idx="24">
                <c:v>67734</c:v>
              </c:pt>
              <c:pt idx="25">
                <c:v>73125</c:v>
              </c:pt>
              <c:pt idx="26">
                <c:v>84828</c:v>
              </c:pt>
              <c:pt idx="27">
                <c:v>74838</c:v>
              </c:pt>
              <c:pt idx="28">
                <c:v>58015</c:v>
              </c:pt>
              <c:pt idx="29">
                <c:v>72986</c:v>
              </c:pt>
            </c:numLit>
          </c:yVal>
        </c:ser>
        <c:ser>
          <c:idx val="3"/>
          <c:order val="3"/>
          <c:tx>
            <c:v>中位數</c:v>
          </c:tx>
          <c:spPr>
            <a:solidFill xmlns:a="http://schemas.openxmlformats.org/drawingml/2006/main">
              <a:srgbClr val="173042"/>
            </a:solidFill>
            <a:ln xmlns:a="http://schemas.openxmlformats.org/drawingml/2006/main" w="0">
              <a:noFill/>
            </a:ln>
          </c:spPr>
          <c:marker>
            <c:symbol val="circle"/>
            <c:size val="13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"/>
              <c:pt idx="0">
                <c:v>0</c:v>
              </c:pt>
              <c:pt idx="1">
                <c:v>1</c:v>
              </c:pt>
              <c:pt idx="2">
                <c:v>2</c:v>
              </c:pt>
            </c:numLit>
          </c:xVal>
          <c:yVal>
            <c:numLit>
              <c:formatCode>#,##0</c:formatCode>
              <c:ptCount val="3"/>
              <c:pt idx="0">
                <c:v>76445.5</c:v>
              </c:pt>
              <c:pt idx="1">
                <c:v>94617.5</c:v>
              </c:pt>
              <c:pt idx="2">
                <c:v>73879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第 18 代細胞數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</c:valAx>
      <c:valAx>
        <c:axId val="48650112"/>
        <c:scaling>
          <c:orientation val="minMax"/>
          <c:max val="2.2"/>
          <c:min val="-0.2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條件編號：對照上方圖例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0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1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共享死亡降低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28575">
              <a:solidFill>
                <a:srgbClr val="236B8E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cat>
          <c:val>
            <c:numLit>
              <c:formatCode>#,##0</c:formatCode>
              <c:ptCount val="21"/>
              <c:pt idx="0">
                <c:v>0</c:v>
              </c:pt>
              <c:pt idx="1">
                <c:v>1.2</c:v>
              </c:pt>
              <c:pt idx="2">
                <c:v>2</c:v>
              </c:pt>
              <c:pt idx="3">
                <c:v>2.571428571428571</c:v>
              </c:pt>
              <c:pt idx="4">
                <c:v>3</c:v>
              </c:pt>
              <c:pt idx="5">
                <c:v>3.333333333333334</c:v>
              </c:pt>
              <c:pt idx="6">
                <c:v>3.5999999999999996</c:v>
              </c:pt>
              <c:pt idx="7">
                <c:v>3.818181818181818</c:v>
              </c:pt>
              <c:pt idx="8">
                <c:v>4</c:v>
              </c:pt>
              <c:pt idx="9">
                <c:v>4.153846153846154</c:v>
              </c:pt>
              <c:pt idx="10">
                <c:v>4.285714285714286</c:v>
              </c:pt>
              <c:pt idx="11">
                <c:v>4.4</c:v>
              </c:pt>
              <c:pt idx="12">
                <c:v>4.5</c:v>
              </c:pt>
              <c:pt idx="13">
                <c:v>4.588235294117647</c:v>
              </c:pt>
              <c:pt idx="14">
                <c:v>4.666666666666667</c:v>
              </c:pt>
              <c:pt idx="15">
                <c:v>4.7368421052631575</c:v>
              </c:pt>
              <c:pt idx="16">
                <c:v>4.8</c:v>
              </c:pt>
              <c:pt idx="17">
                <c:v>4.857142857142857</c:v>
              </c:pt>
              <c:pt idx="18">
                <c:v>4.909090909090909</c:v>
              </c:pt>
              <c:pt idx="19">
                <c:v>4.9565217391304355</c:v>
              </c:pt>
              <c:pt idx="20">
                <c:v>5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IL11⁺ 生產者比例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6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死亡率降低 (百分點)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15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OFF P10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12383">
              <a:solidFill>
                <a:srgbClr val="236B8E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134.9</c:v>
              </c:pt>
              <c:pt idx="2">
                <c:v>191.6</c:v>
              </c:pt>
              <c:pt idx="3">
                <c:v>265.4</c:v>
              </c:pt>
              <c:pt idx="4">
                <c:v>376</c:v>
              </c:pt>
              <c:pt idx="5">
                <c:v>537.7</c:v>
              </c:pt>
              <c:pt idx="6">
                <c:v>748.7</c:v>
              </c:pt>
              <c:pt idx="7">
                <c:v>1105.3</c:v>
              </c:pt>
              <c:pt idx="8">
                <c:v>1576.9</c:v>
              </c:pt>
              <c:pt idx="9">
                <c:v>2254.3</c:v>
              </c:pt>
              <c:pt idx="10">
                <c:v>3185.4</c:v>
              </c:pt>
              <c:pt idx="11">
                <c:v>4623.6</c:v>
              </c:pt>
              <c:pt idx="12">
                <c:v>6591</c:v>
              </c:pt>
              <c:pt idx="13">
                <c:v>9501.3</c:v>
              </c:pt>
              <c:pt idx="14">
                <c:v>13846.6</c:v>
              </c:pt>
              <c:pt idx="15">
                <c:v>19974.5</c:v>
              </c:pt>
              <c:pt idx="16">
                <c:v>29159.3</c:v>
              </c:pt>
              <c:pt idx="17">
                <c:v>42647.3</c:v>
              </c:pt>
              <c:pt idx="18">
                <c:v>62907.3</c:v>
              </c:pt>
            </c:numLit>
          </c:val>
          <c:smooth val="0"/>
        </c:ser>
        <c:ser>
          <c:idx val="1"/>
          <c:order val="1"/>
          <c:tx>
            <c:v>OFF 中位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28575">
              <a:solidFill>
                <a:srgbClr val="236B8E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143.5</c:v>
              </c:pt>
              <c:pt idx="2">
                <c:v>207.5</c:v>
              </c:pt>
              <c:pt idx="3">
                <c:v>288.5</c:v>
              </c:pt>
              <c:pt idx="4">
                <c:v>419</c:v>
              </c:pt>
              <c:pt idx="5">
                <c:v>584.5</c:v>
              </c:pt>
              <c:pt idx="6">
                <c:v>835</c:v>
              </c:pt>
              <c:pt idx="7">
                <c:v>1201.5</c:v>
              </c:pt>
              <c:pt idx="8">
                <c:v>1730.5</c:v>
              </c:pt>
              <c:pt idx="9">
                <c:v>2511</c:v>
              </c:pt>
              <c:pt idx="10">
                <c:v>3581.5</c:v>
              </c:pt>
              <c:pt idx="11">
                <c:v>5179.5</c:v>
              </c:pt>
              <c:pt idx="12">
                <c:v>7492.5</c:v>
              </c:pt>
              <c:pt idx="13">
                <c:v>10769.5</c:v>
              </c:pt>
              <c:pt idx="14">
                <c:v>15794.5</c:v>
              </c:pt>
              <c:pt idx="15">
                <c:v>23170</c:v>
              </c:pt>
              <c:pt idx="16">
                <c:v>34006.5</c:v>
              </c:pt>
              <c:pt idx="17">
                <c:v>49479</c:v>
              </c:pt>
              <c:pt idx="18">
                <c:v>72455.5</c:v>
              </c:pt>
            </c:numLit>
          </c:val>
          <c:smooth val="0"/>
        </c:ser>
        <c:ser>
          <c:idx val="2"/>
          <c:order val="2"/>
          <c:tx>
            <c:v>OFF P90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12383">
              <a:solidFill>
                <a:srgbClr val="236B8E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154</c:v>
              </c:pt>
              <c:pt idx="2">
                <c:v>234.3</c:v>
              </c:pt>
              <c:pt idx="3">
                <c:v>334.20000000000005</c:v>
              </c:pt>
              <c:pt idx="4">
                <c:v>472.70000000000005</c:v>
              </c:pt>
              <c:pt idx="5">
                <c:v>711.7</c:v>
              </c:pt>
              <c:pt idx="6">
                <c:v>1034.4</c:v>
              </c:pt>
              <c:pt idx="7">
                <c:v>1483.8</c:v>
              </c:pt>
              <c:pt idx="8">
                <c:v>2129.7000000000003</c:v>
              </c:pt>
              <c:pt idx="9">
                <c:v>3048.8</c:v>
              </c:pt>
              <c:pt idx="10">
                <c:v>4479.900000000001</c:v>
              </c:pt>
              <c:pt idx="11">
                <c:v>6601.5</c:v>
              </c:pt>
              <c:pt idx="12">
                <c:v>9699.3</c:v>
              </c:pt>
              <c:pt idx="13">
                <c:v>14067.2</c:v>
              </c:pt>
              <c:pt idx="14">
                <c:v>20237.4</c:v>
              </c:pt>
              <c:pt idx="15">
                <c:v>29390</c:v>
              </c:pt>
              <c:pt idx="16">
                <c:v>42937.4</c:v>
              </c:pt>
              <c:pt idx="17">
                <c:v>63182.3</c:v>
              </c:pt>
              <c:pt idx="18">
                <c:v>97037.40000000001</c:v>
              </c:pt>
            </c:numLit>
          </c:val>
          <c:smooth val="0"/>
        </c:ser>
        <c:ser>
          <c:idx val="3"/>
          <c:order val="3"/>
          <c:tx>
            <c:v>ON P10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12383">
              <a:solidFill>
                <a:srgbClr val="A74F3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134.9</c:v>
              </c:pt>
              <c:pt idx="2">
                <c:v>191.6</c:v>
              </c:pt>
              <c:pt idx="3">
                <c:v>268.7</c:v>
              </c:pt>
              <c:pt idx="4">
                <c:v>377</c:v>
              </c:pt>
              <c:pt idx="5">
                <c:v>539</c:v>
              </c:pt>
              <c:pt idx="6">
                <c:v>799</c:v>
              </c:pt>
              <c:pt idx="7">
                <c:v>1166.5</c:v>
              </c:pt>
              <c:pt idx="8">
                <c:v>1688.1000000000001</c:v>
              </c:pt>
              <c:pt idx="9">
                <c:v>2478.1</c:v>
              </c:pt>
              <c:pt idx="10">
                <c:v>3629.8</c:v>
              </c:pt>
              <c:pt idx="11">
                <c:v>5284.5</c:v>
              </c:pt>
              <c:pt idx="12">
                <c:v>7810</c:v>
              </c:pt>
              <c:pt idx="13">
                <c:v>11493.1</c:v>
              </c:pt>
              <c:pt idx="14">
                <c:v>17143.6</c:v>
              </c:pt>
              <c:pt idx="15">
                <c:v>25173.7</c:v>
              </c:pt>
              <c:pt idx="16">
                <c:v>37266.3</c:v>
              </c:pt>
              <c:pt idx="17">
                <c:v>55748.1</c:v>
              </c:pt>
              <c:pt idx="18">
                <c:v>83885.40000000001</c:v>
              </c:pt>
            </c:numLit>
          </c:val>
          <c:smooth val="0"/>
        </c:ser>
        <c:ser>
          <c:idx val="4"/>
          <c:order val="4"/>
          <c:tx>
            <c:v>ON 中位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28575">
              <a:solidFill>
                <a:srgbClr val="A74F3D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143.5</c:v>
              </c:pt>
              <c:pt idx="2">
                <c:v>207.5</c:v>
              </c:pt>
              <c:pt idx="3">
                <c:v>294</c:v>
              </c:pt>
              <c:pt idx="4">
                <c:v>442.5</c:v>
              </c:pt>
              <c:pt idx="5">
                <c:v>637.5</c:v>
              </c:pt>
              <c:pt idx="6">
                <c:v>932</c:v>
              </c:pt>
              <c:pt idx="7">
                <c:v>1359</c:v>
              </c:pt>
              <c:pt idx="8">
                <c:v>1990.5</c:v>
              </c:pt>
              <c:pt idx="9">
                <c:v>2979</c:v>
              </c:pt>
              <c:pt idx="10">
                <c:v>4372.5</c:v>
              </c:pt>
              <c:pt idx="11">
                <c:v>6525.5</c:v>
              </c:pt>
              <c:pt idx="12">
                <c:v>9641.5</c:v>
              </c:pt>
              <c:pt idx="13">
                <c:v>14302.5</c:v>
              </c:pt>
              <c:pt idx="14">
                <c:v>21330.5</c:v>
              </c:pt>
              <c:pt idx="15">
                <c:v>32134.5</c:v>
              </c:pt>
              <c:pt idx="16">
                <c:v>48106</c:v>
              </c:pt>
              <c:pt idx="17">
                <c:v>72365.5</c:v>
              </c:pt>
              <c:pt idx="18">
                <c:v>110469.5</c:v>
              </c:pt>
            </c:numLit>
          </c:val>
          <c:smooth val="0"/>
        </c:ser>
        <c:ser>
          <c:idx val="5"/>
          <c:order val="5"/>
          <c:tx>
            <c:v>ON P90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12383">
              <a:solidFill>
                <a:srgbClr val="A74F3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#,##0</c:formatCode>
              <c:ptCount val="19"/>
              <c:pt idx="0">
                <c:v>100</c:v>
              </c:pt>
              <c:pt idx="1">
                <c:v>154</c:v>
              </c:pt>
              <c:pt idx="2">
                <c:v>234.3</c:v>
              </c:pt>
              <c:pt idx="3">
                <c:v>353.1</c:v>
              </c:pt>
              <c:pt idx="4">
                <c:v>514.1</c:v>
              </c:pt>
              <c:pt idx="5">
                <c:v>736.8</c:v>
              </c:pt>
              <c:pt idx="6">
                <c:v>1071.5</c:v>
              </c:pt>
              <c:pt idx="7">
                <c:v>1596.4</c:v>
              </c:pt>
              <c:pt idx="8">
                <c:v>2361.4</c:v>
              </c:pt>
              <c:pt idx="9">
                <c:v>3540.1</c:v>
              </c:pt>
              <c:pt idx="10">
                <c:v>5305.5</c:v>
              </c:pt>
              <c:pt idx="11">
                <c:v>7830.900000000001</c:v>
              </c:pt>
              <c:pt idx="12">
                <c:v>11773.7</c:v>
              </c:pt>
              <c:pt idx="13">
                <c:v>17851.6</c:v>
              </c:pt>
              <c:pt idx="14">
                <c:v>27025.9</c:v>
              </c:pt>
              <c:pt idx="15">
                <c:v>41417.3</c:v>
              </c:pt>
              <c:pt idx="16">
                <c:v>63852.100000000006</c:v>
              </c:pt>
              <c:pt idx="17">
                <c:v>98646.90000000001</c:v>
              </c:pt>
              <c:pt idx="18">
                <c:v>153289.30000000002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8000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細胞數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16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OFF P10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12383">
              <a:solidFill>
                <a:srgbClr val="236B8E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0.0</c:formatCode>
              <c:ptCount val="19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  <c:pt idx="14">
                <c:v>0</c:v>
              </c:pt>
              <c:pt idx="15">
                <c:v>0</c:v>
              </c:pt>
              <c:pt idx="16">
                <c:v>0</c:v>
              </c:pt>
              <c:pt idx="17">
                <c:v>0</c:v>
              </c:pt>
              <c:pt idx="18">
                <c:v>0</c:v>
              </c:pt>
            </c:numLit>
          </c:val>
          <c:smooth val="0"/>
        </c:ser>
        <c:ser>
          <c:idx val="1"/>
          <c:order val="1"/>
          <c:tx>
            <c:v>OFF 中位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28575">
              <a:solidFill>
                <a:srgbClr val="236B8E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0.0</c:formatCode>
              <c:ptCount val="19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  <c:pt idx="14">
                <c:v>0</c:v>
              </c:pt>
              <c:pt idx="15">
                <c:v>0</c:v>
              </c:pt>
              <c:pt idx="16">
                <c:v>0</c:v>
              </c:pt>
              <c:pt idx="17">
                <c:v>0</c:v>
              </c:pt>
              <c:pt idx="18">
                <c:v>0</c:v>
              </c:pt>
            </c:numLit>
          </c:val>
          <c:smooth val="0"/>
        </c:ser>
        <c:ser>
          <c:idx val="2"/>
          <c:order val="2"/>
          <c:tx>
            <c:v>OFF P90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12383">
              <a:solidFill>
                <a:srgbClr val="236B8E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0.0</c:formatCode>
              <c:ptCount val="19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  <c:pt idx="14">
                <c:v>0</c:v>
              </c:pt>
              <c:pt idx="15">
                <c:v>0</c:v>
              </c:pt>
              <c:pt idx="16">
                <c:v>0</c:v>
              </c:pt>
              <c:pt idx="17">
                <c:v>0</c:v>
              </c:pt>
              <c:pt idx="18">
                <c:v>0</c:v>
              </c:pt>
            </c:numLit>
          </c:val>
          <c:smooth val="0"/>
        </c:ser>
        <c:ser>
          <c:idx val="3"/>
          <c:order val="3"/>
          <c:tx>
            <c:v>ON P10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12383">
              <a:solidFill>
                <a:srgbClr val="A74F3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0.0</c:formatCode>
              <c:ptCount val="19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0.08315287358034826</c:v>
              </c:pt>
              <c:pt idx="8">
                <c:v>0.1839621764259781</c:v>
              </c:pt>
              <c:pt idx="9">
                <c:v>0.31306599715322736</c:v>
              </c:pt>
              <c:pt idx="10">
                <c:v>0.3424138369139368</c:v>
              </c:pt>
              <c:pt idx="11">
                <c:v>0.4849752048926135</c:v>
              </c:pt>
              <c:pt idx="12">
                <c:v>0.4814625790975933</c:v>
              </c:pt>
              <c:pt idx="13">
                <c:v>0.6116455492796693</c:v>
              </c:pt>
              <c:pt idx="14">
                <c:v>0.744482569653181</c:v>
              </c:pt>
              <c:pt idx="15">
                <c:v>0.8391446977552116</c:v>
              </c:pt>
              <c:pt idx="16">
                <c:v>0.9056646287583244</c:v>
              </c:pt>
              <c:pt idx="17">
                <c:v>0.9504783629431804</c:v>
              </c:pt>
              <c:pt idx="18">
                <c:v>1.0566642793789618</c:v>
              </c:pt>
            </c:numLit>
          </c:val>
          <c:smooth val="0"/>
        </c:ser>
        <c:ser>
          <c:idx val="4"/>
          <c:order val="4"/>
          <c:tx>
            <c:v>ON 中位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28575">
              <a:solidFill>
                <a:srgbClr val="A74F3D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0.0</c:formatCode>
              <c:ptCount val="19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0.1404494382022472</c:v>
              </c:pt>
              <c:pt idx="4">
                <c:v>0.4223114602179957</c:v>
              </c:pt>
              <c:pt idx="5">
                <c:v>0.5837243100864975</c:v>
              </c:pt>
              <c:pt idx="6">
                <c:v>0.5567728614592964</c:v>
              </c:pt>
              <c:pt idx="7">
                <c:v>0.6534008344833053</c:v>
              </c:pt>
              <c:pt idx="8">
                <c:v>0.6977386713557757</c:v>
              </c:pt>
              <c:pt idx="9">
                <c:v>0.785082189174056</c:v>
              </c:pt>
              <c:pt idx="10">
                <c:v>0.9409743821303281</c:v>
              </c:pt>
              <c:pt idx="11">
                <c:v>0.9948562724812884</c:v>
              </c:pt>
              <c:pt idx="12">
                <c:v>1.0764569789314453</c:v>
              </c:pt>
              <c:pt idx="13">
                <c:v>1.1673422563898512</c:v>
              </c:pt>
              <c:pt idx="14">
                <c:v>1.2495474348802278</c:v>
              </c:pt>
              <c:pt idx="15">
                <c:v>1.3600427137161235</c:v>
              </c:pt>
              <c:pt idx="16">
                <c:v>1.4451565132630977</c:v>
              </c:pt>
              <c:pt idx="17">
                <c:v>1.5227290790474535</c:v>
              </c:pt>
              <c:pt idx="18">
                <c:v>1.603019646699818</c:v>
              </c:pt>
            </c:numLit>
          </c:val>
          <c:smooth val="0"/>
        </c:ser>
        <c:ser>
          <c:idx val="5"/>
          <c:order val="5"/>
          <c:tx>
            <c:v>ON P90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12383">
              <a:solidFill>
                <a:srgbClr val="A74F3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9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</c:numLit>
          </c:cat>
          <c:val>
            <c:numLit>
              <c:formatCode>0.0</c:formatCode>
              <c:ptCount val="19"/>
              <c:pt idx="0">
                <c:v>0</c:v>
              </c:pt>
              <c:pt idx="1">
                <c:v>0</c:v>
              </c:pt>
              <c:pt idx="2">
                <c:v>0.580692167577414</c:v>
              </c:pt>
              <c:pt idx="3">
                <c:v>0.9328100470957615</c:v>
              </c:pt>
              <c:pt idx="4">
                <c:v>0.9549747419283994</c:v>
              </c:pt>
              <c:pt idx="5">
                <c:v>1.3499989474348988</c:v>
              </c:pt>
              <c:pt idx="6">
                <c:v>1.4675299420034549</c:v>
              </c:pt>
              <c:pt idx="7">
                <c:v>1.4085537577999894</c:v>
              </c:pt>
              <c:pt idx="8">
                <c:v>1.4165799062988031</c:v>
              </c:pt>
              <c:pt idx="9">
                <c:v>1.5577107878262706</c:v>
              </c:pt>
              <c:pt idx="10">
                <c:v>1.6497793468667257</c:v>
              </c:pt>
              <c:pt idx="11">
                <c:v>1.7675494743495375</c:v>
              </c:pt>
              <c:pt idx="12">
                <c:v>1.8393328121040398</c:v>
              </c:pt>
              <c:pt idx="13">
                <c:v>1.9936987310957839</c:v>
              </c:pt>
              <c:pt idx="14">
                <c:v>2.1302813867373427</c:v>
              </c:pt>
              <c:pt idx="15">
                <c:v>2.1257808724402993</c:v>
              </c:pt>
              <c:pt idx="16">
                <c:v>2.200207850261611</c:v>
              </c:pt>
              <c:pt idx="17">
                <c:v>2.279019057027547</c:v>
              </c:pt>
              <c:pt idx="18">
                <c:v>2.3420910852690846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世代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IL11 位點突變細胞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17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IL11 OFF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0">
              <a:noFill/>
            </a:ln>
          </c:spPr>
          <c:marker>
            <c:symbol val="circle"/>
            <c:size val="6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-0.07500000000000001</c:v>
              </c:pt>
              <c:pt idx="1">
                <c:v>-0.05</c:v>
              </c:pt>
              <c:pt idx="2">
                <c:v>-0.025</c:v>
              </c:pt>
              <c:pt idx="3">
                <c:v>0</c:v>
              </c:pt>
              <c:pt idx="4">
                <c:v>0.025</c:v>
              </c:pt>
              <c:pt idx="5">
                <c:v>0.05</c:v>
              </c:pt>
              <c:pt idx="6">
                <c:v>0.07500000000000001</c:v>
              </c:pt>
              <c:pt idx="7">
                <c:v>-0.07500000000000001</c:v>
              </c:pt>
              <c:pt idx="8">
                <c:v>-0.05</c:v>
              </c:pt>
              <c:pt idx="9">
                <c:v>-0.025</c:v>
              </c:pt>
              <c:pt idx="10">
                <c:v>0</c:v>
              </c:pt>
              <c:pt idx="11">
                <c:v>0.025</c:v>
              </c:pt>
              <c:pt idx="12">
                <c:v>0.05</c:v>
              </c:pt>
              <c:pt idx="13">
                <c:v>0.07500000000000001</c:v>
              </c:pt>
              <c:pt idx="14">
                <c:v>-0.07500000000000001</c:v>
              </c:pt>
              <c:pt idx="15">
                <c:v>-0.05</c:v>
              </c:pt>
              <c:pt idx="16">
                <c:v>-0.025</c:v>
              </c:pt>
              <c:pt idx="17">
                <c:v>0</c:v>
              </c:pt>
              <c:pt idx="18">
                <c:v>0.025</c:v>
              </c:pt>
              <c:pt idx="19">
                <c:v>0.05</c:v>
              </c:pt>
              <c:pt idx="20">
                <c:v>0.07500000000000001</c:v>
              </c:pt>
              <c:pt idx="21">
                <c:v>-0.07500000000000001</c:v>
              </c:pt>
              <c:pt idx="22">
                <c:v>-0.05</c:v>
              </c:pt>
              <c:pt idx="23">
                <c:v>-0.025</c:v>
              </c:pt>
              <c:pt idx="24">
                <c:v>0</c:v>
              </c:pt>
              <c:pt idx="25">
                <c:v>0.025</c:v>
              </c:pt>
              <c:pt idx="26">
                <c:v>0.05</c:v>
              </c:pt>
              <c:pt idx="27">
                <c:v>0.07500000000000001</c:v>
              </c:pt>
              <c:pt idx="28">
                <c:v>-0.07500000000000001</c:v>
              </c:pt>
              <c:pt idx="29">
                <c:v>-0.05</c:v>
              </c:pt>
            </c:numLit>
          </c:xVal>
          <c:yVal>
            <c:numLit>
              <c:formatCode>#,##0</c:formatCode>
              <c:ptCount val="30"/>
              <c:pt idx="0">
                <c:v>76526</c:v>
              </c:pt>
              <c:pt idx="1">
                <c:v>71046</c:v>
              </c:pt>
              <c:pt idx="2">
                <c:v>115271</c:v>
              </c:pt>
              <c:pt idx="3">
                <c:v>81833</c:v>
              </c:pt>
              <c:pt idx="4">
                <c:v>67380</c:v>
              </c:pt>
              <c:pt idx="5">
                <c:v>80378</c:v>
              </c:pt>
              <c:pt idx="6">
                <c:v>69263</c:v>
              </c:pt>
              <c:pt idx="7">
                <c:v>71474</c:v>
              </c:pt>
              <c:pt idx="8">
                <c:v>65730</c:v>
              </c:pt>
              <c:pt idx="9">
                <c:v>104108</c:v>
              </c:pt>
              <c:pt idx="10">
                <c:v>79728</c:v>
              </c:pt>
              <c:pt idx="11">
                <c:v>61821</c:v>
              </c:pt>
              <c:pt idx="12">
                <c:v>62550</c:v>
              </c:pt>
              <c:pt idx="13">
                <c:v>91123</c:v>
              </c:pt>
              <c:pt idx="14">
                <c:v>64231</c:v>
              </c:pt>
              <c:pt idx="15">
                <c:v>68296</c:v>
              </c:pt>
              <c:pt idx="16">
                <c:v>96826</c:v>
              </c:pt>
              <c:pt idx="17">
                <c:v>86126</c:v>
              </c:pt>
              <c:pt idx="18">
                <c:v>88169</c:v>
              </c:pt>
              <c:pt idx="19">
                <c:v>87314</c:v>
              </c:pt>
              <c:pt idx="20">
                <c:v>72758</c:v>
              </c:pt>
              <c:pt idx="21">
                <c:v>71352</c:v>
              </c:pt>
              <c:pt idx="22">
                <c:v>62947</c:v>
              </c:pt>
              <c:pt idx="23">
                <c:v>65789</c:v>
              </c:pt>
              <c:pt idx="24">
                <c:v>76487</c:v>
              </c:pt>
              <c:pt idx="25">
                <c:v>82823</c:v>
              </c:pt>
              <c:pt idx="26">
                <c:v>72153</c:v>
              </c:pt>
              <c:pt idx="27">
                <c:v>60217</c:v>
              </c:pt>
              <c:pt idx="28">
                <c:v>65187</c:v>
              </c:pt>
              <c:pt idx="29">
                <c:v>98940</c:v>
              </c:pt>
            </c:numLit>
          </c:yVal>
        </c:ser>
        <c:ser>
          <c:idx val="1"/>
          <c:order val="1"/>
          <c:tx>
            <c:v>IL11 ON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0">
              <a:noFill/>
            </a:ln>
          </c:spPr>
          <c:marker>
            <c:symbol val="circle"/>
            <c:size val="6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0.925</c:v>
              </c:pt>
              <c:pt idx="1">
                <c:v>0.95</c:v>
              </c:pt>
              <c:pt idx="2">
                <c:v>0.975</c:v>
              </c:pt>
              <c:pt idx="3">
                <c:v>1</c:v>
              </c:pt>
              <c:pt idx="4">
                <c:v>1.025</c:v>
              </c:pt>
              <c:pt idx="5">
                <c:v>1.05</c:v>
              </c:pt>
              <c:pt idx="6">
                <c:v>1.075</c:v>
              </c:pt>
              <c:pt idx="7">
                <c:v>0.925</c:v>
              </c:pt>
              <c:pt idx="8">
                <c:v>0.95</c:v>
              </c:pt>
              <c:pt idx="9">
                <c:v>0.975</c:v>
              </c:pt>
              <c:pt idx="10">
                <c:v>1</c:v>
              </c:pt>
              <c:pt idx="11">
                <c:v>1.025</c:v>
              </c:pt>
              <c:pt idx="12">
                <c:v>1.05</c:v>
              </c:pt>
              <c:pt idx="13">
                <c:v>1.075</c:v>
              </c:pt>
              <c:pt idx="14">
                <c:v>0.925</c:v>
              </c:pt>
              <c:pt idx="15">
                <c:v>0.95</c:v>
              </c:pt>
              <c:pt idx="16">
                <c:v>0.975</c:v>
              </c:pt>
              <c:pt idx="17">
                <c:v>1</c:v>
              </c:pt>
              <c:pt idx="18">
                <c:v>1.025</c:v>
              </c:pt>
              <c:pt idx="19">
                <c:v>1.05</c:v>
              </c:pt>
              <c:pt idx="20">
                <c:v>1.075</c:v>
              </c:pt>
              <c:pt idx="21">
                <c:v>0.925</c:v>
              </c:pt>
              <c:pt idx="22">
                <c:v>0.95</c:v>
              </c:pt>
              <c:pt idx="23">
                <c:v>0.975</c:v>
              </c:pt>
              <c:pt idx="24">
                <c:v>1</c:v>
              </c:pt>
              <c:pt idx="25">
                <c:v>1.025</c:v>
              </c:pt>
              <c:pt idx="26">
                <c:v>1.05</c:v>
              </c:pt>
              <c:pt idx="27">
                <c:v>1.075</c:v>
              </c:pt>
              <c:pt idx="28">
                <c:v>0.925</c:v>
              </c:pt>
              <c:pt idx="29">
                <c:v>0.95</c:v>
              </c:pt>
            </c:numLit>
          </c:xVal>
          <c:yVal>
            <c:numLit>
              <c:formatCode>#,##0</c:formatCode>
              <c:ptCount val="30"/>
              <c:pt idx="0">
                <c:v>110292</c:v>
              </c:pt>
              <c:pt idx="1">
                <c:v>102940</c:v>
              </c:pt>
              <c:pt idx="2">
                <c:v>146937</c:v>
              </c:pt>
              <c:pt idx="3">
                <c:v>109380</c:v>
              </c:pt>
              <c:pt idx="4">
                <c:v>88504</c:v>
              </c:pt>
              <c:pt idx="5">
                <c:v>125255</c:v>
              </c:pt>
              <c:pt idx="6">
                <c:v>78017</c:v>
              </c:pt>
              <c:pt idx="7">
                <c:v>157963</c:v>
              </c:pt>
              <c:pt idx="8">
                <c:v>126556</c:v>
              </c:pt>
              <c:pt idx="9">
                <c:v>140292</c:v>
              </c:pt>
              <c:pt idx="10">
                <c:v>139739</c:v>
              </c:pt>
              <c:pt idx="11">
                <c:v>79191</c:v>
              </c:pt>
              <c:pt idx="12">
                <c:v>77532</c:v>
              </c:pt>
              <c:pt idx="13">
                <c:v>129921</c:v>
              </c:pt>
              <c:pt idx="14">
                <c:v>113597</c:v>
              </c:pt>
              <c:pt idx="15">
                <c:v>107344</c:v>
              </c:pt>
              <c:pt idx="16">
                <c:v>175252</c:v>
              </c:pt>
              <c:pt idx="17">
                <c:v>100528</c:v>
              </c:pt>
              <c:pt idx="18">
                <c:v>166452</c:v>
              </c:pt>
              <c:pt idx="19">
                <c:v>140374</c:v>
              </c:pt>
              <c:pt idx="20">
                <c:v>133291</c:v>
              </c:pt>
              <c:pt idx="21">
                <c:v>108642</c:v>
              </c:pt>
              <c:pt idx="22">
                <c:v>90521</c:v>
              </c:pt>
              <c:pt idx="23">
                <c:v>110647</c:v>
              </c:pt>
              <c:pt idx="24">
                <c:v>107836</c:v>
              </c:pt>
              <c:pt idx="25">
                <c:v>114980</c:v>
              </c:pt>
              <c:pt idx="26">
                <c:v>84407</c:v>
              </c:pt>
              <c:pt idx="27">
                <c:v>92203</c:v>
              </c:pt>
              <c:pt idx="28">
                <c:v>101910</c:v>
              </c:pt>
              <c:pt idx="29">
                <c:v>152770</c:v>
              </c:pt>
            </c:numLit>
          </c:yVal>
        </c:ser>
        <c:ser>
          <c:idx val="2"/>
          <c:order val="2"/>
          <c:tx>
            <c:v>中位數</c:v>
          </c:tx>
          <c:spPr>
            <a:solidFill xmlns:a="http://schemas.openxmlformats.org/drawingml/2006/main">
              <a:srgbClr val="173042"/>
            </a:solidFill>
            <a:ln xmlns:a="http://schemas.openxmlformats.org/drawingml/2006/main" w="0">
              <a:noFill/>
            </a:ln>
          </c:spPr>
          <c:marker>
            <c:symbol val="circle"/>
            <c:size val="13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</c:v>
              </c:pt>
            </c:numLit>
          </c:xVal>
          <c:yVal>
            <c:numLit>
              <c:formatCode>#,##0</c:formatCode>
              <c:ptCount val="2"/>
              <c:pt idx="0">
                <c:v>72455.5</c:v>
              </c:pt>
              <c:pt idx="1">
                <c:v>110469.5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第 18 代細胞數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</c:valAx>
      <c:valAx>
        <c:axId val="48650112"/>
        <c:scaling>
          <c:orientation val="minMax"/>
          <c:max val="1.2"/>
          <c:min val="-0.2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條件編號：對照上方圖例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0.0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charts/chart18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d=0.2</c:v>
          </c:tx>
          <c:spPr>
            <a:solidFill xmlns:a="http://schemas.openxmlformats.org/drawingml/2006/main">
              <a:srgbClr val="236B8E"/>
            </a:solidFill>
            <a:ln xmlns:a="http://schemas.openxmlformats.org/drawingml/2006/main" w="0">
              <a:noFill/>
            </a:ln>
          </c:spPr>
          <c:marker>
            <c:symbol val="circle"/>
            <c:size val="6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0.194</c:v>
              </c:pt>
              <c:pt idx="1">
                <c:v>0.196</c:v>
              </c:pt>
              <c:pt idx="2">
                <c:v>0.198</c:v>
              </c:pt>
              <c:pt idx="3">
                <c:v>0.2</c:v>
              </c:pt>
              <c:pt idx="4">
                <c:v>0.202</c:v>
              </c:pt>
              <c:pt idx="5">
                <c:v>0.20400000000000001</c:v>
              </c:pt>
              <c:pt idx="6">
                <c:v>0.20600000000000002</c:v>
              </c:pt>
              <c:pt idx="7">
                <c:v>0.194</c:v>
              </c:pt>
              <c:pt idx="8">
                <c:v>0.196</c:v>
              </c:pt>
              <c:pt idx="9">
                <c:v>0.198</c:v>
              </c:pt>
              <c:pt idx="10">
                <c:v>0.2</c:v>
              </c:pt>
              <c:pt idx="11">
                <c:v>0.202</c:v>
              </c:pt>
              <c:pt idx="12">
                <c:v>0.20400000000000001</c:v>
              </c:pt>
              <c:pt idx="13">
                <c:v>0.20600000000000002</c:v>
              </c:pt>
              <c:pt idx="14">
                <c:v>0.194</c:v>
              </c:pt>
              <c:pt idx="15">
                <c:v>0.196</c:v>
              </c:pt>
              <c:pt idx="16">
                <c:v>0.198</c:v>
              </c:pt>
              <c:pt idx="17">
                <c:v>0.2</c:v>
              </c:pt>
              <c:pt idx="18">
                <c:v>0.202</c:v>
              </c:pt>
              <c:pt idx="19">
                <c:v>0.20400000000000001</c:v>
              </c:pt>
              <c:pt idx="20">
                <c:v>0.20600000000000002</c:v>
              </c:pt>
              <c:pt idx="21">
                <c:v>0.194</c:v>
              </c:pt>
              <c:pt idx="22">
                <c:v>0.196</c:v>
              </c:pt>
              <c:pt idx="23">
                <c:v>0.198</c:v>
              </c:pt>
              <c:pt idx="24">
                <c:v>0.2</c:v>
              </c:pt>
              <c:pt idx="25">
                <c:v>0.202</c:v>
              </c:pt>
              <c:pt idx="26">
                <c:v>0.20400000000000001</c:v>
              </c:pt>
              <c:pt idx="27">
                <c:v>0.20600000000000002</c:v>
              </c:pt>
              <c:pt idx="28">
                <c:v>0.194</c:v>
              </c:pt>
              <c:pt idx="29">
                <c:v>0.196</c:v>
              </c:pt>
            </c:numLit>
          </c:xVal>
          <c:yVal>
            <c:numLit>
              <c:formatCode>#,##0</c:formatCode>
              <c:ptCount val="30"/>
              <c:pt idx="0">
                <c:v>1.144701731043678</c:v>
              </c:pt>
              <c:pt idx="1">
                <c:v>1.0920231575672765</c:v>
              </c:pt>
              <c:pt idx="2">
                <c:v>1.0512038211996442</c:v>
              </c:pt>
              <c:pt idx="3">
                <c:v>1.099326539694576</c:v>
              </c:pt>
              <c:pt idx="4">
                <c:v>0.9157519291723177</c:v>
              </c:pt>
              <c:pt idx="5">
                <c:v>1.092291504711916</c:v>
              </c:pt>
              <c:pt idx="6">
                <c:v>0.8760655244904401</c:v>
              </c:pt>
              <c:pt idx="7">
                <c:v>1.0020533001126335</c:v>
              </c:pt>
              <c:pt idx="8">
                <c:v>0.9867059238140962</c:v>
              </c:pt>
              <c:pt idx="9">
                <c:v>0.7978118733213779</c:v>
              </c:pt>
              <c:pt idx="10">
                <c:v>1.0959286057021247</c:v>
              </c:pt>
              <c:pt idx="11">
                <c:v>1.073521577876101</c:v>
              </c:pt>
              <c:pt idx="12">
                <c:v>0.9712911357339739</c:v>
              </c:pt>
              <c:pt idx="13">
                <c:v>1.008135006477092</c:v>
              </c:pt>
              <c:pt idx="14">
                <c:v>1.0470737417176061</c:v>
              </c:pt>
              <c:pt idx="15">
                <c:v>1.1147395491751257</c:v>
              </c:pt>
              <c:pt idx="16">
                <c:v>1.1996303447458443</c:v>
              </c:pt>
              <c:pt idx="17">
                <c:v>0.9650006169092493</c:v>
              </c:pt>
              <c:pt idx="18">
                <c:v>1.1662487877050034</c:v>
              </c:pt>
              <c:pt idx="19">
                <c:v>0.9901992098051824</c:v>
              </c:pt>
              <c:pt idx="20">
                <c:v>1.2421322172410951</c:v>
              </c:pt>
              <c:pt idx="21">
                <c:v>1.20729484505276</c:v>
              </c:pt>
              <c:pt idx="22">
                <c:v>1.0482532508341071</c:v>
              </c:pt>
              <c:pt idx="23">
                <c:v>1.1702072079986718</c:v>
              </c:pt>
              <c:pt idx="24">
                <c:v>1.0981706872366863</c:v>
              </c:pt>
              <c:pt idx="25">
                <c:v>0.9061219326169675</c:v>
              </c:pt>
              <c:pt idx="26">
                <c:v>0.965965132225518</c:v>
              </c:pt>
              <c:pt idx="27">
                <c:v>1.3275833053413275</c:v>
              </c:pt>
              <c:pt idx="28">
                <c:v>1.1452023707219714</c:v>
              </c:pt>
              <c:pt idx="29">
                <c:v>0.86162583399872</c:v>
              </c:pt>
            </c:numLit>
          </c:yVal>
        </c:ser>
        <c:ser>
          <c:idx val="1"/>
          <c:order val="1"/>
          <c:tx>
            <c:v>d=0.35</c:v>
          </c:tx>
          <c:spPr>
            <a:solidFill xmlns:a="http://schemas.openxmlformats.org/drawingml/2006/main">
              <a:srgbClr val="A74F3D"/>
            </a:solidFill>
            <a:ln xmlns:a="http://schemas.openxmlformats.org/drawingml/2006/main" w="0">
              <a:noFill/>
            </a:ln>
          </c:spPr>
          <c:marker>
            <c:symbol val="circle"/>
            <c:size val="6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0.344</c:v>
              </c:pt>
              <c:pt idx="1">
                <c:v>0.346</c:v>
              </c:pt>
              <c:pt idx="2">
                <c:v>0.348</c:v>
              </c:pt>
              <c:pt idx="3">
                <c:v>0.35</c:v>
              </c:pt>
              <c:pt idx="4">
                <c:v>0.352</c:v>
              </c:pt>
              <c:pt idx="5">
                <c:v>0.354</c:v>
              </c:pt>
              <c:pt idx="6">
                <c:v>0.356</c:v>
              </c:pt>
              <c:pt idx="7">
                <c:v>0.344</c:v>
              </c:pt>
              <c:pt idx="8">
                <c:v>0.346</c:v>
              </c:pt>
              <c:pt idx="9">
                <c:v>0.348</c:v>
              </c:pt>
              <c:pt idx="10">
                <c:v>0.35</c:v>
              </c:pt>
              <c:pt idx="11">
                <c:v>0.352</c:v>
              </c:pt>
              <c:pt idx="12">
                <c:v>0.354</c:v>
              </c:pt>
              <c:pt idx="13">
                <c:v>0.356</c:v>
              </c:pt>
              <c:pt idx="14">
                <c:v>0.344</c:v>
              </c:pt>
              <c:pt idx="15">
                <c:v>0.346</c:v>
              </c:pt>
              <c:pt idx="16">
                <c:v>0.348</c:v>
              </c:pt>
              <c:pt idx="17">
                <c:v>0.35</c:v>
              </c:pt>
              <c:pt idx="18">
                <c:v>0.352</c:v>
              </c:pt>
              <c:pt idx="19">
                <c:v>0.354</c:v>
              </c:pt>
              <c:pt idx="20">
                <c:v>0.356</c:v>
              </c:pt>
              <c:pt idx="21">
                <c:v>0.344</c:v>
              </c:pt>
              <c:pt idx="22">
                <c:v>0.346</c:v>
              </c:pt>
              <c:pt idx="23">
                <c:v>0.348</c:v>
              </c:pt>
              <c:pt idx="24">
                <c:v>0.35</c:v>
              </c:pt>
              <c:pt idx="25">
                <c:v>0.352</c:v>
              </c:pt>
              <c:pt idx="26">
                <c:v>0.354</c:v>
              </c:pt>
              <c:pt idx="27">
                <c:v>0.356</c:v>
              </c:pt>
              <c:pt idx="28">
                <c:v>0.344</c:v>
              </c:pt>
              <c:pt idx="29">
                <c:v>0.346</c:v>
              </c:pt>
            </c:numLit>
          </c:xVal>
          <c:yVal>
            <c:numLit>
              <c:formatCode>#,##0</c:formatCode>
              <c:ptCount val="30"/>
              <c:pt idx="0">
                <c:v>1.718037767502042</c:v>
              </c:pt>
              <c:pt idx="1">
                <c:v>1.387913292379559</c:v>
              </c:pt>
              <c:pt idx="2">
                <c:v>1.5094555087769648</c:v>
              </c:pt>
              <c:pt idx="3">
                <c:v>1.7271819998754707</c:v>
              </c:pt>
              <c:pt idx="4">
                <c:v>1.7850488601223118</c:v>
              </c:pt>
              <c:pt idx="5">
                <c:v>1.9399431056516239</c:v>
              </c:pt>
              <c:pt idx="6">
                <c:v>1.8019869960232138</c:v>
              </c:pt>
              <c:pt idx="7">
                <c:v>1.9904745537437254</c:v>
              </c:pt>
              <c:pt idx="8">
                <c:v>1.8189607811388369</c:v>
              </c:pt>
              <c:pt idx="9">
                <c:v>2.007406040662244</c:v>
              </c:pt>
              <c:pt idx="10">
                <c:v>1.8779055825434436</c:v>
              </c:pt>
              <c:pt idx="11">
                <c:v>1.871845883298721</c:v>
              </c:pt>
              <c:pt idx="12">
                <c:v>1.6886253393593875</c:v>
              </c:pt>
              <c:pt idx="13">
                <c:v>1.5620020950682199</c:v>
              </c:pt>
              <c:pt idx="14">
                <c:v>1.734789495248552</c:v>
              </c:pt>
              <c:pt idx="15">
                <c:v>1.814141157250791</c:v>
              </c:pt>
              <c:pt idx="16">
                <c:v>1.8215686298075233</c:v>
              </c:pt>
              <c:pt idx="17">
                <c:v>1.8004710886078013</c:v>
              </c:pt>
              <c:pt idx="18">
                <c:v>1.655072930746728</c:v>
              </c:pt>
              <c:pt idx="19">
                <c:v>1.65864905318784</c:v>
              </c:pt>
              <c:pt idx="20">
                <c:v>1.9034864195649512</c:v>
              </c:pt>
              <c:pt idx="21">
                <c:v>1.633691657624435</c:v>
              </c:pt>
              <c:pt idx="22">
                <c:v>1.485868245102967</c:v>
              </c:pt>
              <c:pt idx="23">
                <c:v>1.82675117930684</c:v>
              </c:pt>
              <c:pt idx="24">
                <c:v>1.8030843077796088</c:v>
              </c:pt>
              <c:pt idx="25">
                <c:v>1.7828288243129395</c:v>
              </c:pt>
              <c:pt idx="26">
                <c:v>2.2862595362127536</c:v>
              </c:pt>
              <c:pt idx="27">
                <c:v>2.021760997888898</c:v>
              </c:pt>
              <c:pt idx="28">
                <c:v>1.5005656293425227</c:v>
              </c:pt>
              <c:pt idx="29">
                <c:v>1.8344332783895865</c:v>
              </c:pt>
            </c:numLit>
          </c:yVal>
        </c:ser>
        <c:ser>
          <c:idx val="2"/>
          <c:order val="2"/>
          <c:tx>
            <c:v>d=0.45</c:v>
          </c:tx>
          <c:spPr>
            <a:solidFill xmlns:a="http://schemas.openxmlformats.org/drawingml/2006/main">
              <a:srgbClr val="6C5B9C"/>
            </a:solidFill>
            <a:ln xmlns:a="http://schemas.openxmlformats.org/drawingml/2006/main" w="0">
              <a:noFill/>
            </a:ln>
          </c:spPr>
          <c:marker>
            <c:symbol val="circle"/>
            <c:size val="6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0"/>
              <c:pt idx="0">
                <c:v>0.444</c:v>
              </c:pt>
              <c:pt idx="1">
                <c:v>0.446</c:v>
              </c:pt>
              <c:pt idx="2">
                <c:v>0.448</c:v>
              </c:pt>
              <c:pt idx="3">
                <c:v>0.45</c:v>
              </c:pt>
              <c:pt idx="4">
                <c:v>0.452</c:v>
              </c:pt>
              <c:pt idx="5">
                <c:v>0.454</c:v>
              </c:pt>
              <c:pt idx="6">
                <c:v>0.456</c:v>
              </c:pt>
              <c:pt idx="7">
                <c:v>0.444</c:v>
              </c:pt>
              <c:pt idx="8">
                <c:v>0.446</c:v>
              </c:pt>
              <c:pt idx="9">
                <c:v>0.448</c:v>
              </c:pt>
              <c:pt idx="10">
                <c:v>0.45</c:v>
              </c:pt>
              <c:pt idx="11">
                <c:v>0.452</c:v>
              </c:pt>
              <c:pt idx="12">
                <c:v>0.454</c:v>
              </c:pt>
              <c:pt idx="13">
                <c:v>0.456</c:v>
              </c:pt>
              <c:pt idx="14">
                <c:v>0.444</c:v>
              </c:pt>
              <c:pt idx="15">
                <c:v>0.446</c:v>
              </c:pt>
              <c:pt idx="16">
                <c:v>0.448</c:v>
              </c:pt>
              <c:pt idx="17">
                <c:v>0.45</c:v>
              </c:pt>
              <c:pt idx="18">
                <c:v>0.452</c:v>
              </c:pt>
              <c:pt idx="19">
                <c:v>0.454</c:v>
              </c:pt>
              <c:pt idx="20">
                <c:v>0.456</c:v>
              </c:pt>
              <c:pt idx="21">
                <c:v>0.444</c:v>
              </c:pt>
              <c:pt idx="22">
                <c:v>0.446</c:v>
              </c:pt>
              <c:pt idx="23">
                <c:v>0.448</c:v>
              </c:pt>
              <c:pt idx="24">
                <c:v>0.45</c:v>
              </c:pt>
              <c:pt idx="25">
                <c:v>0.452</c:v>
              </c:pt>
              <c:pt idx="26">
                <c:v>0.454</c:v>
              </c:pt>
              <c:pt idx="27">
                <c:v>0.456</c:v>
              </c:pt>
              <c:pt idx="28">
                <c:v>0.444</c:v>
              </c:pt>
              <c:pt idx="29">
                <c:v>0.446</c:v>
              </c:pt>
            </c:numLit>
          </c:xVal>
          <c:yVal>
            <c:numLit>
              <c:formatCode>#,##0</c:formatCode>
              <c:ptCount val="30"/>
              <c:pt idx="0">
                <c:v>2.6159901342912217</c:v>
              </c:pt>
              <c:pt idx="1">
                <c:v>2.8193622656256183</c:v>
              </c:pt>
              <c:pt idx="2">
                <c:v>2.914730515321656</c:v>
              </c:pt>
              <c:pt idx="3">
                <c:v>2.4127342600814528</c:v>
              </c:pt>
              <c:pt idx="4">
                <c:v>3.0877349812280905</c:v>
              </c:pt>
              <c:pt idx="5">
                <c:v>2.2491803372679042</c:v>
              </c:pt>
              <c:pt idx="6">
                <c:v>2.9589927367539657</c:v>
              </c:pt>
              <c:pt idx="7">
                <c:v>2.9264135787711</c:v>
              </c:pt>
              <c:pt idx="8">
                <c:v>2.9870992625951898</c:v>
              </c:pt>
              <c:pt idx="9">
                <c:v>3.0813763520663837</c:v>
              </c:pt>
              <c:pt idx="10">
                <c:v>3.22371277535943</c:v>
              </c:pt>
              <c:pt idx="11">
                <c:v>2.5985107316421474</c:v>
              </c:pt>
              <c:pt idx="12">
                <c:v>2.669660977979574</c:v>
              </c:pt>
              <c:pt idx="13">
                <c:v>3.112286027185245</c:v>
              </c:pt>
              <c:pt idx="14">
                <c:v>2.882569151901281</c:v>
              </c:pt>
              <c:pt idx="15">
                <c:v>2.6750904350590408</c:v>
              </c:pt>
              <c:pt idx="16">
                <c:v>2.733313188650229</c:v>
              </c:pt>
              <c:pt idx="17">
                <c:v>2.3900165034823386</c:v>
              </c:pt>
              <c:pt idx="18">
                <c:v>3.082123951961003</c:v>
              </c:pt>
              <c:pt idx="19">
                <c:v>2.5930209235521224</c:v>
              </c:pt>
              <c:pt idx="20">
                <c:v>3.281294217656954</c:v>
              </c:pt>
              <c:pt idx="21">
                <c:v>2.96472077669602</c:v>
              </c:pt>
              <c:pt idx="22">
                <c:v>2.5682824882225614</c:v>
              </c:pt>
              <c:pt idx="23">
                <c:v>2.8505765528618676</c:v>
              </c:pt>
              <c:pt idx="24">
                <c:v>2.481360845340084</c:v>
              </c:pt>
              <c:pt idx="25">
                <c:v>2.4937599507610306</c:v>
              </c:pt>
              <c:pt idx="26">
                <c:v>2.584551497877367</c:v>
              </c:pt>
              <c:pt idx="27">
                <c:v>2.8675785153809725</c:v>
              </c:pt>
              <c:pt idx="28">
                <c:v>2.7267628365596277</c:v>
              </c:pt>
              <c:pt idx="29">
                <c:v>2.9970216729765133</c:v>
              </c:pt>
            </c:numLit>
          </c:yVal>
        </c:ser>
        <c:ser>
          <c:idx val="3"/>
          <c:order val="3"/>
          <c:tx>
            <c:v>中位數</c:v>
          </c:tx>
          <c:spPr>
            <a:solidFill xmlns:a="http://schemas.openxmlformats.org/drawingml/2006/main">
              <a:srgbClr val="173042"/>
            </a:solidFill>
            <a:ln xmlns:a="http://schemas.openxmlformats.org/drawingml/2006/main" w="0">
              <a:noFill/>
            </a:ln>
          </c:spPr>
          <c:marker>
            <c:symbol val="circle"/>
            <c:size val="13"/>
            <c:spPr>
              <a:noFill xmlns:a="http://schemas.openxmlformats.org/drawingml/2006/main"/>
            </c:spPr>
          </c:marker>
          <c:xVal>
            <c:numLit>
              <c:formatCode>General</c:formatCode>
              <c:ptCount val="3"/>
              <c:pt idx="0">
                <c:v>0.2</c:v>
              </c:pt>
              <c:pt idx="1">
                <c:v>0.35</c:v>
              </c:pt>
              <c:pt idx="2">
                <c:v>0.45</c:v>
              </c:pt>
            </c:numLit>
          </c:xVal>
          <c:yVal>
            <c:numLit>
              <c:formatCode>#,##0</c:formatCode>
              <c:ptCount val="3"/>
              <c:pt idx="0">
                <c:v>1.0623626995378725</c:v>
              </c:pt>
              <c:pt idx="1">
                <c:v>1.8012290423155075</c:v>
              </c:pt>
              <c:pt idx="2">
                <c:v>2.834969409243743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0E5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Shannon 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</c:valAx>
      <c:valAx>
        <c:axId val="48650112"/>
        <c:scaling>
          <c:orientation val="minMax"/>
          <c:max val="0.5"/>
          <c:min val="0.1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042"/>
                    </a:solidFill>
                    <a:latin typeface="Arial Unicode MS"/>
                    <a:ea typeface="Arial Unicode MS"/>
                    <a:cs typeface="Arial Unicode MS"/>
                  </a:rPr>
                  <a:t>自然死亡機率 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04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0.00"/>
        <c:majorTickMark val="none"/>
        <c:minorTickMark val="none"/>
        <c:tickLblPos val="low"/>
        <c:spPr>
          <a:ln xmlns:a="http://schemas.openxmlformats.org/drawingml/2006/main" w="9525">
            <a:solidFill>
              <a:srgbClr val="65758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majorUnit val="0.05"/>
      </c:valAx>
      <c:spPr>
        <a:solidFill xmlns:a="http://schemas.openxmlformats.org/drawingml/2006/main">
          <a:srgbClr val="FCFBF8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173042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CFBF8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E9FE26-9061-4B02-8D95-B67313E5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腫瘤模擬程式的設計與數學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BAE7E-26C7-4196-A01F-2F19FD14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BME 6120　程式實作、狀態轉移與模擬結果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3D6439-E148-4265-8137-B04BB92E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57323B-BB81-4298-84F5-5597AA9D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一代更新：存活、分裂，再讓子代突變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EEDFB-A98A-4452-933B-E05D18C1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5775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閱讀順序：資料表示 → 更新規則 → 統計與證據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4DBB7-9CD8-45BE-A60C-4B1A2D3C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程式以基因型計數模擬同步世代，參數為教學假設。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ab5c5eb684300"/>
          <a:stretch xmlns:a="http://schemas.openxmlformats.org/drawingml/2006/main"/>
        </p:blipFill>
        <p:spPr>
          <a:xfrm xmlns:a="http://schemas.openxmlformats.org/drawingml/2006/main">
            <a:off x="666750" y="3529823"/>
            <a:ext cx="10810875" cy="75085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235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52836-CCD0-40D5-A8E3-D5959D11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負荷下降之後，為何又回升？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BFB1B8-CEE1-420C-B815-28952807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主治療情境的 30 次試驗，先提出需要解釋的現象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165FA-98C0-4121-B755-040C4517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d3c5a6a6a94b2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B74F09-5379-4B59-BA98-21B8BFF8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71750"/>
            <a:ext cx="2286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負荷下降</a:t>
            </a:r>
          </a:p>
          <a:p xmlns:a="http://schemas.openxmlformats.org/drawingml/2006/main">
            <a:pPr algn="l">
              <a:defRPr sz="22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組成如何改變？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94BE64-9686-4244-B9D6-471A393C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33875"/>
            <a:ext cx="2286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用程式規則</a:t>
            </a:r>
          </a:p>
          <a:p xmlns:a="http://schemas.openxmlformats.org/drawingml/2006/main">
            <a:pPr algn="l">
              <a:def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建立機制解釋</a:t>
            </a:r>
          </a:p>
          <a:p xmlns:a="http://schemas.openxmlformats.org/drawingml/2006/main">
            <a:pPr algn="l">
              <a:def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再回到結果驗證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F668A-071D-4E30-B374-783D0137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先看現象，再讀實作與數學，最後用完整圖組檢查解釋。</a:t>
            </a:r>
          </a:p>
        </p:txBody>
      </p:sp>
    </p:spTree>
    <p:extLst>
      <p:ext uri="{BB962C8B-B14F-4D97-AF65-F5344CB8AC3E}">
        <p14:creationId xmlns:p14="http://schemas.microsoft.com/office/powerpoint/2010/main" val="18534518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55390-4A52-4786-8A82-6DB25A6C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程式架構：核心模擬與實驗分析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08EA5-7020-462C-9E64-E58BBE84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每個函數解決一個明確問題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A4075-E813-47BC-8024-575D86B2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08429D-47FA-4999-AF7A-227AAC1C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2238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Config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參數與驗證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DF1F9-E50D-43E7-9444-3DE3A4B9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76450"/>
            <a:ext cx="2762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simulate()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一條隨機路徑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513BA6-0FBE-4AB4-9FEF-26BBFB6E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76450"/>
            <a:ext cx="3429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Result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摘要與完整快照</a:t>
            </a:r>
          </a:p>
        </p:txBody>
      </p:sp>
      <p:cxnSp>
        <p:nvCxnSpPr>
          <p:cNvPr id="1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905125" y="2505075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57580"/>
            </a:solidFill>
            <a:tailEnd type="triangle" w="med" len="med"/>
          </a:ln>
        </p:spPr>
      </p:cxnSp>
      <p:cxnSp>
        <p:nvCxnSpPr>
          <p:cNvPr id="1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5050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57580"/>
            </a:solidFill>
            <a:tailEnd type="triangl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AA0750-212B-4249-9FF8-24C98B71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60483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表型與機率</a:t>
            </a:r>
          </a:p>
          <a:p xmlns:a="http://schemas.openxmlformats.org/drawingml/2006/main">
            <a:pPr algn="l">
              <a:def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driver_count / suppressor_loss</a:t>
            </a:r>
          </a:p>
          <a:p xmlns:a="http://schemas.openxmlformats.org/drawingml/2006/main">
            <a:pPr algn="l">
              <a:def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growth_probabilities / il11_environment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AAD20A-390F-47AC-8658-8EA2B740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29000"/>
            <a:ext cx="4333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多次試驗與結果</a:t>
            </a:r>
          </a:p>
          <a:p xmlns:a="http://schemas.openxmlformats.org/drawingml/2006/main">
            <a:pPr algn="l">
              <a:def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main / plot_therapy_ensemble</a:t>
            </a:r>
          </a:p>
          <a:p xmlns:a="http://schemas.openxmlformats.org/drawingml/2006/main">
            <a:pPr algn="l">
              <a:def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therapy_outcome / run_comparisons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4C284-4AAF-481C-AF31-C6D535A0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核心模擬決定資料如何生成，分析函數決定如何解讀資料。</a:t>
            </a:r>
          </a:p>
        </p:txBody>
      </p:sp>
    </p:spTree>
    <p:extLst>
      <p:ext uri="{BB962C8B-B14F-4D97-AF65-F5344CB8AC3E}">
        <p14:creationId xmlns:p14="http://schemas.microsoft.com/office/powerpoint/2010/main" val="18743001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D349B-2805-4578-B0A2-11F5B95B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Config：把假設變成可檢查的參數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8CE0A6-EF09-4E99-B844-EC9B7EC6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設定集中管理，避免各函數使用不同規則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11F3D8-9D06-413D-ACE0-89B27D48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37C15-999E-4C43-AB20-589E384E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@dataclass(frozen=True)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class Config: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n_genes: int = 20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driver_genes: tuple[int, ...] = (0, 1, 2)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mutation_rate: float = 0.001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death_rate: float = 0.30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driver_death_reduction: float = 0.08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triple_probability: float = 0.04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driver_triple_bonus: float = 0.12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max_cells: int = 1_000_000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45295-25A0-41F1-91F5-FBA996F0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frozen=True 保護本次設定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replace() 建立新實驗條件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BCDC65-88AF-4E27-8B24-A94D37BF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μ 是每個未突變位元的機率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q 是存活後產生三子代的機率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B48A0B-51A8-451B-A346-BEB50B23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max_cells 是計算停止門檻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不代表腫瘤承載量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835130-CC3F-419F-985B-6DF14DBE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7b30954104218"/>
          <a:stretch xmlns:a="http://schemas.openxmlformats.org/drawingml/2006/main"/>
        </p:blipFill>
        <p:spPr>
          <a:xfrm xmlns:a="http://schemas.openxmlformats.org/drawingml/2006/main">
            <a:off x="685800" y="5238750"/>
            <a:ext cx="10772775" cy="61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887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339A7C-CD2E-4BAD-85AE-62B683EF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population：稀疏字典表示整個腫瘤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ECBA3-8086-45ED-8EB7-728BBE5A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字典鍵是基因型整數，值是具有該基因型的細胞數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E9C23-42B3-43A1-B3D0-68AF8791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7ED30-ACB9-4BDC-883E-14079D4D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rng = np.random.default_rng(seed)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population = {0: config.initial_cells}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for generation in range(config.generations + 1):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row = summarize(population, generation, config)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history.append(row)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populations.append(dict(population))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FE918F-CE2F-42BC-B0B7-BF1358E7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{0: 100} 表示 100 個全未突變細胞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525D09-F979-422C-AD31-144E2538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history 保存逐代摘要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populations 保存字典副本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66743-14E6-4627-9A5A-4FB6EC5D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只儲存實際出現的基因型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不必配置 2²² 個空欄位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50E96-A700-4A20-B584-12BF05C3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d355f78d324b87"/>
          <a:stretch xmlns:a="http://schemas.openxmlformats.org/drawingml/2006/main"/>
        </p:blipFill>
        <p:spPr>
          <a:xfrm xmlns:a="http://schemas.openxmlformats.org/drawingml/2006/main">
            <a:off x="3477292" y="4953000"/>
            <a:ext cx="5189792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7158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1FC254-A793-4BC3-BAEA-E20534E8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Bitmask：用位元檢查基因是否突變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6919E5-6139-4E57-8616-CB4E8856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 &lt;&lt; g 選取第 g 位，AND 檢查，OR 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198BFB-D95A-4546-8164-621EC598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946D5E-A8F4-43D0-B288-9D53E774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return sum(bool(genotype &amp; (1 &lt;&lt; g)) for g in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config.driver_genes)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378C7F-86DE-446F-B232-43539577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第 3 位的遮罩為 1 &lt;&lt; 3 = 8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抗藥細胞滿足 genotype &amp; 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E1D639-1A27-47FE-AB2A-F1056807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例：9 = 00001001₂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第 0 與第 3 位已突變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BC15E1-AFAE-44B5-9807-DE8F3D1B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driver_count 計數 oncogene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抗藥與 driver 表型分開判定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545C4-69BF-4292-AFAB-279685C5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35349ab337499d"/>
          <a:stretch xmlns:a="http://schemas.openxmlformats.org/drawingml/2006/main"/>
        </p:blipFill>
        <p:spPr>
          <a:xfrm xmlns:a="http://schemas.openxmlformats.org/drawingml/2006/main">
            <a:off x="2419350" y="5238750"/>
            <a:ext cx="7305675" cy="61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9138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4B118B-E2E4-4F09-B2DD-39C2D8D0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TSG：two-hit 必須擊中同一基因的兩個等位基因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68F34-7D61-46D8-8B14-4FF52F28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20 個基因座，兩個 TSG 各增加第二等位基因位元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966A5-D4AA-4667-B4CD-7DA7C047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95F58-2F9C-484F-ADBF-06EC8AD0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second = config.n_genes +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config.suppressor_genes.index(gene)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return int(bool(genotype &amp; (1 &lt;&lt; gene))) +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int(bool(genotype &amp; (1 &lt;&lt; second)))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return any(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suppressor_alleles(genotype, gene, config) &gt;=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config.suppressor_hits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for gene in config.suppressor_genes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54764-6FD4-4B2E-9A3F-753796DA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TSG gene 4：位元 4 與 20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TSG gene 5：位元 5 與 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6819FC-505D-4FFF-ACE9-AAF86355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two-hit：同一基因有兩擊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不同基因各一擊尚未達標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6001C-B4F8-48C0-B7E8-398C515A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any() 表示任一 TSG 達標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每類優勢只加入一次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9A0F8-A248-45C0-B79F-9CEBB684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c9ca15984442d6"/>
          <a:stretch xmlns:a="http://schemas.openxmlformats.org/drawingml/2006/main"/>
        </p:blipFill>
        <p:spPr>
          <a:xfrm xmlns:a="http://schemas.openxmlformats.org/drawingml/2006/main">
            <a:off x="2440781" y="5238750"/>
            <a:ext cx="7262813" cy="61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9387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A33243-22DB-4F6C-80D2-8BA40101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growth_probabilities：表型如何改變生長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C5223-86EA-4843-9465-D430434A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Oncogene 與 TSG 優勢可相加，IL11 降低共享死亡率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B6B98-778C-4571-BE7A-B377F78A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D0F1A-3400-439F-89BC-F7250B18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oncogene = driver_count(genotype, config) &gt;=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config.driver_hits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suppressor = suppressor_loss(genotype, config)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death = max(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0,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config.death_rate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- config.driver_death_reduction * oncogene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- config.suppressor_death_reduction * suppressor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- shared_benefit,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triple = (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config.triple_probability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+ config.driver_triple_bonus * oncogene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+ config.suppressor_triple_bonus * suppressor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defRPr sz="1200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return death, triple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62799-B32F-4ABB-B8C5-8EBD8C61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I_O：oncogene 是否達門檻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I_T：任一 TSG 是否達門檻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ED541-080A-4910-AC07-8464899B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death 自然死亡率至少為 0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triple 是存活條件下的機率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8B0E1-B3C8-4E65-977A-7548079F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基準 (d,q)=(0.30,0.04)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兩類達標時 (0.14,0.28)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F2F80-88A2-452B-AA32-DEA554C0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be4c0c3fc6491e"/>
          <a:stretch xmlns:a="http://schemas.openxmlformats.org/drawingml/2006/main"/>
        </p:blipFill>
        <p:spPr>
          <a:xfrm xmlns:a="http://schemas.openxmlformats.org/drawingml/2006/main">
            <a:off x="666750" y="5322652"/>
            <a:ext cx="10810875" cy="45132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9809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07A06-C378-44E2-81A0-BF029FF2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il11_environment：當前族群形成下一代共享環境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3B2C9-4491-4F5F-AE3E-B28CE192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本代生產者比例決定 b，所有基因型共同受益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126E14-8E9D-4CFB-9B65-443BFEB9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3A391-5095-469F-AD58-95633061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total = sum(population.values())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if not config.il11_enabled or total == 0: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return 0.0, 0.0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fraction = (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sum(n for g, n in population.items() if g &amp; (1 &lt;&lt;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config.il11_gene)) / total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benefit = (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config.il11_max_death_reduction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* fraction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/ (config.il11_half_fraction + fraction)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return fraction, benefit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23CE8-6557-45B0-9232-DDFECE23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f = IL11⁺ 細胞數 / 總細胞數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關閉或滅絕時回傳 (0,0)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152E9C-4761-42A6-9294-7357CFFC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f=2% 時 b=0.03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基準死亡率由 30% 降至 27%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49AA1C-2A0A-4179-94B5-8ADF92D2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先計算環境，再更新子代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本代新突變從下次轉移起作用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0AA2A-3A8C-4D46-8BB7-60E94292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8904c2c35c407d"/>
          <a:stretch xmlns:a="http://schemas.openxmlformats.org/drawingml/2006/main"/>
        </p:blipFill>
        <p:spPr>
          <a:xfrm xmlns:a="http://schemas.openxmlformats.org/drawingml/2006/main">
            <a:off x="3728996" y="4953000"/>
            <a:ext cx="4686383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3283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7CB4AF-5674-4726-881F-E98B6B98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simulate：一代更新的完整順序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930E4-E9FB-44A0-A980-4060CDB1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先記錄與檢查，再繁殖與突變，最後更換族群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0FC3B3-83F0-4A93-9783-05D0D2A7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DCA8C-496D-4B2A-BA39-06D16767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20478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記錄 Sₜ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摘要與快照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319A09-9D41-49E4-AABE-4625241E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38375"/>
            <a:ext cx="20478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停止檢查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決定是否推進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325B9-D157-4178-90D8-638EFCE3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20478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治療與 IL11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本次環境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D0B34-072A-4DF5-AFA5-32ECED31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38375"/>
            <a:ext cx="20478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父細胞抽樣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存活與分裂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537BBA-E317-4773-8684-C40DE8D0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38375"/>
            <a:ext cx="20478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子代突變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合併與替換</a:t>
            </a:r>
          </a:p>
        </p:txBody>
      </p: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833688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57580"/>
            </a:solidFill>
            <a:tailEnd type="triangle" w="med" len="med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00625" y="2833688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57580"/>
            </a:solidFill>
            <a:tailEnd type="triangle" w="med" len="med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334250" y="2833688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57580"/>
            </a:solidFill>
            <a:tailEnd type="triangle" w="med" len="med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667875" y="2833688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57580"/>
            </a:solidFill>
            <a:tailEnd type="triangle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15F5CC-C60B-47B3-A158-777AF3CC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第 0 代也會記錄。世代更新使用全新 offspring，不把父代再加回去。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250e8d0d3c406b"/>
          <a:stretch xmlns:a="http://schemas.openxmlformats.org/drawingml/2006/main"/>
        </p:blipFill>
        <p:spPr>
          <a:xfrm xmlns:a="http://schemas.openxmlformats.org/drawingml/2006/main">
            <a:off x="666750" y="4040817"/>
            <a:ext cx="10858500" cy="77661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67173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55785D-F9F6-4390-AEF4-53458424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停止條件：記錄最後一代，保留停止原因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ED62C-19E1-43ED-AA0E-E497E2E8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優先序為滅絕、取樣目標、計算上限、觀察代數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06C5A2-788B-48A3-94CC-2872C81E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88559-3D0B-4B32-9664-8A3FB5BE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if row["total"] == 0: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stop_reason = "extinction"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break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if target_size is not None and row["total"] &gt;=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target_size: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stop_reason = "target_reached"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break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if row["total"] &gt;= config.max_cells: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stop_reason = "cell_limit"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break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if generation == config.generations: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break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70EA9-9811-4A63-8715-78E63BD2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滅絕：族群確實已變成 0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之後細胞數可延續為 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A33F2-4EA6-4761-966D-C2E06726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達 max_cells：停止觀察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該代完整保留，之後是缺失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80810-CC8F-4AB3-8527-5DEE104E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target_size 用於等大小比較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允許跨門檻時 overshoot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AE8AD-24F7-4D0D-907C-DD0D0796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e5e1cdec3c4da2"/>
          <a:stretch xmlns:a="http://schemas.openxmlformats.org/drawingml/2006/main"/>
        </p:blipFill>
        <p:spPr>
          <a:xfrm xmlns:a="http://schemas.openxmlformats.org/drawingml/2006/main">
            <a:off x="1271004" y="5238750"/>
            <a:ext cx="9602368" cy="61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203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056071-96DE-4AC1-9C8C-FDCAFBA3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治療開關：首次達門檻後持續作用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59010E-DC06-4AA8-86A2-8146BCBB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therapy_generation 同時保存啟動代數與控制狀態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79B5E-4646-4BBA-A04A-998667EF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ADD28-38E6-4312-B01E-0E46BEAE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if (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therapy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and therapy_generation is None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and row["total"] &gt;= config.therapy_start_size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):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therapy_generation = generation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therapy_on = True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for genotype, count in population.items():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if therapy_on: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if genotype &amp; (1 &lt;&lt; config.resistance_gene):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    kill = config.resistant_therapy_kill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else: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    kill = config.sensitive_therapy_kill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death = 1 - (1 - death) * (1 - kill)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E7936-85F8-4284-97AA-3439A559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None 表示尚未啟動治療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達 20,000 時記錄當前代數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B1016F-0D30-4A5B-9BEE-85C822F6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存活機率先乘自然存活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再乘治療下的存活機率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7D50B6-B3A3-40C6-AC44-F2CD8DDD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敏感 k=0.90，抗藥 k=0.04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治療改變存活，不改變 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A19477-4230-4598-B954-1BF212D4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97cb344bc467b"/>
          <a:stretch xmlns:a="http://schemas.openxmlformats.org/drawingml/2006/main"/>
        </p:blipFill>
        <p:spPr>
          <a:xfrm xmlns:a="http://schemas.openxmlformats.org/drawingml/2006/main">
            <a:off x="666750" y="5259133"/>
            <a:ext cx="10810875" cy="5783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5858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98331-8CF7-473F-9ACA-BECD38D4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狀態機：治療的歷史不能只看當前總量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02FE85-16B9-4C18-A8EC-0B00FB32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相同負荷可能代表未治療，也可能已治療後下降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09347-D4C8-4BC0-8272-71C15DA7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A4A10D-F219-4428-ACB7-7B04DBDC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未治療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A = 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8FAEDB-49BD-47D8-94EC-3C69D7FE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14288">
            <a:solidFill>
              <a:srgbClr val="236B8E"/>
            </a:solidFill>
          </a:ln>
        </p:spPr>
        <p:txBody>
          <a:bodyPr xmlns:a="http://schemas.openxmlformats.org/drawingml/2006/main" lIns="85725" tIns="47625" rIns="8572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持續治療</a:t>
            </a:r>
          </a:p>
          <a:p xmlns:a="http://schemas.openxmlformats.org/drawingml/2006/main">
            <a:pPr algn="ctr">
              <a:def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A = 1</a:t>
            </a:r>
          </a:p>
        </p:txBody>
      </p:sp>
      <p:cxnSp>
        <p:nvCxnSpPr>
          <p:cNvPr id="1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905250" y="2857500"/>
            <a:ext cx="419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57580"/>
            </a:solidFill>
            <a:tailEnd type="triangle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EF49C-4F28-4F78-AF18-DCEA98AF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907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therapy 開啟且 T ≥ 20,000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068DF7-DF33-496E-ACC0-36959EC6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低於門檻時維持 A=0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CA21C3-598B-44A7-9F62-F9975047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下降後仍維持 A=1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350BC9-1306-42DD-9170-03EB2F0E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未停止時才執行轉移。停止條件與治療狀態分別控制觀察與生長。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05a95390ca4eb7"/>
          <a:stretch xmlns:a="http://schemas.openxmlformats.org/drawingml/2006/main"/>
        </p:blipFill>
        <p:spPr>
          <a:xfrm xmlns:a="http://schemas.openxmlformats.org/drawingml/2006/main">
            <a:off x="2461490" y="4810125"/>
            <a:ext cx="7269020" cy="71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233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27BCB4-94F9-4777-967C-93FFEE47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父代抽樣：兩次 Binomial 產生整批子代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E51741-C532-4F8D-A672-027A5DD3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一個基因型有 n 個父細胞，批次處理而不逐細胞迴圈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FD515-C2A2-4291-9C82-3356CA4A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B87297-0250-4875-AF28-73C145C5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death, triple = growth_probabilities(genotype, config,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shared_benefit)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survivors = int(rng.binomial(count, 1 - death))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triples = int(rng.binomial(survivors, triple))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n = 2 * survivors + triples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if n: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offspring[genotype] = 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6D479A-D667-4F5E-B988-E21A0A8F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survivors = 存活父細胞 U_g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以 n_g 和 1−δ_g 抽樣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540D98-2A9E-425B-9B95-BC0F2D9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triples = 三子代事件 V_g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只在 survivors 中抽樣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2CBD2-9FBA-4F66-8D7D-6D7B984F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n = 2U_g + V_g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父代被新子代取代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35CE8-3C26-48AF-ABE6-32A69FA6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33fe48e3d49fd"/>
          <a:stretch xmlns:a="http://schemas.openxmlformats.org/drawingml/2006/main"/>
        </p:blipFill>
        <p:spPr>
          <a:xfrm xmlns:a="http://schemas.openxmlformats.org/drawingml/2006/main">
            <a:off x="666750" y="5287924"/>
            <a:ext cx="10810875" cy="5207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8081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30FF1E-374C-4607-B3D0-BF6A0D0D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數值例子：基準細胞平均產生 1.428 個子代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92B026-610D-467C-9C8F-7971390C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先把存活和分裂機率結合，再理解生長或萎縮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896EB-3066-406B-8EB7-A4E9E57E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1047750" y="2076450"/>
          <a:ext xmlns:a="http://schemas.openxmlformats.org/drawingml/2006/main" cx="10096500" cy="14763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524125"/>
                <a:gridCol w="2524125"/>
                <a:gridCol w="2524125"/>
                <a:gridCol w="2524125"/>
              </a:tblGrid>
              <a:tr h="738188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3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子代 B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3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3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3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738188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3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機率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3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0.300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3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0.672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3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0.028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666750" y="4953000"/>
          <a:ext xmlns:a="http://schemas.openxmlformats.org/drawingml/2006/main" cx="10858500" cy="857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714625"/>
                <a:gridCol w="2714625"/>
                <a:gridCol w="2714625"/>
                <a:gridCol w="2714625"/>
              </a:tblGrid>
              <a:tr h="428625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基準細胞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未治療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治療下敏感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治療下抗藥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428625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每父細胞期望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1.428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0.1428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1.37088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f12ab25d146c6"/>
          <a:stretch xmlns:a="http://schemas.openxmlformats.org/drawingml/2006/main"/>
        </p:blipFill>
        <p:spPr>
          <a:xfrm xmlns:a="http://schemas.openxmlformats.org/drawingml/2006/main">
            <a:off x="1801091" y="3876675"/>
            <a:ext cx="8589818" cy="762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4987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B829DD-58AC-4C41-A00E-31B7434E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mutate_offspring：逐位元拆分子代計數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62EF6-1B6C-4F8B-8F18-1A7B9EB1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每輪只替尚未突變的位元抽樣，允許同代多位元突變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A3C84C-FFB3-451C-B385-693973A6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83EF1-0A09-4147-B40E-0D8EBB20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population = dict(population)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for gene in range(config.n_genes +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len(config.suppressor_genes)):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bit = 1 &lt;&lt; gene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updated = dict(population)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for genotype, count in population.items():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if genotype &amp; bit: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    continue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mutants = int(rng.binomial(count,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config.mutation_rate))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DF3A11-6C39-41AA-AE33-45F36B96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mutants ~ Binomial(count, μ)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一次抽出該類的突變細胞數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DC5BB9-42A2-4546-972D-88F79EA1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genotype | bit 設定新位元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get(...,0) 合併相同基因型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3A7553-212D-4C1A-AD17-FA0CA66D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依序遍歷全部 22 個位元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本輪新類型下輪可再突變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53F740-3E66-4707-8C68-954AD957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e59af55f904670"/>
          <a:stretch xmlns:a="http://schemas.openxmlformats.org/drawingml/2006/main"/>
        </p:blipFill>
        <p:spPr>
          <a:xfrm xmlns:a="http://schemas.openxmlformats.org/drawingml/2006/main">
            <a:off x="2840831" y="5238750"/>
            <a:ext cx="6462713" cy="61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30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068F00-F47C-400A-92A1-80047F18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突變守恆：重新分類細胞，不創造額外細胞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6C24E4-1DD5-47E8-B06E-034F277B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舊類型移出 X 個，新類型加入同樣的 X 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7D6EC8-E58E-4372-ACA4-DCF9F38F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0E7D9-0CEA-4D0D-AD90-7BBF6277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if mutants: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    updated[genotype] -= mutants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    updated[genotype | bit] =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updated.get(genotype | bit, 0) + mutants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population = {g: n for g, n in updated.items() if n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&gt; 0}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return population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51023F-8D60-4BCD-BB19-A8185418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例：100 個 g=0，抽到 2 個突變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結果為 {0:98, 8:2}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A3E3EB-852F-4FBD-BC8C-E236B7A3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刪除 count=0 的項目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維持稀疏字典與正計數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9B20F-96D6-4742-878D-9331CF08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守恆只適用於突變階段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存活與分裂會改變總數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589A52-F03C-44CD-9037-8CFC7F48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402a1c84d4923"/>
          <a:stretch xmlns:a="http://schemas.openxmlformats.org/drawingml/2006/main"/>
        </p:blipFill>
        <p:spPr>
          <a:xfrm xmlns:a="http://schemas.openxmlformats.org/drawingml/2006/main">
            <a:off x="3087905" y="4953000"/>
            <a:ext cx="5968565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563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D1F459-3B98-4495-B054-DD5FFFD1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逐位元抽樣對應精確突變矩陣 Q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D5BBB-7426-46D1-BC46-55312473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Q 的列是父代基因型，欄是子代基因型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810DF-FE20-4E82-8914-60587240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01D5CB-B4FB-4301-96F1-1567E2B9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19625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程式逐位元抽樣，數學可用多項分布描述相同分布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F346B8-837B-4884-B1D6-ED5D700A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L=22。Q 每列總和為 1；它描述單個子代的突變，不是整個腫瘤轉移。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770595410748d9"/>
          <a:stretch xmlns:a="http://schemas.openxmlformats.org/drawingml/2006/main"/>
        </p:blipFill>
        <p:spPr>
          <a:xfrm xmlns:a="http://schemas.openxmlformats.org/drawingml/2006/main">
            <a:off x="666750" y="2181597"/>
            <a:ext cx="10858500" cy="627907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9cad9761424be8"/>
          <a:stretch xmlns:a="http://schemas.openxmlformats.org/drawingml/2006/main"/>
        </p:blipFill>
        <p:spPr>
          <a:xfrm xmlns:a="http://schemas.openxmlformats.org/drawingml/2006/main">
            <a:off x="1179355" y="3362325"/>
            <a:ext cx="9833290" cy="857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52397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652E2-D98F-4B11-99D6-5026BE57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期望矩陣 M：繁殖能力乘上突變機率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3431A8-4915-4628-9859-AD78A4B9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M 記錄期望子代數，列總和為 m_g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34804-E83E-43C1-884E-E35C8B2B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1333500" y="3181350"/>
          <a:ext xmlns:a="http://schemas.openxmlformats.org/drawingml/2006/main" cx="9525000" cy="1809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175000"/>
                <a:gridCol w="3175000"/>
                <a:gridCol w="3175000"/>
              </a:tblGrid>
              <a:tr h="6032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治療下 M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敏感 S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抗藥 R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6032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敏感 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0.1426572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0.0001428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032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抗藥 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1.37088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047c187f2428e"/>
          <a:stretch xmlns:a="http://schemas.openxmlformats.org/drawingml/2006/main"/>
        </p:blipFill>
        <p:spPr>
          <a:xfrm xmlns:a="http://schemas.openxmlformats.org/drawingml/2006/main">
            <a:off x="666750" y="2081869"/>
            <a:ext cx="10858500" cy="636862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68a477af44c4d"/>
          <a:stretch xmlns:a="http://schemas.openxmlformats.org/drawingml/2006/main"/>
        </p:blipFill>
        <p:spPr>
          <a:xfrm xmlns:a="http://schemas.openxmlformats.org/drawingml/2006/main">
            <a:off x="2243341" y="5143500"/>
            <a:ext cx="7705319" cy="61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812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A94F92-77E1-4371-828E-FCFC8B69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完整 Markov 狀態：細胞組成加治療開關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57A1F-D9B7-47FB-94B3-219BBFC2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給定 Sₜ，下一代分布不再需要更早的族群歷史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D28E7-6FEA-46C2-8D4E-E4263F07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3BB06-4612-4077-87F3-D68D67A6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14875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相同 1,000 個細胞，抗藥組成不同，下一代分布不同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6A3A6-4F65-4BE3-B778-B90ADBFD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固定 Config 時，完整 P 可固定。程式直接抽樣，不枚舉所有完整狀態。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06fe4ff0554c97"/>
          <a:stretch xmlns:a="http://schemas.openxmlformats.org/drawingml/2006/main"/>
        </p:blipFill>
        <p:spPr>
          <a:xfrm xmlns:a="http://schemas.openxmlformats.org/drawingml/2006/main">
            <a:off x="666750" y="2266186"/>
            <a:ext cx="10858500" cy="706377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0519d8dea4989"/>
          <a:stretch xmlns:a="http://schemas.openxmlformats.org/drawingml/2006/main"/>
        </p:blipFill>
        <p:spPr>
          <a:xfrm xmlns:a="http://schemas.openxmlformats.org/drawingml/2006/main">
            <a:off x="922706" y="3476625"/>
            <a:ext cx="10346588" cy="762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37978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087DA9-AE7F-4B13-A35C-4BDDD96E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完整 P 的數學表示：單個父細胞的生成函數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59489-BB6A-442F-8AF0-62C7A809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死亡、二子代、三子代與突變，合併成一個轉移規則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7C9B7-386A-4869-BE4D-F9C899FC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19332-C1E5-4BFE-BFFD-8E9BFF40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δ_g：死亡　　u²：兩個子代　　u³：三個子代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9FBA9-3F0A-4541-A130-E64B5A86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公式把 simulate() 與 mutate_offspring() 的抽樣規則一起寫下來。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b5c773d8c748c8"/>
          <a:stretch xmlns:a="http://schemas.openxmlformats.org/drawingml/2006/main"/>
        </p:blipFill>
        <p:spPr>
          <a:xfrm xmlns:a="http://schemas.openxmlformats.org/drawingml/2006/main">
            <a:off x="4870339" y="2066925"/>
            <a:ext cx="2451322" cy="7620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7ca40b19b4524"/>
          <a:stretch xmlns:a="http://schemas.openxmlformats.org/drawingml/2006/main"/>
        </p:blipFill>
        <p:spPr>
          <a:xfrm xmlns:a="http://schemas.openxmlformats.org/drawingml/2006/main">
            <a:off x="666750" y="3432047"/>
            <a:ext cx="10858500" cy="69875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5317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ED2682-55E4-44B5-96E1-D66466F9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完整 P 的數學表示：全族群生成函數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B2CDF-B129-411E-B5CD-E3337BC0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父細胞條件獨立，乘積的指定係數就是轉移機率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97A51C-71DE-4D70-98C9-195C6FE2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E3BFA0-D4BF-4796-95A3-F559ABDE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這是解析定義。直接儲存如此巨大的 P，成本遠高於批次抽樣。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8cdfd0a404463e"/>
          <a:stretch xmlns:a="http://schemas.openxmlformats.org/drawingml/2006/main"/>
        </p:blipFill>
        <p:spPr>
          <a:xfrm xmlns:a="http://schemas.openxmlformats.org/drawingml/2006/main">
            <a:off x="4556528" y="2095500"/>
            <a:ext cx="3078944" cy="7620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aabaeeef84035"/>
          <a:stretch xmlns:a="http://schemas.openxmlformats.org/drawingml/2006/main"/>
        </p:blipFill>
        <p:spPr>
          <a:xfrm xmlns:a="http://schemas.openxmlformats.org/drawingml/2006/main">
            <a:off x="2682240" y="3381375"/>
            <a:ext cx="6827520" cy="7620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f1cd92d75486e"/>
          <a:stretch xmlns:a="http://schemas.openxmlformats.org/drawingml/2006/main"/>
        </p:blipFill>
        <p:spPr>
          <a:xfrm xmlns:a="http://schemas.openxmlformats.org/drawingml/2006/main">
            <a:off x="4400929" y="4638675"/>
            <a:ext cx="3390142" cy="66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0410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91738-AF22-48E6-A736-11DF23D7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P 的數值例：把狀態縮小後就能列出矩陣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8F5586-D91F-4BF8-A084-12F35D6F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停用突變與治療，N≥4 的首次進入以 † 記帳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B215FB-ED94-4DB5-B39C-4B966F00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904875" y="2047875"/>
          <a:ext xmlns:a="http://schemas.openxmlformats.org/drawingml/2006/main" cx="10382250" cy="30956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730375"/>
                <a:gridCol w="1730375"/>
                <a:gridCol w="1730375"/>
                <a:gridCol w="1730375"/>
                <a:gridCol w="1730375"/>
                <a:gridCol w="1730375"/>
              </a:tblGrid>
              <a:tr h="515938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列／欄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†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515938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515938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0.30000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0.67200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0.02800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515938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0.09000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0.40320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0.01680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0.49000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515938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0.02700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0.18144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0.00756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0.78400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515938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†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100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ecc5681234d35"/>
          <a:stretch xmlns:a="http://schemas.openxmlformats.org/drawingml/2006/main"/>
        </p:blipFill>
        <p:spPr>
          <a:xfrm xmlns:a="http://schemas.openxmlformats.org/drawingml/2006/main">
            <a:off x="3999139" y="5286375"/>
            <a:ext cx="4193721" cy="571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66777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53C224-3BD6-4FB8-A1A3-50A9B435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為何 π 乘在 P 左側：列向量的加權平均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D04B6-3333-4E31-9B2C-B47CFA0A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每個下一步狀態，累加所有來源狀態的貢獻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61DF7C-66F3-4093-B90E-8FC4D99B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F1A06-4EC6-4039-B014-852D97BC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π 的項目是「整個族群處於各狀態的機率」，不是各基因型細胞比例。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2666996f294d1f"/>
          <a:stretch xmlns:a="http://schemas.openxmlformats.org/drawingml/2006/main"/>
        </p:blipFill>
        <p:spPr>
          <a:xfrm xmlns:a="http://schemas.openxmlformats.org/drawingml/2006/main">
            <a:off x="2989551" y="2095500"/>
            <a:ext cx="6212898" cy="85725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cd87d157e14e5b"/>
          <a:stretch xmlns:a="http://schemas.openxmlformats.org/drawingml/2006/main"/>
        </p:blipFill>
        <p:spPr>
          <a:xfrm xmlns:a="http://schemas.openxmlformats.org/drawingml/2006/main">
            <a:off x="2466569" y="3362325"/>
            <a:ext cx="7258863" cy="7620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20bc93508441f2"/>
          <a:stretch xmlns:a="http://schemas.openxmlformats.org/drawingml/2006/main"/>
        </p:blipFill>
        <p:spPr>
          <a:xfrm xmlns:a="http://schemas.openxmlformats.org/drawingml/2006/main">
            <a:off x="666750" y="4684481"/>
            <a:ext cx="10858500" cy="62276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71521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45FDF6-AB78-496A-8AE8-655FBF27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矩陣連乘描述所有路徑，不是一條模擬路徑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20F5F-33D5-4C27-8697-F4CCA1A9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P² 加總經過所有中間狀態的兩步轉移機率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AC1D8-8AB2-458B-B38E-4ADE0374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93D07-47F2-4CA2-8413-C07F723E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玩具例子的數字不能直接取代完整腫瘤的 P。單條路徑使用沿途機率乘積。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8e673c56444c1"/>
          <a:stretch xmlns:a="http://schemas.openxmlformats.org/drawingml/2006/main"/>
        </p:blipFill>
        <p:spPr>
          <a:xfrm xmlns:a="http://schemas.openxmlformats.org/drawingml/2006/main">
            <a:off x="3409879" y="2066925"/>
            <a:ext cx="5372243" cy="85725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ab992d53f4346"/>
          <a:stretch xmlns:a="http://schemas.openxmlformats.org/drawingml/2006/main"/>
        </p:blipFill>
        <p:spPr>
          <a:xfrm xmlns:a="http://schemas.openxmlformats.org/drawingml/2006/main">
            <a:off x="666750" y="3576496"/>
            <a:ext cx="10858500" cy="514632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79fc68fdb461c"/>
          <a:stretch xmlns:a="http://schemas.openxmlformats.org/drawingml/2006/main"/>
        </p:blipFill>
        <p:spPr>
          <a:xfrm xmlns:a="http://schemas.openxmlformats.org/drawingml/2006/main">
            <a:off x="4332682" y="4781550"/>
            <a:ext cx="3526636" cy="762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30784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0047-898E-4392-81D4-8F032D15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P、Q 與 M：三種矩陣回答不同問題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8C51AE-07F4-456C-8450-D3558093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索引不同，因此不能把它們互相替代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B09CEF-A20C-4B3A-9EF2-52B7AA47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66750" y="2047875"/>
          <a:ext xmlns:a="http://schemas.openxmlformats.org/drawingml/2006/main" cx="10858500" cy="23336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809750"/>
                <a:gridCol w="3476625"/>
                <a:gridCol w="3667125"/>
                <a:gridCol w="1905000"/>
              </a:tblGrid>
              <a:tr h="583406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矩陣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索引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元素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列總和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583406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完整族群狀態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下一步機率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583406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Q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父／子基因型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子代突變機率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583406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M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父／子基因型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期望子代數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20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m_g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91C33-0FCB-404E-B613-33644582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IL11 與治療使 M 隨當前狀態改變。完整 Markov 核 P 仍可保持固定。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b94d1aa9e84b34"/>
          <a:stretch xmlns:a="http://schemas.openxmlformats.org/drawingml/2006/main"/>
        </p:blipFill>
        <p:spPr>
          <a:xfrm xmlns:a="http://schemas.openxmlformats.org/drawingml/2006/main">
            <a:off x="666750" y="4942191"/>
            <a:ext cx="10858500" cy="54549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01842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994B2A-D1DC-47B3-9CBD-A25A669B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summarize：把基因型字典變成可畫圖的統計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A6DA09-B039-45B7-8D61-147F8B4D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統計只讀當前族群，與下一代抽樣分開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6D810-4ACF-4368-ACC8-03C05287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021ED-2AC6-4B67-A526-5BCF243A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total = sum(population.values())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fractions = np.array(list(population.values()),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dtype=float) / max(total, 1)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resistant = sum(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n for g, n in population.items() if g &amp; (1 &lt;&lt;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config.resistance_gene)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il11_fraction, shared_benefit =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il11_environment(population, config)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6CFAE-E17D-41CB-AEC5-C1BAEE23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total：總細胞數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resistant：抗藥位元為 1 的數量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649FC-817B-4FF8-A08B-1046BEDE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richness：不同基因型數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Shannon：考慮比例與均勻度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055CEA-A450-4221-9F33-E8091F2C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滅絕時比例避免除以 0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細胞數與比例的定義分開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50FD6A-E6A0-4422-BD06-D6566A0C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bc74dfd92a4494"/>
          <a:stretch xmlns:a="http://schemas.openxmlformats.org/drawingml/2006/main"/>
        </p:blipFill>
        <p:spPr>
          <a:xfrm xmlns:a="http://schemas.openxmlformats.org/drawingml/2006/main">
            <a:off x="2202211" y="4953000"/>
            <a:ext cx="7739953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26784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3FFA9B-8CD4-4A58-AC64-C84D9F5C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therapy_outcome：從 history 判讀復發事件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E35D3-8B1A-4C87-A932-1429E700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先低於治療起始負荷，再回到該負荷才算復發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9E156C-5878-4B50-A229-FDFB2CCF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30F97-FC9A-4519-ABC7-FE9EC675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start = result.therapy_generation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if start is None: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return dict(status="therapy_not_started",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nadir=None, relapse_generation=None)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baseline = result.history[start]["total"]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after = result.history[start + 1 :]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declined = False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relapse = None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for row in after: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declined |= row["total"] &lt; baseline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if declined and row["total"] &gt;= baseline: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relapse = row["generation"]</a:t>
            </a:r>
          </a:p>
          <a:p xmlns:a="http://schemas.openxmlformats.org/drawingml/2006/main">
            <a:pPr algn="l">
              <a:defRPr sz="138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38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break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61A8F-3D5A-466E-B8A6-CA389795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baseline 是開始治療時總量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不是固定寫死的 20,000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02EC5-57A6-4FC0-8FCB-78FCD498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declined 保存「曾下降」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relapse 是第一次回升代數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8F9297-D18D-4A0E-B6A9-6B74597D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未啟動、未觀察到復發與滅絕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保留不同 outcome 標記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8AC5AA-A8F9-4455-8241-AD6C29A5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1fa5096a844e5"/>
          <a:stretch xmlns:a="http://schemas.openxmlformats.org/drawingml/2006/main"/>
        </p:blipFill>
        <p:spPr>
          <a:xfrm xmlns:a="http://schemas.openxmlformats.org/drawingml/2006/main">
            <a:off x="666750" y="5251084"/>
            <a:ext cx="10810875" cy="59445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25847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CD47F9-A33E-48C2-9449-25E7ABD7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main：用獨立試驗建立可重現的實驗流程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96A2E-3FD4-4DD4-89E2-A4C496CA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同一 seed 重現同一路徑，不同 replicate 使用不同 seed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7B78D6-6612-4AD8-BFF4-A0B99192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3259CC-E76F-479B-8B49-45E8E11B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trials = [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simulate(config, args.seed + 100000 + rep) for rep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in range(args.replicates)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]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plot_therapy_ensemble(trials, args.output)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run_comparisons(config, args.replicates, args.seed,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args.output)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run_il11_comparison(config, args.replicates, args.seed,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args.output)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metadata = dict(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config=asdict(config),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seed=args.seed,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replicates=args.replicates,</a:t>
            </a:r>
          </a:p>
          <a:p xmlns:a="http://schemas.openxmlformats.org/drawingml/2006/main">
            <a:pPr algn="l">
              <a:defRPr sz="1286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286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therapy_seeds=[t.seed for t in trials],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53762-5CDD-4241-920B-2BE7B85F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治療組 seed=42+100000+rep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rep=0,…,29，共 30 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3BA4BF-930B-46F9-8B51-381775C3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Config、seed、套件版本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與 outcome 一起寫入 metadata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C919EE-C12B-4D0D-92FF-2A92F556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CSV 保留逐代和逐次資料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簡報圖可回溯到原始數字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894E27-0932-47AA-9449-EB296A98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699b526d742c4"/>
          <a:stretch xmlns:a="http://schemas.openxmlformats.org/drawingml/2006/main"/>
        </p:blipFill>
        <p:spPr>
          <a:xfrm xmlns:a="http://schemas.openxmlformats.org/drawingml/2006/main">
            <a:off x="2737562" y="5238750"/>
            <a:ext cx="6669251" cy="61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18469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1E3DC7-1145-4406-9098-3F026885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多次試驗統計：滅絕零值與停止缺失分開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914EAE-4754-4D73-B92F-50474DAB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後期曲線必須同時知道有效試驗數 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EEDD9-3BC0-43B8-B315-8BCB8B9B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9C24C-0131-456D-8DF2-2561024D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data = {k: np.full((len(trials), length), np.nan) for k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in keys}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if generation &gt;= len(trial.history) and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trial.stop_reason != "extinction":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    continue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row = trial.history[min(generation,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len(trial.history) - 1)]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total = row["total"]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for key, matrix in data.items():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v = matrix[:, generation]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    v = v[np.isfinite(v)]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D18B6B-1CAF-44A8-B079-1BE08AFD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資料矩陣先填 NaN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只寫入實際觀察或滅絕延續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4D40DA-4B94-42B8-857D-E16B5E22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計算上限之後維持 NaN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滅絕之後細胞數延續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02A9B-DAEB-4358-9682-C992AADC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比例只對仍活且有觀察的腫瘤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每代保留各指標有效 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21DFB-2CDF-4311-A5CD-96FA5BA3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f418d09484395"/>
          <a:stretch xmlns:a="http://schemas.openxmlformats.org/drawingml/2006/main"/>
        </p:blipFill>
        <p:spPr>
          <a:xfrm xmlns:a="http://schemas.openxmlformats.org/drawingml/2006/main">
            <a:off x="764238" y="5238750"/>
            <a:ext cx="10615899" cy="61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67229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E25B1C-710C-47D7-9CD7-2059DA3C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等大小取樣：避免跨門檻大小不同的混淆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49AF3-F237-45F1-9141-4333B84F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從首次達標的完整族群無放回抽取 5,000 個細胞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A9FE5B-4450-4A43-9A01-0D615E94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4DB31-8FD8-4D52-A961-AB701A77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191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if result.history[-1]["total"] &lt; size: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return None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pop = result.populations[-1]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counts = rng.multivariate_hypergeometric(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np.array(list(pop.values()), dtype=np.int64), size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sampled = {g: int(n) for g, n in zip(pop, counts) if n}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return summarize(sampled,</a:t>
            </a:r>
          </a:p>
          <a:p xmlns:a="http://schemas.openxmlformats.org/drawingml/2006/main">
            <a:pPr algn="l">
              <a:defRPr sz="1425" b="0">
                <a:solidFill>
                  <a:srgbClr val="173042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173042"/>
                </a:solidFill>
                <a:latin typeface="Menlo"/>
                <a:ea typeface="Menlo"/>
                <a:cs typeface="Menlo"/>
              </a:rPr>
              <a:t>    result.history[-1]["generation"], result.config)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56CC1-72E2-4F1D-B32D-3515EC5E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8597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不同死亡率達標代數不同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最後族群可能大於 5,000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68A17-17A1-4891-AF15-69CCB7AD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multivariate_hypergeometric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保留固定樣本總數且不放回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50CA7-D4BA-49FF-8B9A-3A126261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33825"/>
            <a:ext cx="4143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比較等大小樣本的 H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仍須注意達標時間與選擇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3DF216-F117-4C06-B1DC-7460F200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原始碼節錄，長行採視覺折行。省略註解與非核心行，詳細說明見備註。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1bd7c1cf04bf4"/>
          <a:stretch xmlns:a="http://schemas.openxmlformats.org/drawingml/2006/main"/>
        </p:blipFill>
        <p:spPr>
          <a:xfrm xmlns:a="http://schemas.openxmlformats.org/drawingml/2006/main">
            <a:off x="1718196" y="4953000"/>
            <a:ext cx="8707983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98404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55681-2933-4110-B95B-D7AAF5CE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test_modeling_cancer.py：測試生物語意與不變量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2FEA7-24CC-4F82-A886-ABE1812A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測試回答「程式是否實作了預定的模型」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EADA9-7F9F-431E-9BB7-FDDB64FF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66750" y="2047875"/>
          <a:ext xmlns:a="http://schemas.openxmlformats.org/drawingml/2006/main" cx="10858500" cy="3238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190750"/>
                <a:gridCol w="4333875"/>
                <a:gridCol w="4333875"/>
              </a:tblGrid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檢查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期望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防止的錯誤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TSG 語意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不同基因各一擊不算兩擊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把 one-hit 和 two-hit 混淆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突變守恆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前後總細胞數相同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分類時重複或遺失細胞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獨立等位基因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0/1/2 擊約 0.64/0.32/0.04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同代多突變處理錯誤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IL11、截尾、seed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共享效益、缺失、重現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環境時序與統計語意錯誤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f58c21ff0f40af"/>
          <a:stretch xmlns:a="http://schemas.openxmlformats.org/drawingml/2006/main"/>
        </p:blipFill>
        <p:spPr>
          <a:xfrm xmlns:a="http://schemas.openxmlformats.org/drawingml/2006/main">
            <a:off x="1137809" y="5381625"/>
            <a:ext cx="9916383" cy="523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35130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77EEFD-EB80-4AC0-B546-2B1D2336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實驗設計：每張結果圖對應不同控制條件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2CDFD-0A89-48C5-ACD2-2F3BA19F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程式的參數與取樣方式決定可以比較什麼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D5855-39BE-4BC2-A02C-2172F21D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66750" y="20478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238375"/>
                <a:gridCol w="3762375"/>
                <a:gridCol w="4857750"/>
              </a:tblGrid>
              <a:tr h="6667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問題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改變條件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固定條件／比較方式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6667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治療與復發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族群達門檻後啟動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two-hit、IL11 OFF、30 次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667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TSG 門檻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one-hit / two-hit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無治療、18 代、每組 30 次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667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IL11 共享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ON / OFF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無治療、同位點、每組 30 次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667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多樣性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d=0.20 / 0.35 / 0.45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每次取 5,000 細胞、每組 30 次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0F0DFB-BC16-4431-839B-47FF2C8C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下一頁開始以實際模擬結果檢查上述程式規則的表現。</a:t>
            </a:r>
          </a:p>
        </p:txBody>
      </p:sp>
    </p:spTree>
    <p:extLst>
      <p:ext uri="{BB962C8B-B14F-4D97-AF65-F5344CB8AC3E}">
        <p14:creationId xmlns:p14="http://schemas.microsoft.com/office/powerpoint/2010/main" val="142261790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DC11DF-347C-474B-AACE-FD4FB083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治療能降低負荷，能否持續控制？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A1BFDE-535F-4A49-8F66-319EDB83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先看總量，再追問族群組成與變異的來源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891A5E-28B8-4DDE-A752-A56A625A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1E895-71B0-462D-87F1-7CCBF4BD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8600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負荷下降後為何再增長？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AA180F-5C6C-423F-9661-2B28B67C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86125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抗藥比例升高時，哪些突變也在變化？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13529-1043-49C0-893F-CA4647C6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改變 TSG 門檻或共享環境，結果是否跟著改變？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37CBD8-2B1E-47FB-80E9-33CB1E82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證據順序：治療反應 → 組成與多樣性 → 控制實驗 → 後續驗證。</a:t>
            </a:r>
          </a:p>
        </p:txBody>
      </p:sp>
    </p:spTree>
    <p:extLst>
      <p:ext uri="{BB962C8B-B14F-4D97-AF65-F5344CB8AC3E}">
        <p14:creationId xmlns:p14="http://schemas.microsoft.com/office/powerpoint/2010/main" val="192357070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B6F59-4F06-4811-A7E6-07990EB7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治療後總量下降，抗藥族群再擴張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F9DBBE-93D5-40DC-83EA-298C7BCA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TSG two-hit、IL11 OFF，前 30 代每代 n=30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35576-6421-4034-8E2F-66932DFF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35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bb3cfde91b415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735BA-894B-41ED-9A91-EBA1489E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813.5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6E27E-579F-405A-B483-F568874E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每次試驗最低負荷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的中位數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治療使敏感群下降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抗藥群仍可擴張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7D233E-5323-49A7-A0ED-897D7940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實線為中位數，總量虛線為 P10/P90，表示試驗間變異。</a:t>
            </a:r>
          </a:p>
        </p:txBody>
      </p:sp>
    </p:spTree>
    <p:extLst>
      <p:ext uri="{BB962C8B-B14F-4D97-AF65-F5344CB8AC3E}">
        <p14:creationId xmlns:p14="http://schemas.microsoft.com/office/powerpoint/2010/main" val="105122769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22956-1A74-4455-84CF-8D64CF8D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抗藥比例迅速升高，解釋再擴張的組成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EE18DC-C583-4878-94A4-E361710F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治療改變存活差異，突變率 μ 保持不變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9D696-30C5-431C-91FA-B680F6AA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36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0048d5413743c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1111EE-BA1B-4A7A-AC96-B3E6B022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99.93%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A6C9AA-4B31-4432-B6A8-DB4CE383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第 20 代中位比例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選擇壓力使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抗藥細胞佔優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D5238-47A6-425A-ABD8-983C8BA8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比例依存活腫瘤定義；30 次試驗都觀察到第 31 代，之後因計算上限截尾。</a:t>
            </a:r>
          </a:p>
        </p:txBody>
      </p:sp>
    </p:spTree>
    <p:extLst>
      <p:ext uri="{BB962C8B-B14F-4D97-AF65-F5344CB8AC3E}">
        <p14:creationId xmlns:p14="http://schemas.microsoft.com/office/powerpoint/2010/main" val="69819361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9F6B8-B421-4F59-AF81-21D6C267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有效基因型數顯示治療後多樣性改變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2100B-602A-4113-A851-6B8503F9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只看總負荷，會漏掉族群內部的結構變化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AFCFD-0908-49B7-B241-648D8CCB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37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6d0c97fe49446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0DEB30-D590-4A25-A127-D9DE2405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exp(H)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C13BEC-F145-46DD-A7C8-E1EDDB05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H 同時考慮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種類與均勻程度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基因型數目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與負荷分開解讀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81E89D-3E5C-4E4D-A26C-16284725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中位與 P10/P90，n=30。多樣性描述基因型組成，不追蹤家系。</a:t>
            </a:r>
          </a:p>
        </p:txBody>
      </p:sp>
    </p:spTree>
    <p:extLst>
      <p:ext uri="{BB962C8B-B14F-4D97-AF65-F5344CB8AC3E}">
        <p14:creationId xmlns:p14="http://schemas.microsoft.com/office/powerpoint/2010/main" val="173694512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EF203-B88D-4580-9EC8-6D2609FA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基因頻率：被篩選的基因與中性對照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1C03C0-377D-4833-8E08-AA4ADF9B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30 次試驗以治療開始對齊，每條線是各基因突變細胞比例的中位數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5A3BC-23EE-4C4C-B224-8E3ADE5F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38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47e337c8c6840d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FC6BC5-04E2-4D99-B76D-D74340F3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4% vs 1.5%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B7FC0-4196-4B40-82EB-F3E75DDD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治療開始時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oncogene vs passenger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同突變率，差距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來自篩選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491CC2-F28B-4323-A84F-C0352B3E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中位數，n=30。RES 在治療前與 passenger 同一水準：抗藥性在治療前是中性的。</a:t>
            </a:r>
          </a:p>
        </p:txBody>
      </p:sp>
    </p:spTree>
    <p:extLst>
      <p:ext uri="{BB962C8B-B14F-4D97-AF65-F5344CB8AC3E}">
        <p14:creationId xmlns:p14="http://schemas.microsoft.com/office/powerpoint/2010/main" val="163190230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1F9B8-FB98-4FDD-9B36-FAC3AE27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30 次試驗均復發，但事件時間仍有差異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0DEA02-AE46-4E51-AA40-6F02449F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事件定義：先低於起始治療負荷，再回到該負荷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81861-4D27-49F3-ADB9-52AC3AD0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39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8253530e1d4370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FF45A2-A090-4905-B8CA-0B5EE47A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30/30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E2DD4-1F18-4910-ACFF-650BAA1D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觀察到復發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事件時間中位 28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P10/P90=26/29.1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41919-1862-48ED-ABA6-F10C45F8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樣本數為 30，結果限於本批教學參數與觀察窗口。</a:t>
            </a:r>
          </a:p>
        </p:txBody>
      </p:sp>
    </p:spTree>
    <p:extLst>
      <p:ext uri="{BB962C8B-B14F-4D97-AF65-F5344CB8AC3E}">
        <p14:creationId xmlns:p14="http://schemas.microsoft.com/office/powerpoint/2010/main" val="194400228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E60D0-39BF-43B4-8227-AFA2AE21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越早治療越可能治癒：Goldie–Coldman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5AB9DF-CFF0-4A61-8FB1-0070C31E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治療起點 100–5,000 細胞，每個大小 200 次；理論沒有任何擬合參數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9415C-8D22-40E5-BD7A-E1B8BD0A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40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bff5c99aff44e7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8B866-1C1F-472D-AD21-12637066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≈ 416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CDB0C6-2439-4F93-8E9E-BD445469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理論 50% 治癒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所需的細胞數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100 細胞：99.5%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1,000 細胞：10%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987A6C-944E-498E-B3F0-DA89710B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治癒 = 腫瘤滅絕。治療越晚，治療前已存在的抗藥細胞越多。</a:t>
            </a:r>
          </a:p>
        </p:txBody>
      </p:sp>
    </p:spTree>
    <p:extLst>
      <p:ext uri="{BB962C8B-B14F-4D97-AF65-F5344CB8AC3E}">
        <p14:creationId xmlns:p14="http://schemas.microsoft.com/office/powerpoint/2010/main" val="44377576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C6CA41-0439-4D94-BFFF-88816C5F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復發時間在治療開始時大致已經決定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E8926-C299-4296-A7C4-06355895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用治療開始那一代的抗藥基因型預測復發延遲，30 次試驗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2A00D-656C-4093-91CD-DA540A27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41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e1cd8544b648b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41C40-9B48-4EEC-97C9-7962B1A3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24/30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D87DE5-1079-4FFE-BE12-57A84B2A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完全命中的試驗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平均誤差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0.2 代（基準 2.0）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谷底：ρ* ≈ 70%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0A7E1-401F-4904-BFA4-98DB4879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帶 oncogene 的抗藥細胞長得快，是基準預測偏晚的原因。</a:t>
            </a:r>
          </a:p>
        </p:txBody>
      </p:sp>
    </p:spTree>
    <p:extLst>
      <p:ext uri="{BB962C8B-B14F-4D97-AF65-F5344CB8AC3E}">
        <p14:creationId xmlns:p14="http://schemas.microsoft.com/office/powerpoint/2010/main" val="125030611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ECE531-16F9-4656-AA1F-501FC86F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殺傷率要壓過最強的抗藥細胞才能治癒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755B9-D0F1-4581-BE0F-D7FD9E18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抗藥細胞殺傷率 k_R × 突變率 μ 的治癒機率，每格 30 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967CD-BEF6-4961-AAC2-52CA9966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42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66750" y="2047875"/>
          <a:ext xmlns:a="http://schemas.openxmlformats.org/drawingml/2006/main" cx="8382000" cy="3143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524000"/>
                <a:gridCol w="971550"/>
                <a:gridCol w="971550"/>
                <a:gridCol w="971550"/>
                <a:gridCol w="971550"/>
                <a:gridCol w="971550"/>
                <a:gridCol w="971550"/>
                <a:gridCol w="971550"/>
              </a:tblGrid>
              <a:tr h="6286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μ ＼ k_R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0.2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0.3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0.35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0.4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0.45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0.5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6286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0.003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43%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286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0.001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37%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286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0.0003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13%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63%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2865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0.0001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67%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646CD-E6E8-4D69-B26E-1820AF20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0.30 → 0.41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46F71B-C551-4ABB-90B7-E8784F93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單純抗藥 → 帶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oncogene 的抗藥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細胞停止成長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的殺傷率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9E76B-A42C-424F-8D45-A7F94561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治癒邊界由最強的抗藥基因型決定，不是一般的抗藥細胞。</a:t>
            </a:r>
          </a:p>
        </p:txBody>
      </p:sp>
    </p:spTree>
    <p:extLst>
      <p:ext uri="{BB962C8B-B14F-4D97-AF65-F5344CB8AC3E}">
        <p14:creationId xmlns:p14="http://schemas.microsoft.com/office/powerpoint/2010/main" val="195950957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7E7E86-7434-42AC-B67A-EF242AE2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適應性治療只有在細胞互相競爭時才有用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E774A-265D-46E3-9BB4-E9061C3E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間歇用藥 vs 持續用藥的惡化時間中位數，每種設定 30 對試驗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C249A-AFFE-4F18-997D-AC6C53AB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43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eabcb2203a4d9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95522-C22E-4A95-BB4D-58743771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×1.14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1A264B-FF23-438C-95D5-26145524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有競爭時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間歇用藥延後惡化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無競爭時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反而較差（×0.85）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DA8606-3D1F-4885-A318-19A7CF3F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主模型沒有競爭，因此在主模型中持續用藥較好。</a:t>
            </a:r>
          </a:p>
        </p:txBody>
      </p:sp>
    </p:spTree>
    <p:extLst>
      <p:ext uri="{BB962C8B-B14F-4D97-AF65-F5344CB8AC3E}">
        <p14:creationId xmlns:p14="http://schemas.microsoft.com/office/powerpoint/2010/main" val="199143822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9CEFD-A962-45B2-AF24-AF479496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控制實驗：TSG 功能優勢改變生長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817DB5-2ED4-42F9-B802-36010887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保留 oncogene 與突變設定，比較無 TSG 優勢、one-hit 和 two-hit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150E1-51E7-4329-BE20-85535EB4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44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d0c80c26f141a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2C7564-B8A5-42A2-8D14-02946FE8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控制變因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D7D356-58A5-4135-9A4A-7AEA1573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相同突變機會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相同 oncogene 規則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差異來自 TSG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功能與達標門檻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A6E5D9-EFCC-4414-9293-1F726EC8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每組 30 次，無治療，固定 18 代。下一頁保留試驗變異範圍。</a:t>
            </a:r>
          </a:p>
        </p:txBody>
      </p:sp>
    </p:spTree>
    <p:extLst>
      <p:ext uri="{BB962C8B-B14F-4D97-AF65-F5344CB8AC3E}">
        <p14:creationId xmlns:p14="http://schemas.microsoft.com/office/powerpoint/2010/main" val="211757080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A6DB69-472C-47AD-8498-3533D990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one-hit 組的第 18 代中位負荷較高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4B148-6C17-4894-A71F-9F5148FB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比較同一時間點，並呈現兩組試驗變異的重疊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0C3231-6A65-44DB-8948-06F7CCB5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45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55f77bb88048e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D66BC-AE7D-4223-9620-566CADF1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+28.1%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DBBBC-8EAE-48AC-9E9A-FA409B6C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第 18 代中位負荷比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94,617.5 / 73,879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變異範圍仍重疊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18595A-8458-4543-A749-D701D068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各組 n=30。實線中位，虛線 P10/P90，非信賴區間。</a:t>
            </a:r>
          </a:p>
        </p:txBody>
      </p:sp>
    </p:spTree>
    <p:extLst>
      <p:ext uri="{BB962C8B-B14F-4D97-AF65-F5344CB8AC3E}">
        <p14:creationId xmlns:p14="http://schemas.microsoft.com/office/powerpoint/2010/main" val="116382991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3B2A9-13C6-4D76-9322-CD603EBC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TSG 達標比例揭示門檻差異的機制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6BB40-1F68-4119-AB71-5FE99578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這裡計算功能喪失比例，與基因熱圖的 any hit 分開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C8AE5F-0573-4EBA-8AA5-B7CA6DB3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46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1e8ddd16b14ba7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9AEC6-051B-4E04-B8C7-628F7B29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同基因兩擊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92D843-418B-47F5-9D9D-94C92DCB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two-hit 達標需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累積第二等位基因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0% 對應 −2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0.99% 對應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9D7D9B-CBDB-403F-85F2-850CC48E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各組 n=30，中位曲線。加 0.01 後轉換，避免零值無法取對數。</a:t>
            </a:r>
          </a:p>
        </p:txBody>
      </p:sp>
    </p:spTree>
    <p:extLst>
      <p:ext uri="{BB962C8B-B14F-4D97-AF65-F5344CB8AC3E}">
        <p14:creationId xmlns:p14="http://schemas.microsoft.com/office/powerpoint/2010/main" val="206511808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8D5D40-0E3A-40A2-AD04-A6D5BBC9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TSG 終點分布：two-hit 與對照組幾乎相同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381E2-4879-4434-8473-5E227E9B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條件 0：無 TSG 優勢　1：one-hit　2：two-hit，每組 n=30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54D8C0-31BC-4154-BD8E-0C3A464D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47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3ed7f937f24cc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A6ECD5-A392-4861-98D5-8E4EDFAB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n = 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0D989D-770E-4C29-B940-189F4059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每個點為一次試驗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黑色大點為中位數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中位差異與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試驗間重疊一起看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8BC7E-4DD9-4326-8630-45C1535B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固定第 18 代比較。橫向抖動僅減少遮蔽，不表示其他變數。</a:t>
            </a:r>
          </a:p>
        </p:txBody>
      </p:sp>
    </p:spTree>
    <p:extLst>
      <p:ext uri="{BB962C8B-B14F-4D97-AF65-F5344CB8AC3E}">
        <p14:creationId xmlns:p14="http://schemas.microsoft.com/office/powerpoint/2010/main" val="1261528554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25F1C-0939-4876-8425-B78FCB97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IL11 機制假設：少量生產者即可形成共享效益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253E05-3512-49A9-843D-15CD5046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先看模型規則，再看 ON/OFF 模擬是否符合預期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48EE9-1F7D-45BD-A7EE-DB7B81D5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48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92c542855b457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8562D-EC54-4A9E-B8F9-FE5034F9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f = 2%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0F477-CA10-4D37-B259-C07499AF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b = 3 個百分點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達最大效益的一半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實際生產者 0–2%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第 18 代中位 1.6%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正落在最陡區段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65E743-A0F3-4F38-9908-CD1CE999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顯示 0–10% 生產者區間。上限為 6 個百分點，完整範圍漸近此上限。</a:t>
            </a:r>
          </a:p>
        </p:txBody>
      </p:sp>
    </p:spTree>
    <p:extLst>
      <p:ext uri="{BB962C8B-B14F-4D97-AF65-F5344CB8AC3E}">
        <p14:creationId xmlns:p14="http://schemas.microsoft.com/office/powerpoint/2010/main" val="163558595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5061C-01FF-4F2E-B2FF-82E716FD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IL11 ON 組的中位負荷提高 52.5%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A6A6EA-D45D-450D-876D-D20B22D4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相同位點與突變機會，啟用共享死亡降低效益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8AB8B8-AEEB-4DEA-B8E4-B2A6457F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49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e30ef5378c4e3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608849-2CAD-4A27-9F60-DA11FD1A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+52.5%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E00525-3649-41AD-86E6-3DFD0B72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第 18 代中位負荷比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共享存活效益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使整個族群受益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4F81B-E7F8-4026-8E0E-D5A51634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各組 n=30，實線中位、虛線 P10/P90。其他參數固定，不施加治療。</a:t>
            </a:r>
          </a:p>
        </p:txBody>
      </p:sp>
    </p:spTree>
    <p:extLst>
      <p:ext uri="{BB962C8B-B14F-4D97-AF65-F5344CB8AC3E}">
        <p14:creationId xmlns:p14="http://schemas.microsoft.com/office/powerpoint/2010/main" val="78781056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844C66-5BFC-42FE-B156-CDE8567F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生產者仍是少數，共享效益已可影響全族群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FC61E-1C22-414E-A15F-5ED27DD5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把生產者比例與負荷差異連起來解釋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78756-7C9B-475D-B204-52A98047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50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5efbc5547b4cb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0EC723-7001-4264-97EB-40DF1AD7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1.60%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BDC1F-6E17-45FA-B30C-BA744062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ON 第 18 代中位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對應死亡率降低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約 2.67 個百分點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非生產者同樣受益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E2ED5-382E-4204-98DD-520A3F98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OFF 為同一中性位點的突變比例。兩組保留相同位點與機會。</a:t>
            </a:r>
          </a:p>
        </p:txBody>
      </p:sp>
    </p:spTree>
    <p:extLst>
      <p:ext uri="{BB962C8B-B14F-4D97-AF65-F5344CB8AC3E}">
        <p14:creationId xmlns:p14="http://schemas.microsoft.com/office/powerpoint/2010/main" val="99159626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515F9A-C8BF-4B78-92F2-338141DA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IL11 終點散點：共享效益與隨機變異並存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F67ACD-C1AF-430F-92B6-85377FD5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條件 0：OFF　條件 1：ON，固定第 18 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BA3B10-F5AC-4321-BAEA-4823734F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51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b5a7dbedfa4d1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F8835-1E6D-4424-AF98-8672BD9E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n = 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20A124-0F8A-44B9-9655-74DD55C1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每個點為一次試驗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黑色大點為中位數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中位差異與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試驗間重疊一起看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4DB33-7D27-4CDF-83F5-2E467D8B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固定第 18 代比較。橫向抖動僅減少遮蔽，不表示其他變數。</a:t>
            </a:r>
          </a:p>
        </p:txBody>
      </p:sp>
    </p:spTree>
    <p:extLst>
      <p:ext uri="{BB962C8B-B14F-4D97-AF65-F5344CB8AC3E}">
        <p14:creationId xmlns:p14="http://schemas.microsoft.com/office/powerpoint/2010/main" val="606684003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2DEA8A-0415-4710-93C8-FAAB8923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高死亡率組的等大小樣本較多樣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B49BA-CD4C-4E02-A000-767A225A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首次達標後無放回取 5,000 細胞，每組 30 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027EFE-7655-46BE-BDE0-746CBDBD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52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8334375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e9efdf352a4b7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BB4C4-1264-4EDB-80B8-6F62D824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38375"/>
            <a:ext cx="228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1.06 / 1.80</a:t>
            </a:r>
          </a:p>
          <a:p xmlns:a="http://schemas.openxmlformats.org/drawingml/2006/main">
            <a:pPr algn="l">
              <a:def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36B8E"/>
                </a:solidFill>
                <a:latin typeface="Arial Unicode MS"/>
                <a:ea typeface="Arial Unicode MS"/>
                <a:cs typeface="Arial Unicode MS"/>
              </a:rPr>
              <a:t>2.83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0731AC-2AF7-4E99-8CD2-2FF48B44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28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三組 H 中位數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達標世代中位數</a:t>
            </a:r>
          </a:p>
          <a:p xmlns:a="http://schemas.openxmlformats.org/drawingml/2006/main">
            <a:pPr algn="l">
              <a:def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8、14、26.5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93CA50-ED81-4C3E-823F-3ABEB737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每點為一次試驗，黑色大點為中位數。比較等大小樣本，達標時間仍不同。</a:t>
            </a:r>
          </a:p>
        </p:txBody>
      </p:sp>
    </p:spTree>
    <p:extLst>
      <p:ext uri="{BB962C8B-B14F-4D97-AF65-F5344CB8AC3E}">
        <p14:creationId xmlns:p14="http://schemas.microsoft.com/office/powerpoint/2010/main" val="395472145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2827A1-5A74-43EF-81C7-E039F68B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結果支持的機制與下一步實驗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67608-27CE-4460-908D-22FA5708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每一個解釋，都對應可改動的程式參數和可量測指標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3E1C9F-585F-4DFE-84D6-F8E288B4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53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66750" y="2047875"/>
          <a:ext xmlns:a="http://schemas.openxmlformats.org/drawingml/2006/main" cx="10858500" cy="33813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67000"/>
                <a:gridCol w="3333750"/>
                <a:gridCol w="4857750"/>
              </a:tblGrid>
              <a:tr h="845344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觀察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程式中的可能機制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下一步與指標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845344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抗藥佔優與復發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kill_R 要壓過最強抗藥型（已掃描）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加入免疫或空間結構</a:t>
                      </a:r>
                    </a:p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比較治癒邊界是否移動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845344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IL11 ON 負荷較高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b(f) 讓非生產者也受益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掃描 b_max、K，加分泌成本</a:t>
                      </a:r>
                    </a:p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負荷差異、生產者比例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845344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高死亡組 H 較高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周轉與達標時間共同影響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固定世代和負荷分別比較</a:t>
                      </a:r>
                    </a:p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H、達標率與代數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509973-286F-45AA-9650-6E1AD6F9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959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這些是指定參數下的模擬觀察。後續需敏感度分析與資料校準。</a:t>
            </a:r>
          </a:p>
        </p:txBody>
      </p:sp>
    </p:spTree>
    <p:extLst>
      <p:ext uri="{BB962C8B-B14F-4D97-AF65-F5344CB8AC3E}">
        <p14:creationId xmlns:p14="http://schemas.microsoft.com/office/powerpoint/2010/main" val="149600302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C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5A81FA-6DBC-45AC-813C-056E297C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173042"/>
                </a:solidFill>
                <a:latin typeface="Arial Unicode MS"/>
                <a:ea typeface="Arial Unicode MS"/>
                <a:cs typeface="Arial Unicode MS"/>
              </a:rPr>
              <a:t>程式與數學如何共同解釋模擬結果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A6A44-9CEA-4AEF-8FC0-4AD7E4EF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3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資料表示決定狀態，抽樣規則決定轉移，統計決定解讀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003454-BBB7-4394-8272-826D2566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57580"/>
                </a:solidFill>
                <a:latin typeface="Arial Unicode MS"/>
                <a:ea typeface="Arial Unicode MS"/>
                <a:cs typeface="Arial Unicode MS"/>
              </a:rPr>
              <a:t>54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66750" y="2047875"/>
          <a:ext xmlns:a="http://schemas.openxmlformats.org/drawingml/2006/main" cx="10858500" cy="3238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4381500"/>
                <a:gridCol w="2762250"/>
                <a:gridCol w="3714750"/>
              </a:tblGrid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程式物件／步驟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數學意義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可解釋的結果</a:t>
                      </a:r>
                    </a:p>
                  </a:txBody>
                  <a:tcPr marL="91440" marR="91440" marT="45720" marB="45720" anchor="ctr">
                    <a:solidFill>
                      <a:srgbClr val="E8F0F4"/>
                    </a:solidFill>
                  </a:tcPr>
                </a:tc>
              </a:tr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population + therapy_generation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完整狀態 Sₜ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相同負荷的不同後續行為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survivors / triples / mutation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Binomial 抽樣與 Q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生長、選擇與新基因型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simulate + 多次試驗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 的路徑抽樣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復發比例與試驗間變異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47700"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summarize + 取樣 + tests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指標、比較與不變量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lIns="57150" tIns="47625" rIns="57150" bIns="47625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304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可追溯並驗證的分析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4607d035e840cd"/>
          <a:stretch xmlns:a="http://schemas.openxmlformats.org/drawingml/2006/main"/>
        </p:blipFill>
        <p:spPr>
          <a:xfrm xmlns:a="http://schemas.openxmlformats.org/drawingml/2006/main">
            <a:off x="1505379" y="5381625"/>
            <a:ext cx="9181242" cy="61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8524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2026-10-15T00:34:24.1180000Z</dcterms:created>
  <dcterms:modified xsi:type="dcterms:W3CDTF">2026-10-15T00:34:24.1180000Z</dcterms:modified>
</coreProperties>
</file>