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slides/charts/chart1.xml" ContentType="application/vnd.openxmlformats-officedocument.drawingml.chart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slides/charts/chart2.xml" ContentType="application/vnd.openxmlformats-officedocument.drawingml.chart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slides/charts/chart3.xml" ContentType="application/vnd.openxmlformats-officedocument.drawingml.chart+xml"/>
  <Override PartName="/ppt/notesSlides/notesSlide36.xml" ContentType="application/vnd.openxmlformats-officedocument.presentationml.notesSlide+xml"/>
  <Override PartName="/ppt/slides/slide37.xml" ContentType="application/vnd.openxmlformats-officedocument.presentationml.slide+xml"/>
  <Override PartName="/ppt/slides/charts/chart4.xml" ContentType="application/vnd.openxmlformats-officedocument.drawingml.chart+xml"/>
  <Override PartName="/ppt/notesSlides/notesSlide37.xml" ContentType="application/vnd.openxmlformats-officedocument.presentationml.notesSlide+xml"/>
  <Override PartName="/ppt/slides/slide38.xml" ContentType="application/vnd.openxmlformats-officedocument.presentationml.slide+xml"/>
  <Override PartName="/ppt/slides/charts/chart5.xml" ContentType="application/vnd.openxmlformats-officedocument.drawingml.chart+xml"/>
  <Override PartName="/ppt/notesSlides/notesSlide38.xml" ContentType="application/vnd.openxmlformats-officedocument.presentationml.notesSlide+xml"/>
  <Override PartName="/ppt/slides/slide39.xml" ContentType="application/vnd.openxmlformats-officedocument.presentationml.slide+xml"/>
  <Override PartName="/ppt/notesSlides/notesSlide39.xml" ContentType="application/vnd.openxmlformats-officedocument.presentationml.notesSlide+xml"/>
  <Override PartName="/ppt/slides/slide40.xml" ContentType="application/vnd.openxmlformats-officedocument.presentationml.slide+xml"/>
  <Override PartName="/ppt/notesSlides/notesSlide40.xml" ContentType="application/vnd.openxmlformats-officedocument.presentationml.notesSlide+xml"/>
  <Override PartName="/ppt/slides/slide41.xml" ContentType="application/vnd.openxmlformats-officedocument.presentationml.slide+xml"/>
  <Override PartName="/ppt/slides/charts/chart6.xml" ContentType="application/vnd.openxmlformats-officedocument.drawingml.chart+xml"/>
  <Override PartName="/ppt/notesSlides/notesSlide41.xml" ContentType="application/vnd.openxmlformats-officedocument.presentationml.notesSlide+xml"/>
  <Override PartName="/ppt/slides/slide42.xml" ContentType="application/vnd.openxmlformats-officedocument.presentationml.slide+xml"/>
  <Override PartName="/ppt/slides/charts/chart7.xml" ContentType="application/vnd.openxmlformats-officedocument.drawingml.chart+xml"/>
  <Override PartName="/ppt/notesSlides/notesSlide42.xml" ContentType="application/vnd.openxmlformats-officedocument.presentationml.notesSlide+xml"/>
  <Override PartName="/ppt/slides/slide43.xml" ContentType="application/vnd.openxmlformats-officedocument.presentationml.slide+xml"/>
  <Override PartName="/ppt/slides/charts/chart8.xml" ContentType="application/vnd.openxmlformats-officedocument.drawingml.chart+xml"/>
  <Override PartName="/ppt/notesSlides/notesSlide43.xml" ContentType="application/vnd.openxmlformats-officedocument.presentationml.notesSlide+xml"/>
  <Override PartName="/ppt/slides/slide44.xml" ContentType="application/vnd.openxmlformats-officedocument.presentationml.slide+xml"/>
  <Override PartName="/ppt/slides/charts/chart9.xml" ContentType="application/vnd.openxmlformats-officedocument.drawingml.chart+xml"/>
  <Override PartName="/ppt/notesSlides/notesSlide44.xml" ContentType="application/vnd.openxmlformats-officedocument.presentationml.notesSlide+xml"/>
  <Override PartName="/ppt/slides/slide45.xml" ContentType="application/vnd.openxmlformats-officedocument.presentationml.slide+xml"/>
  <Override PartName="/ppt/slides/charts/chart10.xml" ContentType="application/vnd.openxmlformats-officedocument.drawingml.chart+xml"/>
  <Override PartName="/ppt/notesSlides/notesSlide45.xml" ContentType="application/vnd.openxmlformats-officedocument.presentationml.notesSlide+xml"/>
  <Override PartName="/ppt/slides/slide46.xml" ContentType="application/vnd.openxmlformats-officedocument.presentationml.slide+xml"/>
  <Override PartName="/ppt/slides/charts/chart11.xml" ContentType="application/vnd.openxmlformats-officedocument.drawingml.chart+xml"/>
  <Override PartName="/ppt/notesSlides/notesSlide46.xml" ContentType="application/vnd.openxmlformats-officedocument.presentationml.notesSlide+xml"/>
  <Override PartName="/ppt/slides/slide47.xml" ContentType="application/vnd.openxmlformats-officedocument.presentationml.slide+xml"/>
  <Override PartName="/ppt/slides/charts/chart12.xml" ContentType="application/vnd.openxmlformats-officedocument.drawingml.chart+xml"/>
  <Override PartName="/ppt/notesSlides/notesSlide47.xml" ContentType="application/vnd.openxmlformats-officedocument.presentationml.notesSlide+xml"/>
  <Override PartName="/ppt/slides/slide48.xml" ContentType="application/vnd.openxmlformats-officedocument.presentationml.slide+xml"/>
  <Override PartName="/ppt/slides/charts/chart13.xml" ContentType="application/vnd.openxmlformats-officedocument.drawingml.chart+xml"/>
  <Override PartName="/ppt/notesSlides/notesSlide48.xml" ContentType="application/vnd.openxmlformats-officedocument.presentationml.notesSlide+xml"/>
  <Override PartName="/ppt/slides/slide49.xml" ContentType="application/vnd.openxmlformats-officedocument.presentationml.slide+xml"/>
  <Override PartName="/ppt/slides/charts/chart14.xml" ContentType="application/vnd.openxmlformats-officedocument.drawingml.chart+xml"/>
  <Override PartName="/ppt/notesSlides/notesSlide49.xml" ContentType="application/vnd.openxmlformats-officedocument.presentationml.notesSlide+xml"/>
  <Override PartName="/ppt/slides/slide50.xml" ContentType="application/vnd.openxmlformats-officedocument.presentationml.slide+xml"/>
  <Override PartName="/ppt/slides/charts/chart15.xml" ContentType="application/vnd.openxmlformats-officedocument.drawingml.chart+xml"/>
  <Override PartName="/ppt/notesSlides/notesSlide50.xml" ContentType="application/vnd.openxmlformats-officedocument.presentationml.notesSlide+xml"/>
  <Override PartName="/ppt/slides/slide51.xml" ContentType="application/vnd.openxmlformats-officedocument.presentationml.slide+xml"/>
  <Override PartName="/ppt/slides/charts/chart16.xml" ContentType="application/vnd.openxmlformats-officedocument.drawingml.chart+xml"/>
  <Override PartName="/ppt/notesSlides/notesSlide51.xml" ContentType="application/vnd.openxmlformats-officedocument.presentationml.notesSlide+xml"/>
  <Override PartName="/ppt/slides/slide52.xml" ContentType="application/vnd.openxmlformats-officedocument.presentationml.slide+xml"/>
  <Override PartName="/ppt/notesSlides/notesSlide52.xml" ContentType="application/vnd.openxmlformats-officedocument.presentationml.notesSlide+xml"/>
  <Override PartName="/ppt/slides/slide53.xml" ContentType="application/vnd.openxmlformats-officedocument.presentationml.slide+xml"/>
  <Override PartName="/ppt/notesSlides/notesSlide5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88448460c8b4906" /><Relationship Type="http://schemas.openxmlformats.org/officeDocument/2006/relationships/extended-properties" Target="/docProps/app.xml" Id="R7247e6f8072843d2" /><Relationship Type="http://schemas.openxmlformats.org/officeDocument/2006/relationships/officeDocument" Target="/ppt/presentation.xml" Id="Rca927d81756a47c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7d316ed877a4e21"/>
  </p:sldMasterIdLst>
  <p:notesMasterIdLst>
    <p:notesMasterId xmlns:r="http://schemas.openxmlformats.org/officeDocument/2006/relationships" r:id="R0cef8242e8214ded"/>
  </p:notesMasterIdLst>
  <p:sldIdLst>
    <p:sldId xmlns:r="http://schemas.openxmlformats.org/officeDocument/2006/relationships" id="256" r:id="Rb45ff350d3c44161"/>
    <p:sldId xmlns:r="http://schemas.openxmlformats.org/officeDocument/2006/relationships" id="257" r:id="Rd4c6c53403d540c3"/>
    <p:sldId xmlns:r="http://schemas.openxmlformats.org/officeDocument/2006/relationships" id="258" r:id="Rd53f5a3c4925432e"/>
    <p:sldId xmlns:r="http://schemas.openxmlformats.org/officeDocument/2006/relationships" id="259" r:id="Rfd15d7d9a7424b48"/>
    <p:sldId xmlns:r="http://schemas.openxmlformats.org/officeDocument/2006/relationships" id="260" r:id="R4f5caac7ec994f59"/>
    <p:sldId xmlns:r="http://schemas.openxmlformats.org/officeDocument/2006/relationships" id="261" r:id="R9bd502d7c0684426"/>
    <p:sldId xmlns:r="http://schemas.openxmlformats.org/officeDocument/2006/relationships" id="262" r:id="R9e1cc9f353b341d4"/>
    <p:sldId xmlns:r="http://schemas.openxmlformats.org/officeDocument/2006/relationships" id="263" r:id="R4f06b4f3f3574588"/>
    <p:sldId xmlns:r="http://schemas.openxmlformats.org/officeDocument/2006/relationships" id="264" r:id="R22e820ef3d164e9e"/>
    <p:sldId xmlns:r="http://schemas.openxmlformats.org/officeDocument/2006/relationships" id="265" r:id="Rf30d5abc1ba64dc3"/>
    <p:sldId xmlns:r="http://schemas.openxmlformats.org/officeDocument/2006/relationships" id="266" r:id="Re1e7962c943e47a6"/>
    <p:sldId xmlns:r="http://schemas.openxmlformats.org/officeDocument/2006/relationships" id="267" r:id="R693a2c201f78487b"/>
    <p:sldId xmlns:r="http://schemas.openxmlformats.org/officeDocument/2006/relationships" id="268" r:id="Rb4b5cbbfeed2448e"/>
    <p:sldId xmlns:r="http://schemas.openxmlformats.org/officeDocument/2006/relationships" id="269" r:id="R21e63ab6129c4335"/>
    <p:sldId xmlns:r="http://schemas.openxmlformats.org/officeDocument/2006/relationships" id="270" r:id="R5181f9b75931459e"/>
    <p:sldId xmlns:r="http://schemas.openxmlformats.org/officeDocument/2006/relationships" id="271" r:id="R98253baf679148b8"/>
    <p:sldId xmlns:r="http://schemas.openxmlformats.org/officeDocument/2006/relationships" id="272" r:id="Rbdd553db9ee24b87"/>
    <p:sldId xmlns:r="http://schemas.openxmlformats.org/officeDocument/2006/relationships" id="273" r:id="Ra395b19f4f9e45ff"/>
    <p:sldId xmlns:r="http://schemas.openxmlformats.org/officeDocument/2006/relationships" id="274" r:id="R19b1a29e04074cb1"/>
    <p:sldId xmlns:r="http://schemas.openxmlformats.org/officeDocument/2006/relationships" id="275" r:id="R0bef82c563d24ab1"/>
    <p:sldId xmlns:r="http://schemas.openxmlformats.org/officeDocument/2006/relationships" id="276" r:id="R256f313bd0a14a8c"/>
    <p:sldId xmlns:r="http://schemas.openxmlformats.org/officeDocument/2006/relationships" id="277" r:id="R2d284e8a60984ac3"/>
    <p:sldId xmlns:r="http://schemas.openxmlformats.org/officeDocument/2006/relationships" id="278" r:id="Re4f6ac8fa7df4a81"/>
    <p:sldId xmlns:r="http://schemas.openxmlformats.org/officeDocument/2006/relationships" id="279" r:id="R1bbbdb9d80ee4c59"/>
    <p:sldId xmlns:r="http://schemas.openxmlformats.org/officeDocument/2006/relationships" id="280" r:id="R82e7d6e2977848b7"/>
    <p:sldId xmlns:r="http://schemas.openxmlformats.org/officeDocument/2006/relationships" id="281" r:id="R70eb135ba45b4659"/>
    <p:sldId xmlns:r="http://schemas.openxmlformats.org/officeDocument/2006/relationships" id="282" r:id="R20cf885c0c4f4bdb"/>
    <p:sldId xmlns:r="http://schemas.openxmlformats.org/officeDocument/2006/relationships" id="283" r:id="R56be005de1214713"/>
    <p:sldId xmlns:r="http://schemas.openxmlformats.org/officeDocument/2006/relationships" id="284" r:id="R0accb54770224f6a"/>
    <p:sldId xmlns:r="http://schemas.openxmlformats.org/officeDocument/2006/relationships" id="285" r:id="R24d6281330604973"/>
    <p:sldId xmlns:r="http://schemas.openxmlformats.org/officeDocument/2006/relationships" id="286" r:id="R14fb4eaa83d047f9"/>
    <p:sldId xmlns:r="http://schemas.openxmlformats.org/officeDocument/2006/relationships" id="287" r:id="Rad8a75b9f5d64edf"/>
    <p:sldId xmlns:r="http://schemas.openxmlformats.org/officeDocument/2006/relationships" id="288" r:id="Rf6d9c8f761374a06"/>
    <p:sldId xmlns:r="http://schemas.openxmlformats.org/officeDocument/2006/relationships" id="289" r:id="Rd83d77b3e3fa4a7d"/>
    <p:sldId xmlns:r="http://schemas.openxmlformats.org/officeDocument/2006/relationships" id="290" r:id="R29260f0b762c4322"/>
    <p:sldId xmlns:r="http://schemas.openxmlformats.org/officeDocument/2006/relationships" id="291" r:id="R665a6b61b86847a4"/>
    <p:sldId xmlns:r="http://schemas.openxmlformats.org/officeDocument/2006/relationships" id="292" r:id="Red2d361d6e0c4f82"/>
    <p:sldId xmlns:r="http://schemas.openxmlformats.org/officeDocument/2006/relationships" id="293" r:id="R897120ca0814406d"/>
    <p:sldId xmlns:r="http://schemas.openxmlformats.org/officeDocument/2006/relationships" id="294" r:id="R54723a94c8db4c7a"/>
    <p:sldId xmlns:r="http://schemas.openxmlformats.org/officeDocument/2006/relationships" id="295" r:id="R6b07faf105fb47e3"/>
    <p:sldId xmlns:r="http://schemas.openxmlformats.org/officeDocument/2006/relationships" id="296" r:id="Red3685726eb14a74"/>
    <p:sldId xmlns:r="http://schemas.openxmlformats.org/officeDocument/2006/relationships" id="297" r:id="R721146c8c27a4fbc"/>
    <p:sldId xmlns:r="http://schemas.openxmlformats.org/officeDocument/2006/relationships" id="298" r:id="R4d009bd45db3499f"/>
    <p:sldId xmlns:r="http://schemas.openxmlformats.org/officeDocument/2006/relationships" id="299" r:id="R7988d4353a824a0e"/>
    <p:sldId xmlns:r="http://schemas.openxmlformats.org/officeDocument/2006/relationships" id="300" r:id="Rdd3d9bc596594faf"/>
    <p:sldId xmlns:r="http://schemas.openxmlformats.org/officeDocument/2006/relationships" id="301" r:id="Rf67c5b7239b34752"/>
    <p:sldId xmlns:r="http://schemas.openxmlformats.org/officeDocument/2006/relationships" id="302" r:id="R83c2ad7543e14b7b"/>
    <p:sldId xmlns:r="http://schemas.openxmlformats.org/officeDocument/2006/relationships" id="303" r:id="Racbec3da5b4a42b8"/>
    <p:sldId xmlns:r="http://schemas.openxmlformats.org/officeDocument/2006/relationships" id="304" r:id="Ra0bf711a8b294d30"/>
    <p:sldId xmlns:r="http://schemas.openxmlformats.org/officeDocument/2006/relationships" id="305" r:id="R2dbcc808a11a4f2a"/>
    <p:sldId xmlns:r="http://schemas.openxmlformats.org/officeDocument/2006/relationships" id="306" r:id="R549847be92974062"/>
    <p:sldId xmlns:r="http://schemas.openxmlformats.org/officeDocument/2006/relationships" id="307" r:id="Rcba2405833654621"/>
    <p:sldId xmlns:r="http://schemas.openxmlformats.org/officeDocument/2006/relationships" id="308" r:id="R193ee65df1ba4b0e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1a657b8d8564bee" /><Relationship Type="http://schemas.openxmlformats.org/officeDocument/2006/relationships/slideMaster" Target="/ppt/slideMasters/slideMaster1.xml" Id="R07d316ed877a4e21" /><Relationship Type="http://schemas.openxmlformats.org/officeDocument/2006/relationships/notesMaster" Target="/ppt/notesMasters/notesMaster1.xml" Id="R0cef8242e8214ded" /><Relationship Type="http://schemas.openxmlformats.org/officeDocument/2006/relationships/presProps" Target="/ppt/presProps.xml" Id="Rbbd662ba97014208" /><Relationship Type="http://schemas.openxmlformats.org/officeDocument/2006/relationships/tableStyles" Target="/ppt/tableStyles.xml" Id="Rb6125de8b6e043c1" /><Relationship Type="http://schemas.openxmlformats.org/officeDocument/2006/relationships/slide" Target="/ppt/slides/slide1.xml" Id="Rb45ff350d3c44161" /><Relationship Type="http://schemas.openxmlformats.org/officeDocument/2006/relationships/slide" Target="/ppt/slides/slide2.xml" Id="Rd4c6c53403d540c3" /><Relationship Type="http://schemas.openxmlformats.org/officeDocument/2006/relationships/slide" Target="/ppt/slides/slide3.xml" Id="Rd53f5a3c4925432e" /><Relationship Type="http://schemas.openxmlformats.org/officeDocument/2006/relationships/slide" Target="/ppt/slides/slide4.xml" Id="Rfd15d7d9a7424b48" /><Relationship Type="http://schemas.openxmlformats.org/officeDocument/2006/relationships/slide" Target="/ppt/slides/slide5.xml" Id="R4f5caac7ec994f59" /><Relationship Type="http://schemas.openxmlformats.org/officeDocument/2006/relationships/slide" Target="/ppt/slides/slide6.xml" Id="R9bd502d7c0684426" /><Relationship Type="http://schemas.openxmlformats.org/officeDocument/2006/relationships/slide" Target="/ppt/slides/slide7.xml" Id="R9e1cc9f353b341d4" /><Relationship Type="http://schemas.openxmlformats.org/officeDocument/2006/relationships/slide" Target="/ppt/slides/slide8.xml" Id="R4f06b4f3f3574588" /><Relationship Type="http://schemas.openxmlformats.org/officeDocument/2006/relationships/slide" Target="/ppt/slides/slide9.xml" Id="R22e820ef3d164e9e" /><Relationship Type="http://schemas.openxmlformats.org/officeDocument/2006/relationships/slide" Target="/ppt/slides/slide10.xml" Id="Rf30d5abc1ba64dc3" /><Relationship Type="http://schemas.openxmlformats.org/officeDocument/2006/relationships/slide" Target="/ppt/slides/slide11.xml" Id="Re1e7962c943e47a6" /><Relationship Type="http://schemas.openxmlformats.org/officeDocument/2006/relationships/slide" Target="/ppt/slides/slide12.xml" Id="R693a2c201f78487b" /><Relationship Type="http://schemas.openxmlformats.org/officeDocument/2006/relationships/slide" Target="/ppt/slides/slide13.xml" Id="Rb4b5cbbfeed2448e" /><Relationship Type="http://schemas.openxmlformats.org/officeDocument/2006/relationships/slide" Target="/ppt/slides/slide14.xml" Id="R21e63ab6129c4335" /><Relationship Type="http://schemas.openxmlformats.org/officeDocument/2006/relationships/slide" Target="/ppt/slides/slide15.xml" Id="R5181f9b75931459e" /><Relationship Type="http://schemas.openxmlformats.org/officeDocument/2006/relationships/slide" Target="/ppt/slides/slide16.xml" Id="R98253baf679148b8" /><Relationship Type="http://schemas.openxmlformats.org/officeDocument/2006/relationships/slide" Target="/ppt/slides/slide17.xml" Id="Rbdd553db9ee24b87" /><Relationship Type="http://schemas.openxmlformats.org/officeDocument/2006/relationships/slide" Target="/ppt/slides/slide18.xml" Id="Ra395b19f4f9e45ff" /><Relationship Type="http://schemas.openxmlformats.org/officeDocument/2006/relationships/slide" Target="/ppt/slides/slide19.xml" Id="R19b1a29e04074cb1" /><Relationship Type="http://schemas.openxmlformats.org/officeDocument/2006/relationships/slide" Target="/ppt/slides/slide20.xml" Id="R0bef82c563d24ab1" /><Relationship Type="http://schemas.openxmlformats.org/officeDocument/2006/relationships/slide" Target="/ppt/slides/slide21.xml" Id="R256f313bd0a14a8c" /><Relationship Type="http://schemas.openxmlformats.org/officeDocument/2006/relationships/slide" Target="/ppt/slides/slide22.xml" Id="R2d284e8a60984ac3" /><Relationship Type="http://schemas.openxmlformats.org/officeDocument/2006/relationships/slide" Target="/ppt/slides/slide23.xml" Id="Re4f6ac8fa7df4a81" /><Relationship Type="http://schemas.openxmlformats.org/officeDocument/2006/relationships/slide" Target="/ppt/slides/slide24.xml" Id="R1bbbdb9d80ee4c59" /><Relationship Type="http://schemas.openxmlformats.org/officeDocument/2006/relationships/slide" Target="/ppt/slides/slide25.xml" Id="R82e7d6e2977848b7" /><Relationship Type="http://schemas.openxmlformats.org/officeDocument/2006/relationships/slide" Target="/ppt/slides/slide26.xml" Id="R70eb135ba45b4659" /><Relationship Type="http://schemas.openxmlformats.org/officeDocument/2006/relationships/slide" Target="/ppt/slides/slide27.xml" Id="R20cf885c0c4f4bdb" /><Relationship Type="http://schemas.openxmlformats.org/officeDocument/2006/relationships/slide" Target="/ppt/slides/slide28.xml" Id="R56be005de1214713" /><Relationship Type="http://schemas.openxmlformats.org/officeDocument/2006/relationships/slide" Target="/ppt/slides/slide29.xml" Id="R0accb54770224f6a" /><Relationship Type="http://schemas.openxmlformats.org/officeDocument/2006/relationships/slide" Target="/ppt/slides/slide30.xml" Id="R24d6281330604973" /><Relationship Type="http://schemas.openxmlformats.org/officeDocument/2006/relationships/slide" Target="/ppt/slides/slide31.xml" Id="R14fb4eaa83d047f9" /><Relationship Type="http://schemas.openxmlformats.org/officeDocument/2006/relationships/slide" Target="/ppt/slides/slide32.xml" Id="Rad8a75b9f5d64edf" /><Relationship Type="http://schemas.openxmlformats.org/officeDocument/2006/relationships/slide" Target="/ppt/slides/slide33.xml" Id="Rf6d9c8f761374a06" /><Relationship Type="http://schemas.openxmlformats.org/officeDocument/2006/relationships/slide" Target="/ppt/slides/slide34.xml" Id="Rd83d77b3e3fa4a7d" /><Relationship Type="http://schemas.openxmlformats.org/officeDocument/2006/relationships/slide" Target="/ppt/slides/slide35.xml" Id="R29260f0b762c4322" /><Relationship Type="http://schemas.openxmlformats.org/officeDocument/2006/relationships/slide" Target="/ppt/slides/slide36.xml" Id="R665a6b61b86847a4" /><Relationship Type="http://schemas.openxmlformats.org/officeDocument/2006/relationships/slide" Target="/ppt/slides/slide37.xml" Id="Red2d361d6e0c4f82" /><Relationship Type="http://schemas.openxmlformats.org/officeDocument/2006/relationships/slide" Target="/ppt/slides/slide38.xml" Id="R897120ca0814406d" /><Relationship Type="http://schemas.openxmlformats.org/officeDocument/2006/relationships/slide" Target="/ppt/slides/slide39.xml" Id="R54723a94c8db4c7a" /><Relationship Type="http://schemas.openxmlformats.org/officeDocument/2006/relationships/slide" Target="/ppt/slides/slide40.xml" Id="R6b07faf105fb47e3" /><Relationship Type="http://schemas.openxmlformats.org/officeDocument/2006/relationships/slide" Target="/ppt/slides/slide41.xml" Id="Red3685726eb14a74" /><Relationship Type="http://schemas.openxmlformats.org/officeDocument/2006/relationships/slide" Target="/ppt/slides/slide42.xml" Id="R721146c8c27a4fbc" /><Relationship Type="http://schemas.openxmlformats.org/officeDocument/2006/relationships/slide" Target="/ppt/slides/slide43.xml" Id="R4d009bd45db3499f" /><Relationship Type="http://schemas.openxmlformats.org/officeDocument/2006/relationships/slide" Target="/ppt/slides/slide44.xml" Id="R7988d4353a824a0e" /><Relationship Type="http://schemas.openxmlformats.org/officeDocument/2006/relationships/slide" Target="/ppt/slides/slide45.xml" Id="Rdd3d9bc596594faf" /><Relationship Type="http://schemas.openxmlformats.org/officeDocument/2006/relationships/slide" Target="/ppt/slides/slide46.xml" Id="Rf67c5b7239b34752" /><Relationship Type="http://schemas.openxmlformats.org/officeDocument/2006/relationships/slide" Target="/ppt/slides/slide47.xml" Id="R83c2ad7543e14b7b" /><Relationship Type="http://schemas.openxmlformats.org/officeDocument/2006/relationships/slide" Target="/ppt/slides/slide48.xml" Id="Racbec3da5b4a42b8" /><Relationship Type="http://schemas.openxmlformats.org/officeDocument/2006/relationships/slide" Target="/ppt/slides/slide49.xml" Id="Ra0bf711a8b294d30" /><Relationship Type="http://schemas.openxmlformats.org/officeDocument/2006/relationships/slide" Target="/ppt/slides/slide50.xml" Id="R2dbcc808a11a4f2a" /><Relationship Type="http://schemas.openxmlformats.org/officeDocument/2006/relationships/slide" Target="/ppt/slides/slide51.xml" Id="R549847be92974062" /><Relationship Type="http://schemas.openxmlformats.org/officeDocument/2006/relationships/slide" Target="/ppt/slides/slide52.xml" Id="Rcba2405833654621" /><Relationship Type="http://schemas.openxmlformats.org/officeDocument/2006/relationships/slide" Target="/ppt/slides/slide53.xml" Id="R193ee65df1ba4b0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397593e975b475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a9657145f3547c6" /><Relationship Type="http://schemas.openxmlformats.org/officeDocument/2006/relationships/notesMaster" Target="/ppt/notesMasters/notesMaster1.xml" Id="R37400176cbb64b2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4618372d3ad465d" /><Relationship Type="http://schemas.openxmlformats.org/officeDocument/2006/relationships/notesMaster" Target="/ppt/notesMasters/notesMaster1.xml" Id="Raddcac1592174e9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b480f529ad64c5d" /><Relationship Type="http://schemas.openxmlformats.org/officeDocument/2006/relationships/notesMaster" Target="/ppt/notesMasters/notesMaster1.xml" Id="R33d780db0f77414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fc7f4fcc5af4b2e" /><Relationship Type="http://schemas.openxmlformats.org/officeDocument/2006/relationships/notesMaster" Target="/ppt/notesMasters/notesMaster1.xml" Id="R55eb29f7f5894f0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c007a003d664793" /><Relationship Type="http://schemas.openxmlformats.org/officeDocument/2006/relationships/notesMaster" Target="/ppt/notesMasters/notesMaster1.xml" Id="R77e1f669b6f54e7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1eeca11f9b6476e" /><Relationship Type="http://schemas.openxmlformats.org/officeDocument/2006/relationships/notesMaster" Target="/ppt/notesMasters/notesMaster1.xml" Id="R013ad87eac17458f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b58768f5404f430e" /><Relationship Type="http://schemas.openxmlformats.org/officeDocument/2006/relationships/notesMaster" Target="/ppt/notesMasters/notesMaster1.xml" Id="R8caf4afa813f4fa5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e4e20496d57c4362" /><Relationship Type="http://schemas.openxmlformats.org/officeDocument/2006/relationships/notesMaster" Target="/ppt/notesMasters/notesMaster1.xml" Id="Ra8ff88c20efa40ff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b161f3e7c3184d5a" /><Relationship Type="http://schemas.openxmlformats.org/officeDocument/2006/relationships/notesMaster" Target="/ppt/notesMasters/notesMaster1.xml" Id="Re302df8dc83345f7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01d5a1ed54994841" /><Relationship Type="http://schemas.openxmlformats.org/officeDocument/2006/relationships/notesMaster" Target="/ppt/notesMasters/notesMaster1.xml" Id="R2090c5dc0c28418e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e0006b081d194865" /><Relationship Type="http://schemas.openxmlformats.org/officeDocument/2006/relationships/notesMaster" Target="/ppt/notesMasters/notesMaster1.xml" Id="R2388fe01223c46b3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a9a8826f0cab4d3e" /><Relationship Type="http://schemas.openxmlformats.org/officeDocument/2006/relationships/notesMaster" Target="/ppt/notesMasters/notesMaster1.xml" Id="Rf4e60b8533284026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f966e28e1ffd494d" /><Relationship Type="http://schemas.openxmlformats.org/officeDocument/2006/relationships/notesMaster" Target="/ppt/notesMasters/notesMaster1.xml" Id="Rf5172649baf04b28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76bcd5ad5b484597" /><Relationship Type="http://schemas.openxmlformats.org/officeDocument/2006/relationships/notesMaster" Target="/ppt/notesMasters/notesMaster1.xml" Id="R47414bf08d1d4918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058e4b91c38048f1" /><Relationship Type="http://schemas.openxmlformats.org/officeDocument/2006/relationships/notesMaster" Target="/ppt/notesMasters/notesMaster1.xml" Id="R9aebe05c0aa446d6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5fbb08d3f0204c16" /><Relationship Type="http://schemas.openxmlformats.org/officeDocument/2006/relationships/notesMaster" Target="/ppt/notesMasters/notesMaster1.xml" Id="R7dba0d01ce424f02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dcca5d67adf24696" /><Relationship Type="http://schemas.openxmlformats.org/officeDocument/2006/relationships/notesMaster" Target="/ppt/notesMasters/notesMaster1.xml" Id="R2140317a44df4054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5c53ab39663b4856" /><Relationship Type="http://schemas.openxmlformats.org/officeDocument/2006/relationships/notesMaster" Target="/ppt/notesMasters/notesMaster1.xml" Id="Re5172c36850d4df8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9d3a3336e7e84700" /><Relationship Type="http://schemas.openxmlformats.org/officeDocument/2006/relationships/notesMaster" Target="/ppt/notesMasters/notesMaster1.xml" Id="R412e3824d03d4867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e2497056e7d544eb" /><Relationship Type="http://schemas.openxmlformats.org/officeDocument/2006/relationships/notesMaster" Target="/ppt/notesMasters/notesMaster1.xml" Id="Read58577ac0442c3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a3052ae4132a4bea" /><Relationship Type="http://schemas.openxmlformats.org/officeDocument/2006/relationships/notesMaster" Target="/ppt/notesMasters/notesMaster1.xml" Id="R797861f043bc4f65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c732c8e4ddcc4ac8" /><Relationship Type="http://schemas.openxmlformats.org/officeDocument/2006/relationships/notesMaster" Target="/ppt/notesMasters/notesMaster1.xml" Id="R43b79f6b73114f81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8ce72c6484c648ab" /><Relationship Type="http://schemas.openxmlformats.org/officeDocument/2006/relationships/notesMaster" Target="/ppt/notesMasters/notesMaster1.xml" Id="R838be09f83504388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49e15eb925884d4d" /><Relationship Type="http://schemas.openxmlformats.org/officeDocument/2006/relationships/notesMaster" Target="/ppt/notesMasters/notesMaster1.xml" Id="R51ae8193dcef40c1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9434fe5737574ac5" /><Relationship Type="http://schemas.openxmlformats.org/officeDocument/2006/relationships/notesMaster" Target="/ppt/notesMasters/notesMaster1.xml" Id="Re996931faa6b45ac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275b21f91a0b4ad0" /><Relationship Type="http://schemas.openxmlformats.org/officeDocument/2006/relationships/notesMaster" Target="/ppt/notesMasters/notesMaster1.xml" Id="R606cae9f9c5c424b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faf63bd58d954c87" /><Relationship Type="http://schemas.openxmlformats.org/officeDocument/2006/relationships/notesMaster" Target="/ppt/notesMasters/notesMaster1.xml" Id="R013ac7b234404cc8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20eb388006e6472a" /><Relationship Type="http://schemas.openxmlformats.org/officeDocument/2006/relationships/notesMaster" Target="/ppt/notesMasters/notesMaster1.xml" Id="R22b36c4e19ac4c39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4dd22a5ef3a34ca7" /><Relationship Type="http://schemas.openxmlformats.org/officeDocument/2006/relationships/notesMaster" Target="/ppt/notesMasters/notesMaster1.xml" Id="Rdf5f848414ba4a91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bf424b6733a3444f" /><Relationship Type="http://schemas.openxmlformats.org/officeDocument/2006/relationships/notesMaster" Target="/ppt/notesMasters/notesMaster1.xml" Id="R94821bf957774fd7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079ff0b475c34dbe" /><Relationship Type="http://schemas.openxmlformats.org/officeDocument/2006/relationships/notesMaster" Target="/ppt/notesMasters/notesMaster1.xml" Id="R0494865049594c3e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dc5ece6c47cd47ea" /><Relationship Type="http://schemas.openxmlformats.org/officeDocument/2006/relationships/notesMaster" Target="/ppt/notesMasters/notesMaster1.xml" Id="Ra7232cddf2aa477e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e5769ac217fa4c72" /><Relationship Type="http://schemas.openxmlformats.org/officeDocument/2006/relationships/notesMaster" Target="/ppt/notesMasters/notesMaster1.xml" Id="Rb3b25b9b02884b5f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af1e79857517453b" /><Relationship Type="http://schemas.openxmlformats.org/officeDocument/2006/relationships/notesMaster" Target="/ppt/notesMasters/notesMaster1.xml" Id="Rc3af86643de94ef6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4fabe26650db42cc" /><Relationship Type="http://schemas.openxmlformats.org/officeDocument/2006/relationships/notesMaster" Target="/ppt/notesMasters/notesMaster1.xml" Id="Ra64e5304349342a8" /></Relationships>
</file>

<file path=ppt/notesSlides/_rels/notesSlide36.xml.rels>&#65279;<?xml version="1.0" encoding="utf-8"?><Relationships xmlns="http://schemas.openxmlformats.org/package/2006/relationships"><Relationship Type="http://schemas.openxmlformats.org/officeDocument/2006/relationships/slide" Target="/ppt/slides/slide36.xml" Id="Rb2306869bdc54948" /><Relationship Type="http://schemas.openxmlformats.org/officeDocument/2006/relationships/notesMaster" Target="/ppt/notesMasters/notesMaster1.xml" Id="R3ee1b5020b1645b3" /></Relationships>
</file>

<file path=ppt/notesSlides/_rels/notesSlide37.xml.rels>&#65279;<?xml version="1.0" encoding="utf-8"?><Relationships xmlns="http://schemas.openxmlformats.org/package/2006/relationships"><Relationship Type="http://schemas.openxmlformats.org/officeDocument/2006/relationships/slide" Target="/ppt/slides/slide37.xml" Id="R8e37eb7a11954c09" /><Relationship Type="http://schemas.openxmlformats.org/officeDocument/2006/relationships/notesMaster" Target="/ppt/notesMasters/notesMaster1.xml" Id="Rbb8c6916953244af" /></Relationships>
</file>

<file path=ppt/notesSlides/_rels/notesSlide38.xml.rels>&#65279;<?xml version="1.0" encoding="utf-8"?><Relationships xmlns="http://schemas.openxmlformats.org/package/2006/relationships"><Relationship Type="http://schemas.openxmlformats.org/officeDocument/2006/relationships/slide" Target="/ppt/slides/slide38.xml" Id="Rfe59330ffe684793" /><Relationship Type="http://schemas.openxmlformats.org/officeDocument/2006/relationships/notesMaster" Target="/ppt/notesMasters/notesMaster1.xml" Id="Rb8abe55095fd4a67" /></Relationships>
</file>

<file path=ppt/notesSlides/_rels/notesSlide39.xml.rels>&#65279;<?xml version="1.0" encoding="utf-8"?><Relationships xmlns="http://schemas.openxmlformats.org/package/2006/relationships"><Relationship Type="http://schemas.openxmlformats.org/officeDocument/2006/relationships/slide" Target="/ppt/slides/slide39.xml" Id="R2e19f4e3ca3d4268" /><Relationship Type="http://schemas.openxmlformats.org/officeDocument/2006/relationships/notesMaster" Target="/ppt/notesMasters/notesMaster1.xml" Id="R3275779d2b8c4ce8" /></Relationships>
</file>

<file path=ppt/notesSlides/_rels/notesSlide40.xml.rels>&#65279;<?xml version="1.0" encoding="utf-8"?><Relationships xmlns="http://schemas.openxmlformats.org/package/2006/relationships"><Relationship Type="http://schemas.openxmlformats.org/officeDocument/2006/relationships/slide" Target="/ppt/slides/slide40.xml" Id="R650e78aee2d445cc" /><Relationship Type="http://schemas.openxmlformats.org/officeDocument/2006/relationships/notesMaster" Target="/ppt/notesMasters/notesMaster1.xml" Id="R6a076889eac0432c" /></Relationships>
</file>

<file path=ppt/notesSlides/_rels/notesSlide41.xml.rels>&#65279;<?xml version="1.0" encoding="utf-8"?><Relationships xmlns="http://schemas.openxmlformats.org/package/2006/relationships"><Relationship Type="http://schemas.openxmlformats.org/officeDocument/2006/relationships/slide" Target="/ppt/slides/slide41.xml" Id="Rf7ad3fc6a2f04741" /><Relationship Type="http://schemas.openxmlformats.org/officeDocument/2006/relationships/notesMaster" Target="/ppt/notesMasters/notesMaster1.xml" Id="Rd13e1b98e89241f2" /></Relationships>
</file>

<file path=ppt/notesSlides/_rels/notesSlide42.xml.rels>&#65279;<?xml version="1.0" encoding="utf-8"?><Relationships xmlns="http://schemas.openxmlformats.org/package/2006/relationships"><Relationship Type="http://schemas.openxmlformats.org/officeDocument/2006/relationships/slide" Target="/ppt/slides/slide42.xml" Id="Rd195f8e31c704a6d" /><Relationship Type="http://schemas.openxmlformats.org/officeDocument/2006/relationships/notesMaster" Target="/ppt/notesMasters/notesMaster1.xml" Id="Rc1d469a750bb4fe3" /></Relationships>
</file>

<file path=ppt/notesSlides/_rels/notesSlide43.xml.rels>&#65279;<?xml version="1.0" encoding="utf-8"?><Relationships xmlns="http://schemas.openxmlformats.org/package/2006/relationships"><Relationship Type="http://schemas.openxmlformats.org/officeDocument/2006/relationships/slide" Target="/ppt/slides/slide43.xml" Id="Re77b53129f2f4577" /><Relationship Type="http://schemas.openxmlformats.org/officeDocument/2006/relationships/notesMaster" Target="/ppt/notesMasters/notesMaster1.xml" Id="R6faab088f5ff4786" /></Relationships>
</file>

<file path=ppt/notesSlides/_rels/notesSlide44.xml.rels>&#65279;<?xml version="1.0" encoding="utf-8"?><Relationships xmlns="http://schemas.openxmlformats.org/package/2006/relationships"><Relationship Type="http://schemas.openxmlformats.org/officeDocument/2006/relationships/slide" Target="/ppt/slides/slide44.xml" Id="Ra8dbb5f68284469a" /><Relationship Type="http://schemas.openxmlformats.org/officeDocument/2006/relationships/notesMaster" Target="/ppt/notesMasters/notesMaster1.xml" Id="Radb0693bf7f64921" /></Relationships>
</file>

<file path=ppt/notesSlides/_rels/notesSlide45.xml.rels>&#65279;<?xml version="1.0" encoding="utf-8"?><Relationships xmlns="http://schemas.openxmlformats.org/package/2006/relationships"><Relationship Type="http://schemas.openxmlformats.org/officeDocument/2006/relationships/slide" Target="/ppt/slides/slide45.xml" Id="Rfd01e6a91aac48e5" /><Relationship Type="http://schemas.openxmlformats.org/officeDocument/2006/relationships/notesMaster" Target="/ppt/notesMasters/notesMaster1.xml" Id="R5d790b6ff5e447bf" /></Relationships>
</file>

<file path=ppt/notesSlides/_rels/notesSlide46.xml.rels>&#65279;<?xml version="1.0" encoding="utf-8"?><Relationships xmlns="http://schemas.openxmlformats.org/package/2006/relationships"><Relationship Type="http://schemas.openxmlformats.org/officeDocument/2006/relationships/slide" Target="/ppt/slides/slide46.xml" Id="R82bf6f5eddce4baa" /><Relationship Type="http://schemas.openxmlformats.org/officeDocument/2006/relationships/notesMaster" Target="/ppt/notesMasters/notesMaster1.xml" Id="Rec3fd583ed734b09" /></Relationships>
</file>

<file path=ppt/notesSlides/_rels/notesSlide47.xml.rels>&#65279;<?xml version="1.0" encoding="utf-8"?><Relationships xmlns="http://schemas.openxmlformats.org/package/2006/relationships"><Relationship Type="http://schemas.openxmlformats.org/officeDocument/2006/relationships/slide" Target="/ppt/slides/slide47.xml" Id="Rc90ba953b7764b06" /><Relationship Type="http://schemas.openxmlformats.org/officeDocument/2006/relationships/notesMaster" Target="/ppt/notesMasters/notesMaster1.xml" Id="Ra84e58e9c7464237" /></Relationships>
</file>

<file path=ppt/notesSlides/_rels/notesSlide48.xml.rels>&#65279;<?xml version="1.0" encoding="utf-8"?><Relationships xmlns="http://schemas.openxmlformats.org/package/2006/relationships"><Relationship Type="http://schemas.openxmlformats.org/officeDocument/2006/relationships/slide" Target="/ppt/slides/slide48.xml" Id="Rb5030b235a68417f" /><Relationship Type="http://schemas.openxmlformats.org/officeDocument/2006/relationships/notesMaster" Target="/ppt/notesMasters/notesMaster1.xml" Id="R4b0ce6cb32f34964" /></Relationships>
</file>

<file path=ppt/notesSlides/_rels/notesSlide49.xml.rels>&#65279;<?xml version="1.0" encoding="utf-8"?><Relationships xmlns="http://schemas.openxmlformats.org/package/2006/relationships"><Relationship Type="http://schemas.openxmlformats.org/officeDocument/2006/relationships/slide" Target="/ppt/slides/slide49.xml" Id="R09fbc5aec1054fd2" /><Relationship Type="http://schemas.openxmlformats.org/officeDocument/2006/relationships/notesMaster" Target="/ppt/notesMasters/notesMaster1.xml" Id="R6608b9dcd8b24ce4" /></Relationships>
</file>

<file path=ppt/notesSlides/_rels/notesSlide50.xml.rels>&#65279;<?xml version="1.0" encoding="utf-8"?><Relationships xmlns="http://schemas.openxmlformats.org/package/2006/relationships"><Relationship Type="http://schemas.openxmlformats.org/officeDocument/2006/relationships/slide" Target="/ppt/slides/slide50.xml" Id="R4222240012cc4459" /><Relationship Type="http://schemas.openxmlformats.org/officeDocument/2006/relationships/notesMaster" Target="/ppt/notesMasters/notesMaster1.xml" Id="R61311c0eae24432a" /></Relationships>
</file>

<file path=ppt/notesSlides/_rels/notesSlide51.xml.rels>&#65279;<?xml version="1.0" encoding="utf-8"?><Relationships xmlns="http://schemas.openxmlformats.org/package/2006/relationships"><Relationship Type="http://schemas.openxmlformats.org/officeDocument/2006/relationships/slide" Target="/ppt/slides/slide51.xml" Id="Ra516b78db5ea4b2d" /><Relationship Type="http://schemas.openxmlformats.org/officeDocument/2006/relationships/notesMaster" Target="/ppt/notesMasters/notesMaster1.xml" Id="Rc1a4e9b5f4e54e86" /></Relationships>
</file>

<file path=ppt/notesSlides/_rels/notesSlide52.xml.rels>&#65279;<?xml version="1.0" encoding="utf-8"?><Relationships xmlns="http://schemas.openxmlformats.org/package/2006/relationships"><Relationship Type="http://schemas.openxmlformats.org/officeDocument/2006/relationships/slide" Target="/ppt/slides/slide52.xml" Id="R284357596832421e" /><Relationship Type="http://schemas.openxmlformats.org/officeDocument/2006/relationships/notesMaster" Target="/ppt/notesMasters/notesMaster1.xml" Id="Rd6b9239ddece4d3f" /></Relationships>
</file>

<file path=ppt/notesSlides/_rels/notesSlide53.xml.rels>&#65279;<?xml version="1.0" encoding="utf-8"?><Relationships xmlns="http://schemas.openxmlformats.org/package/2006/relationships"><Relationship Type="http://schemas.openxmlformats.org/officeDocument/2006/relationships/slide" Target="/ppt/slides/slide53.xml" Id="R9dd59e0a9a2647ce" /><Relationship Type="http://schemas.openxmlformats.org/officeDocument/2006/relationships/notesMaster" Target="/ppt/notesMasters/notesMaster1.xml" Id="R36fc7a1891ce416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簡報以實作為主線。先建立資料與參數的語意，再追蹤simulate的一代更新，接著理解突變抽樣與Markov核，最後追溯結果、統計處理與測試。所有數學在對應概念頁直接說明，沒有附錄。結果沿用已核對的30次模擬資料。</a:t>
            </a:r>
          </a:p>
          <a:p xmlns:a="http://schemas.openxmlformats.org/drawingml/2006/main">
            <a:r>
              <a:t>LaTeX source: S_t=(\mathbf{N}_t,A_t),\qquad S_{t+1}\mid S_t=s\sim P(s,\cdot)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來源：本專案 modeling_cancer.py: Config, simulate, mutate_offspring。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開場圖只看總量，先提出下降後回升的研究問題。資料是TSG twohit、IL11off，30次trial，前30代完整觀察。曲線是log10總量加1之後的中位與百分位；治療各trial各自達門檻後開始。本圖本身不能回答是什麼基因型再擴張，需由接下來的程式規則與組成圖解釋。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來源：本專案 outputs/trajectory.csv, run_metadata.json。參數為教學假設，未用臨床資料校準。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nfig集中參數，Result承載單次試驗。driver_count、suppressor_loss把基因型轉為表型，growth_probabilities將表型轉為機率，il11_environment計算共享環境。simulate執行同步更新，mutate_offspring重新分類子代。summarize只讀族群統計。main安排多次試驗，plot_therapy_ensemble、run_comparisons、run_il11_comparison產生圖與CSV，therapy_outcome從history識別復發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來源：本專案 modeling_cancer.py:32-255, 258-279, 639-762。參數為教學假設，未用臨床資料校準。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nfig使用不可變dataclass。n_genes是基因座數，而非總位元數。driver三個位點、resistance一個位點、TSG兩個位點和IL11一個保留位點互不重疊。validate檢查每個機率，以及三子代機率加總不超過1。更換設定使用dataclasses.replace，不修改原config。這些是模型假設，不是估計的病人參數。</a:t>
            </a:r>
          </a:p>
          <a:p xmlns:a="http://schemas.openxmlformats.org/drawingml/2006/main">
            <a:r>
              <a:t>LaTeX source: \mu=0.001,\quad d_0=0.30,\quad q_0=0.04,\quad N_0=100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來源：本專案 modeling_cancer.py:32-36, 49-54, 60-60。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例如population={0:90,8:10}表示90個未突變細胞與10個抗藥細胞。整數8的二進位第3位為1，因此具有resistance_gene=3。初始基因型0並不是第0個細胞，而是所有位元為0的基因型。字典副本避免後續更新污染已保存的快照。這是基因型計數，不追蹤每個細胞的家系。</a:t>
            </a:r>
          </a:p>
          <a:p xmlns:a="http://schemas.openxmlformats.org/drawingml/2006/main">
            <a:r>
              <a:t>LaTeX source: \mathbf{N}_t=(N_{g,t})_g,\qquad T_t=\sum_gN_{g,t}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來源：本專案 modeling_cancer.py:207-209, 214-218。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driver_count針對config.driver_genes中的位點把布林結果加總。bool(genotype &amp; mask)判定該位元是否非零。1&lt;&lt;index生成單位元遮罩。位元OR會保留已有突變，因此不可逆突變可以自然表示。抗藥突變本身不增加growth_probabilities中的生長優勢。</a:t>
            </a:r>
          </a:p>
          <a:p xmlns:a="http://schemas.openxmlformats.org/drawingml/2006/main">
            <a:r>
              <a:t>LaTeX source: I_R(g)=\mathbf{1}\{\mathrm{bit}_3(g)=1\},\qquad 9=2^0+2^3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來源：本專案 modeling_cancer.py:105-108。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econd=config.n_genes+config.suppressor_genes.index(gene)，把TSG的第二等位基因放在20和21。suppressor_alleles把兩個位元各轉成0/1再相加。例(1&lt;&lt;4)|(1&lt;&lt;5)對two-hit為False，而(1&lt;&lt;4)|(1&lt;&lt;20)為True。one-hit條件h=1表示任一等位基因失活即可，不改變基因組大小。總位元L=20+2=22。</a:t>
            </a:r>
          </a:p>
          <a:p xmlns:a="http://schemas.openxmlformats.org/drawingml/2006/main">
            <a:r>
              <a:t>LaTeX source: I_T(g)=\mathbf{1}\{\exists j:\ a_j(g)\geq h\},\qquad h\in\{1,2\}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來源：本專案 modeling_cancer.py:110-114, 117-121。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ncogene和suppressor是布林值，Python乘法將它們當0或1。driver達門檻降低死亡0.08並增加三子代機率0.12；TSG達門檻另加相同效果。不是每多一個driver就反覆加成。driver_hits預設1，因此任一oncogene可達標。基準均值1.428，單類優勢均值0.78*2.16=1.6848，兩類優勢0.86*2.28=1.9608。</a:t>
            </a:r>
          </a:p>
          <a:p xmlns:a="http://schemas.openxmlformats.org/drawingml/2006/main">
            <a:r>
              <a:t>LaTeX source: d_g=\max\{0,0.30-0.08I_O(g)-0.08I_T(g)-b\},\quad q_g=0.04+0.12I_O(g)+0.12I_T(g)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來源：本專案 modeling_cancer.py:125-132。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均勻混合假設讓非生產者也獲得相同死亡降低。半飽和參數K=0.02，當f=K時b=bmax/2。il11_environment在每一代繁殖前呼叫一次。新子代突變在最後一步發生，所以新生產者不會回頭改變這一代已執行的存活抽樣。開關OFF保留第6位作passenger，以保持相同突變機會。</a:t>
            </a:r>
          </a:p>
          <a:p xmlns:a="http://schemas.openxmlformats.org/drawingml/2006/main">
            <a:r>
              <a:t>LaTeX source: f_t=\frac{\sum_g N_{g,t}I_{IL11}(g)}{T_t},\qquad b_t=\frac{0.06f_t}{0.02+f_t}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來源：本專案 modeling_cancer.py:138-144。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imulate使用同步世代。記錄t代，檢查停止條件，依當前總量更新治療開關，計算IL11，再對所有父基因型存活與分裂，最後讓全部子代突變。新一代完全取代父代。把這個順序讀清楚可以避免把新突變誤當成本次存活的原因。</a:t>
            </a:r>
          </a:p>
          <a:p xmlns:a="http://schemas.openxmlformats.org/drawingml/2006/main">
            <a:r>
              <a:t>LaTeX source: S_t\longmapsto (\alpha_t,b_t)\longmapsto (U_g,V_g,B_g)_g\longmapsto\mathbf{N}_{t+1}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來源：本專案 modeling_cancer.py:214-255。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停止檢查在治療開關更新之前，已停止的族群不再繁殖。max_cells不是硬截斷細胞數，若上一代更新產生超過上限的細胞，程式保留完整該代再停止。計算上限不是生物吸收狀態。執行鏈若需要時間齊次狀態，可擴充(N,A,t,C)，其中C保存執行或停止模式。</a:t>
            </a:r>
          </a:p>
          <a:p xmlns:a="http://schemas.openxmlformats.org/drawingml/2006/main">
            <a:r>
              <a:t>LaTeX source: \tau=\inf\{t:T_t=0\ \mathrm{or}\ T_t\geq T_{\rm target}\ \mathrm{or}\ T_t\geq T_{\max}\ \mathrm{or}\ t=G\}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來源：本專案 modeling_cancer.py:219-229。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therapy_generation記錄首次啟動的當前generation。transition t到t+1使用剛更新的治療控制alpha。門檻以下若先前已治療仍繼續，因為therapy_generation不會重設None。自然存活與治療存活相乘，不能直接把兩種死亡率相加。基準敏感死亡delta=1-.7*.1=.93，抗藥delta=1-.7*.96=.328。</a:t>
            </a:r>
          </a:p>
          <a:p xmlns:a="http://schemas.openxmlformats.org/drawingml/2006/main">
            <a:r>
              <a:t>LaTeX source: \alpha_t=A_t\vee\mathbf{1}\{\mathrm{therapy}\wedge T_t\geq20000\},\quad\delta_g=1-(1-d_g)(1-\alpha_t k_g)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來源：本專案 modeling_cancer.py:230-234, 241-244。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A是當前門檻更新前的持續治療狀態，alpha為本次transition的治療狀態。完整狀態必須有A，因為下降到門檻以下後仍保持治療。停止模式C屬於程式控制，而非所有條件都是生物吸收。</a:t>
            </a:r>
          </a:p>
          <a:p xmlns:a="http://schemas.openxmlformats.org/drawingml/2006/main">
            <a:r>
              <a:t>LaTeX source: S_t=(\mathbf{N}_t,A_t),\qquad A_{t+1}=\alpha_t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來源：本專案 modeling_cancer.py:214-244。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條件於state，父細胞死亡和分裂獨立同分布。第一次Binomial抽存活數，第二次在存活者中抽三子代數，故第二次試驗數是survivors而非count。每個存活者基準產生2個子代，三子代者再多1。U=0時V=0，沒有父代存活便不留下後代。每類使用批次Binomial與逐細胞Bernoulli在分布上等價。</a:t>
            </a:r>
          </a:p>
          <a:p xmlns:a="http://schemas.openxmlformats.org/drawingml/2006/main">
            <a:r>
              <a:t>LaTeX source: U_g\sim\mathrm{Bin}(n_g,1-\delta_g),\quad V_g\mid U_g\sim\mathrm{Bin}(U_g,q_g),\quad B_g=2U_g+V_g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來源：本專案 modeling_cancer.py:238-240, 245-251。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基準未治療delta=.3、q=.04。單個父細胞有0個子代的機率.3，2個子代.7*.96=.672，3個子代.7*.04=.028。均值0+2*.672+3*.028=1.428。治療下敏感均值.07*2.04=.1428，抗藥.672*2.04=1.37088，因而有選擇差異。期望不是一次試驗的必然細胞數。</a:t>
            </a:r>
          </a:p>
          <a:p xmlns:a="http://schemas.openxmlformats.org/drawingml/2006/main">
            <a:r>
              <a:t>LaTeX source: m_g(s)=\mathrm{E}[B_g^{(1)}\mid s]=(1-\delta_g(s))(2+q_g)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來源：本專案 modeling_cancer.py: Config, simulate, mutate_offspring。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opulation在函數入口先複製，updated在每一個gene開始時再複製。從舊population讀，向updated寫，避免本輪新基因型再處理同一個位元。當進入下一個gene時已接收前一輪更新，因此可在同一代新增兩個或更多不同位元。已為1的位元跳過，不允許回復突變。算法生成與每個子代每個未突變位元獨立Bernoulli相同的聯合分布。</a:t>
            </a:r>
          </a:p>
          <a:p xmlns:a="http://schemas.openxmlformats.org/drawingml/2006/main">
            <a:r>
              <a:t>LaTeX source: X_{g,j}\sim\mathrm{Bin}(N_g,\mu),\qquad g\longmapsto g\cup\{j\}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來源：本專案 modeling_cancer.py:151-162。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例子抽樣數2是教學示意，不是由mu=.001必然得到。當gene=3遮罩為8，2個細胞由key0移至key8，總數100不變。dictionary.get容許新key存在或不存在。最後移除零數目。測試mu=0時完全不變，mu=1時全部移到滿位元基因型。</a:t>
            </a:r>
          </a:p>
          <a:p xmlns:a="http://schemas.openxmlformats.org/drawingml/2006/main">
            <a:r>
              <a:t>LaTeX source: \sum_hN_h^{\rm after\ mutation}=\sum_gB_g,\qquad g\subseteq h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來源：本專案 modeling_cancer.py:163-169。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把基因型表示為已突變位元集合g與h。只有g是h子集時可達。新增位元有|h|-|g|個，各以mu突變；保持0的L-|h|個位元各以1-mu不突變。已為1的位元不需再抽。當g不是h子集時Qgh=0。對任意g每列和1。給定Bg，Ygh聯合為Multinomial，這是逐位元拆分的等價數學表達，程式沒有真的建立Q。</a:t>
            </a:r>
          </a:p>
          <a:p xmlns:a="http://schemas.openxmlformats.org/drawingml/2006/main">
            <a:r>
              <a:t>LaTeX source: Q_{gh}=\mu^{|h|-|g|}(1-\mu)^{22-|h|}\quad(g\subseteq h),\qquad Q_{gh}=0\quad(g\nsubseteq h)</a:t>
            </a:r>
          </a:p>
          <a:p xmlns:a="http://schemas.openxmlformats.org/drawingml/2006/main">
            <a:r>
              <a:t>LaTeX source: (Y_{gh})_h\mid B_g\sim\mathrm{Multinomial}\bigl(B_g,(Q_{gh})_h\bigr),\qquad N_{h,t+1}=\sum_gY_{gh}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來源：本專案 modeling_cancer.py:147-169。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簡化只保留敏感S與抗藥R且關閉其他優勢。Q=[[.999,.001],[0,1]]，治療下繁殖均值mS=.1428、mR=1.37088，所以M=diag(m)Q。第一列和.1428，第二列和1.37088，並不是機率矩陣。這個兩類簡化例是教學縮減，不能當成原模型所有基因型的兩類精確閉合。</a:t>
            </a:r>
          </a:p>
          <a:p xmlns:a="http://schemas.openxmlformats.org/drawingml/2006/main">
            <a:r>
              <a:t>LaTeX source: M_{gh}(s)=m_g(s)Q_{gh},\qquad\mathrm{E}[\mathbf{N}_{t+1}\mid S_t=s]=\mathbf{n}M(s)</a:t>
            </a:r>
          </a:p>
          <a:p xmlns:a="http://schemas.openxmlformats.org/drawingml/2006/main">
            <a:r>
              <a:t>LaTeX source: (100,5)M_{\rm on}=(14.26572,\ 6.86868)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來源：本專案 modeling_cancer.py:238-253。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是所有基因型計數向量，A保存是否已開始治療，Config固定。IL11可由N計算，無需額外加入狀態。只用總細胞數T通常不具Markov性，因為相同T但抗藥比例或driver比例不同會有不同轉移。這裡的Markov鏈是理想隨機模型，實作中seed讓偽亂數路徑可重現。程式停止控制與復發歷史判讀需另外擴充狀態。</a:t>
            </a:r>
          </a:p>
          <a:p xmlns:a="http://schemas.openxmlformats.org/drawingml/2006/main">
            <a:r>
              <a:t>LaTeX source: S_t=(\mathbf{N}_t,A_t),\quad P_{ss'}=\Pr(S_{t+1}=s'\mid S_t=s)</a:t>
            </a:r>
          </a:p>
          <a:p xmlns:a="http://schemas.openxmlformats.org/drawingml/2006/main">
            <a:r>
              <a:t>LaTeX source: \Pr(S_{t+1}\mid S_t,S_{t-1},\ldots)=\Pr(S_{t+1}\mid S_t)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來源：本專案 modeling_cancer.py: Config, simulate, mutate_offspring。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z_h是子基因型h的形式變數。u_g(z)=sumQgh zh是一個子代的生成函數。單個父細胞死亡時為常數delta，產生2或3個獨立子代時分別為u²和u³，依對應概率加權得到Fg。這同時捕捉子代數與突變種類的聯合分布。程式以Binomial分批實作這個規則。</a:t>
            </a:r>
          </a:p>
          <a:p xmlns:a="http://schemas.openxmlformats.org/drawingml/2006/main">
            <a:r>
              <a:t>LaTeX source: u_g(\mathbf{z})=\sum_hQ_{gh}z_h</a:t>
            </a:r>
          </a:p>
          <a:p xmlns:a="http://schemas.openxmlformats.org/drawingml/2006/main">
            <a:r>
              <a:t>LaTeX source: F_g(\mathbf{z}\mid s)=\delta_g+(1-\delta_g)\left[(1-q_g)u_g(\mathbf{z})^2+q_gu_g(\mathbf{z})^3\right]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來源：本專案 modeling_cancer.py: Config, simulate, mutate_offspring。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給定s，ng個同基因型父細胞獨立，故該類生成函數Fg^ng。各類再相乘得到H。取z向量對應nprime的多項式係數得到下一代完整計數概率；另外要求下一代治療開關aprime等於本次更新後alpha。這個精確核定義於生物轉移的未停止狀態。停止控制可擴充狀態(N,A,t,C)。</a:t>
            </a:r>
          </a:p>
          <a:p xmlns:a="http://schemas.openxmlformats.org/drawingml/2006/main">
            <a:r>
              <a:t>LaTeX source: H_s(\mathbf{z})=\prod_g F_g(\mathbf{z}\mid s)^{n_g}</a:t>
            </a:r>
          </a:p>
          <a:p xmlns:a="http://schemas.openxmlformats.org/drawingml/2006/main">
            <a:r>
              <a:t>LaTeX source: P_{ss'}=\mathbf{1}\{a'=\alpha(s)\}\,[\mathbf{z}^{\mathbf{n}'}]H_s(\mathbf{z})</a:t>
            </a:r>
          </a:p>
          <a:p xmlns:a="http://schemas.openxmlformats.org/drawingml/2006/main">
            <a:r>
              <a:t>LaTeX source: [\mathbf{z}^{\mathbf{n}'}]\ :\ \mathrm{coefficient\ of}\ \prod_h z_h^{n'_h}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來源：本專案 modeling_cancer.py: Config, simulate, mutate_offspring。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狀態順序0,1,2,3,dagger。基準單父子代0,2,3機率.3,.672,.028。例如2個父細胞都死亡=.09，一死一產2=.4032，一死一產3=.0168，其餘進入overflow概率.49。3個父細胞對應.027,.18144,.00756,.784。dagger是首次N&gt;=4後不再觀察的人工吸收，不是環境飽和或完整模型中的生物吸收。每列總和1。</a:t>
            </a:r>
          </a:p>
          <a:p xmlns:a="http://schemas.openxmlformats.org/drawingml/2006/main">
            <a:r>
              <a:t>LaTeX source: P_{ij}=\Pr(S_{t+1}=j\mid S_t=i),\qquad\sum_jP_{ij}=1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來源：本專案 modeling_cancer.py: Config, simulate, mutate_offspring。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本簡報採橫向row probability vector。pi_t(i)是現在在狀態i的概率，Pij是由i走到j的條件概率，對所有i加總得到pi_next(j)。因此維度(1×K)(K×K)=(1×K)。若改column convention可寫p_next=Ptranspose p，不是左右哪個固定正確，而是索引與向量方向必須一致。pi0=[0,1,0,0,0]表示初始確定在一個細胞，pi1=P第二列。</a:t>
            </a:r>
          </a:p>
          <a:p xmlns:a="http://schemas.openxmlformats.org/drawingml/2006/main">
            <a:r>
              <a:t>LaTeX source: \pi_{t+1}(j)=\sum_i\pi_t(i)P_{ij},\qquad\boldsymbol{\pi}_{t+1}=\boldsymbol{\pi}_tP</a:t>
            </a:r>
          </a:p>
          <a:p xmlns:a="http://schemas.openxmlformats.org/drawingml/2006/main">
            <a:r>
              <a:t>LaTeX source: (1\times K)(K\times K)=(1\times K)</a:t>
            </a:r>
          </a:p>
          <a:p xmlns:a="http://schemas.openxmlformats.org/drawingml/2006/main">
            <a:r>
              <a:t>LaTeX source: \boldsymbol{\pi}_0=(0,1,0,0,0),\quad\boldsymbol{\pi}_1=(0.30,0,0.672,0.028,0)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來源：本專案 modeling_cancer.py: Config, simulate, mutate_offspring。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從一個細胞兩代後滅絕概率=.3*1+.672*.09+.028*.027=.361236。每一項是經過0、2、3個細胞中間狀態的路徑概率。完整pi2由pi0P²計算且總和1。一條simulate路徑只抽中其中一些狀態；P連乘描述全部可能路徑的分布。路徑probability初始pi0(s0)乘沿途P，不將實際抽中的計數向量直接乘P。</a:t>
            </a:r>
          </a:p>
          <a:p xmlns:a="http://schemas.openxmlformats.org/drawingml/2006/main">
            <a:r>
              <a:t>LaTeX source: (P^2)_{ij}=\sum_kP_{ik}P_{kj},\qquad\boldsymbol{\pi}_t=\boldsymbol{\pi}_0P^t</a:t>
            </a:r>
          </a:p>
          <a:p xmlns:a="http://schemas.openxmlformats.org/drawingml/2006/main">
            <a:r>
              <a:t>LaTeX source: \Pr(N_2=0)=0.30+0.672(0.09)+0.028(0.027)=0.361236</a:t>
            </a:r>
          </a:p>
          <a:p xmlns:a="http://schemas.openxmlformats.org/drawingml/2006/main">
            <a:r>
              <a:t>LaTeX source: \Pr(s_0,\ldots,s_T)=\pi_0(s_0)\prod_{t=0}^{T-1}P_{s_t s_{t+1}}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來源：本專案 modeling_cancer.py: Config, simulate, mutate_offspring。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兩個索引是完整族群狀態，元素機率，推進pi。Q索引是單細胞父與子基因型，元素突變概率。M索引也是基因型，但元素期望子代數，列和m，不保證1。固定環境時E[Nt]=N0M^t；當IL11與治療由隨機state決定時E[Nnext]=E[Nt M(St)]，一般不等於E[Nt] M(E[St])。完整P可固定，因不同state的環境寫在不同列。</a:t>
            </a:r>
          </a:p>
          <a:p xmlns:a="http://schemas.openxmlformats.org/drawingml/2006/main">
            <a:r>
              <a:t>LaTeX source: \mathrm{E}[\mathbf{N}_{t+1}]=\mathrm{E}[\mathbf{N}_tM(S_t)],\quad\mathrm{E}[\mathbf{N}_t]=\mathbf{N}_0M^t\ \mathrm{only\ if}\ M\ \mathrm{is\ fixed}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來源：本專案 modeling_cancer.py: Config, simulate, mutate_offspring。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hannon用自然對數。richness=len(population)只看種類，不看大小比例。例{a:50,b:50}的H=ln2≈.693，而{a:99,b:1}的H≈.056，比較相同richness但均勻度不同。exp(H)稱有效基因型數。零族群Shannon=0且effective_genotypes另外定為0，避免exp(0)=1誤表示仍有一種細胞。基因型多樣性不是家系多樣性。</a:t>
            </a:r>
          </a:p>
          <a:p xmlns:a="http://schemas.openxmlformats.org/drawingml/2006/main">
            <a:r>
              <a:t>LaTeX source: p_g=\frac{N_g}{T},\quad H=-\sum_gp_g\log p_g,\quad D=1-\sum_gp_g^2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來源：本專案 modeling_cancer.py:174-178。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rapy_generation對應history的generation索引，因從0開始每代記錄。baseline可overshoot20,000。after排除啟動代。declined一旦true保持true，防止單純持續增長被叫復發。完整分類依序relapse、extinction、no_relapse_observed、no_initial_response；未開始治療另為therapy_not_started。若要在Markov狀態內實時識別這個歷史事件，需加入baseline與declined，不只是N,A。</a:t>
            </a:r>
          </a:p>
          <a:p xmlns:a="http://schemas.openxmlformats.org/drawingml/2006/main">
            <a:r>
              <a:t>LaTeX source: T_*=T_{t_{\rm therapy}},\quad t_{\rm relapse}=\inf\{t&gt;t_{\rm therapy}:T_t\geq T_*,\ \exists u&lt;t:T_u&lt;T_*\}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來源：本專案 modeling_cancer.py:261-268, 270-274。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相同參數、seed與相同執行環境通常重現該偽亂數路徑。不同trial不共用同一Generator，避免意外耦合。main另外執行one/twohit與IL11組，比較時不施加治療。seed是重現標記，不是模型狀態或生物參數。套件版本存在metadata，有助查詢環境變化。</a:t>
            </a:r>
          </a:p>
          <a:p xmlns:a="http://schemas.openxmlformats.org/drawingml/2006/main">
            <a:r>
              <a:t>LaTeX source: S_{t+1}^{(r)}\mid S_t^{(r)}=s\sim P(s,\cdot),\quad r=1,\ldots,30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來源：本專案 modeling_cancer.py:739-742, 752-753, 756-756。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lot_therapy_ensemble依絕對generation對齊，不是對齊治療起始。停止於celllimit的trial後續是缺失，不能填0或延續最後值。extinction後細胞數為0；抗藥比例及基因頻率無分母，因此缺失。percentiles是trial間變異，不是confidenceinterval。多種曲線的中位數不必相加。有效n下降時需小心條件選擇。</a:t>
            </a:r>
          </a:p>
          <a:p xmlns:a="http://schemas.openxmlformats.org/drawingml/2006/main">
            <a:r>
              <a:t>LaTeX source: \widehat{Q}_{p,t}=\mathrm{quantile}_p\{X_t^{(r)}:\ X_t^{(r)}\ \mathrm{observed}\},\quad p\in\{0.1,0.5,0.9\}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來源：本專案 modeling_cancer.py:645-645, 650-654, 672-673。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ample_at_size從最後達標族群取sample，不是連續時間精確N=5000時的整個腫瘤。超幾何分布是無放回抽樣，與multinomial的有放回近似不同。未達標trial回None並記錄。高死亡可能較慢而累積更多mutation機會，故高H不能單獨歸因於death造成多樣性。下一步固定時間與固定大小分別比較。</a:t>
            </a:r>
          </a:p>
          <a:p xmlns:a="http://schemas.openxmlformats.org/drawingml/2006/main">
            <a:r>
              <a:t>LaTeX source: \mathbf{X}\sim\mathrm{MultiHypergeom}(\mathbf{N},5000),\qquad\sum_gX_g=5000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來源：本專案 modeling_cancer.py:382-390。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現有五個unittest方法涵蓋IL11共享、ensemble缺失與滅絕、同一TSG兩擊、突變守恆與獨立性、seed重現及參數驗證。mu=.2只有一個TSG兩位元可突變時，0/1/2擊概率.64/.32/.04，10萬樣本比例容許.006誤差。測試能抓算法錯誤，但不能證明教學參數符合生物數據。</a:t>
            </a:r>
          </a:p>
          <a:p xmlns:a="http://schemas.openxmlformats.org/drawingml/2006/main">
            <a:r>
              <a:t>LaTeX source: K\sim\mathrm{Bin}(2,0.2):\quad\Pr(K=0,1,2)=(0.64,0.32,0.04)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來源：本專案 test_modeling_cancer.py: SuppressorTests。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主治療30次用twohit且IL11off。onehit/twohit18代無治療保持相同loci與oncogene，只改TSG門檻且不同seed組。IL11on/off18代無治療相同loci及同一replicate seed，族群分歧後不代表逐細胞配對。deathrate.2/.35/.45首次達5000後固定樣本，達標代數不同。這些比較估計的是指定教學參數情況的行為。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來源：本專案 modeling_cancer.py:393-477, 575-628, 723-760。參數為教學假設，未用臨床資料校準。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這個問題承接前半部程式規則。治療降低敏感細胞存活，但抗藥細胞仍可增長。因此需用負荷、抗藥比例、多樣性與事件分布共同判讀。以下結果皆來自30次預設試驗，曲線按絕對generation對齊，每trial治療起始可能不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來源：本專案 outputs/trajectory.csv, therapy_replicates.csv。參數為教學假設，未用臨床資料校準。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先在原始細胞數上計算percentiles再轉換log10(N+1)。每組治療開始世代中位15，各自達到門檻才治療，所以不畫一條共同啟動線。總、敏感、抗藥各自中位數不必相加。813.5是每個trial最低負荷的中位數，不是中位曲線最低點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來源：本專案 outputs/trajectory.csv, therapy_replicates.csv。參數為教學假設，未用臨床資料校準。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resistant_percent在存活且觀察中的trial計算。第15代中位1.1585%、第18代90.5163%、第20代99.9293%。抗藥比例增加不等同突變率增加，也不證明所有細胞同一家系。按代數保留n，這個窗口全部30個trial存活。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來源：本專案 outputs/trajectory.csv。參數為教學假設，未用臨床資料校準。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ffective_genotypes=exp(Shannon)，有相同Shannon的均勻組成需這麼多基因型。它描述基因型多樣性，不是祖先家系數。直接使用trajectory已記錄trial百分位，前30代全部trial仍觀察且存活。圖中突變持續、不同基因型生長與選擇共同影響多樣性，不能僅由負荷推斷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來源：本專案 outputs/trajectory.csv: effective_genotypes。參數為教學假設，未用臨床資料校準。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這是原始dashboard面板C。celllimit停止後不能再列為觀察，曲線中的observed_n下降。不把它誤解成治療成功。所有30次試驗最終celllimit，沒有extinction。therapy_started計算每代已達啟動門檻的trial累計。主曲線與heatmap限制0-30，是因為該窗口全部30仍存活觀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來源：本專案 outputs/trajectory.csv, run_metadata.json。參數為教學假設，未用臨床資料校準。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重現30個therapy seeds並逐代核對therapy_trajectories.csv的total/resistant共1119列。基因頻率是各trial中該位點任一等位基因突變的比例。TSG顯示any hit，不等於two-hit功能喪失。每格為30次試驗的平均頻率。採0-30代的完整共同窗口。色階1。頻率之間可能因共現而關聯，這張圖不提供因果關係或家系識別。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來源：本專案 outputs/01_tumor_dashboard panels E/F; regenerated populations from recorded seeds。參數為教學假設，未用臨床資料校準。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重現30個therapy seeds並逐代核對therapy_trajectories.csv的total/resistant共1119列。基因頻率是各trial中該位點任一等位基因突變的比例。TSG顯示any hit，不等於two-hit功能喪失。每格為30次試驗頻率的樣本SD，ddof=1。採0-30代的完整共同窗口。色階0.5。頻率之間可能因共現而關聯，這張圖不提供因果關係或家系識別。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來源：本專案 outputs/01_tumor_dashboard panels E/F; regenerated populations from recorded seeds。參數為教學假設，未用臨床資料校準。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先觀察組成機制再看事件分布。relapse_generation範圍23到31，中位28，P10/P90為26/29.1。這批30/30不代表任何參數下都必然復發，更不能推論病人必然復發。未觀察事件需有截尾資料與其他分類，本批均完整觀察復發後才celllimit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來源：本專案 outputs/therapy_replicates.csv。參數為教學假設，未用臨床資料校準。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對照組保持相同基因組及oncogene規則，只把TSG deathreduction和triplebonus設0。onehit/twohit只改同一TSG門檻。新重現30個對照seed並核對comparisons.csv終點。三條中位線按18代固定時間，不治療，避免治療選擇乾擾。此圖對應02_scenario_comparisons左面板。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來源：本專案 outputs/comparisons.csv, one_hit_vs_two_hit.csv。參數為教學假設，未用臨床資料校準。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onehit中位94617.5，twohit73879，兩組中位比1.2807，即高28.1%。不是每個onehittrial都大於每個twohittrial。這是功能門檻改變下的教學模型結果，無pvalue聲稱。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來源：本專案 outputs/one_hit_vs_two_hit.csv。參數為教學假設，未用臨床資料校準。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nehit只要任一等位基因即可達標，twohit同基因兩等位基因，所以達標比例可能跨量級。為保留0並可顯示稀少twohit，顯式轉換log10(p_percent+.01)；0%=-2，.99%=0，9.99%=1。原始fig03面板B用symlog；這裡改用明確注明的平滑對數表示而非假裝沿用同一軸。資料用suppressor_fraction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來源：本專案 outputs/one_hit_vs_two_hit.csv: suppressor_fraction。參數為教學假設，未用臨床資料校準。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這是原始fig03面板C的固定18代endpoint散點。所有trial逐點保留，加上中位數。兩組不同seeds，並非配對點。可看到分布重疊，避免把中位28.1%差異當成每一個trial都相同。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來源：本專案 outputs/one_hit_vs_two_hit.csv: generation 18。參數為教學假設，未用臨床資料校準。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對應原始fig05全範圍面板。x是生產者百分比，y是死亡降低百分點，公式bmaxf/(K+f)指定上限6個百分點。f=100%時5.882百分點，接近但不等於6。這是模型假設的視覺化，不能當成模擬或生物實驗證據。低比例敏感度由下一頁放大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來源：本專案 outputs/05_il11_benefit_curve.svg: full-range panel。參數為教學假設，未用臨床資料校準。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這張是原始fig05低比例放大面板。曲線來自指定公式而不是隨機模擬或實驗擬合。f=.02時b=.03，f=.1時b=.05。bmax=.06，不會超過6個百分點。半飽和參數是教學假設，可能影響結果。所有細胞均受益，未考慮分泌成本或空間限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來源：本專案 outputs/05_il11_benefit_curve.svg, Config。參數為教學假設，未用臨床資料校準。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OFF中位72455.5、ON110469.5，比值1.52465。每rep同seed，但族群分歧後隨機數消耗不同，不是逐細胞配對。控制相同20loci避免突變機會變化。未治療18代。52.5%是兩組中位比，不是pairedtrial提升平均。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來源：本專案 outputs/il11_comparison.csv。參數為教學假設，未用臨床資料校準。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對應fig04面板B。il11_percent是生產者比例，中位ON第18代1.603%，OFF位點中性但仍可能突變。ON所算shareddeathreduction中位2.6694百分點。比例中位與benefit中位因單調轉換一致但為每trial計算，不能把生產者數少誤解為只有少數細胞受益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來源：本專案 outputs/il11_comparison.csv: il11_percent, shared_death_reduction。參數為教學假設，未用臨床資料校準。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原始fig04面板C。同seed保持experiment可重現，但不能當成逐細胞配對。散點呈現原始30個endpoint，黑點為中位。看差異也看重疊，不聲稱實驗資料校準或統計顯著性。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來源：本專案 outputs/il11_comparison.csv: generation 18。參數為教學假設，未用臨床資料校準。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原始fig02右面板。d=.2,.35,.45均30/30到達取樣目標。Shannon中位1.06236,1.80123,2.83497；達標generation中位8,14,26.5。較慢達標可累積更多mutation，因此不能單獨認定death提高多樣性。取樣控制的是樣本數，沒有控制演化時間。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來源：本專案 outputs/comparisons.csv: death_rate。參數為教學假設，未用臨床資料校準。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抗藥殺傷率掃描用replace修改resistanttherapy kill，其餘保持固定。IL11掃描bmax與K，加入producercost或spatialrestriction。多樣性固定代數及固定樣本大小分開比較並保留未達標trial。先定義指標再新增experiment，存CSV與metadata及tests。需生物資料校準後再談實際適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來源：本專案 modeling_cancer.py: Config, simulate, mutate_offspring。參數為教學假設，未用臨床資料校準。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opulation對應基因型計數向量，therapy_generation保存持續治療控制。growth_probabilities和il11_environment定義狀態相依環境，二項抽樣生成存活与子代，逐位元mutation等價於Q。這些規則共同定義巨大P，simulate只抽其中一條路徑。多次試驗估計結果分布；tests檢查實作語意，資料校準另需實驗證據。讀完應能追蹤程式每個變數的來源、分布與作用時點。</a:t>
            </a:r>
          </a:p>
          <a:p xmlns:a="http://schemas.openxmlformats.org/drawingml/2006/main">
            <a:r>
              <a:t>LaTeX source: \boldsymbol{\pi}_{t+1}=\boldsymbol{\pi}_tP,\qquad\mathrm{E}[\mathbf{N}_{t+1}\mid S_t=s]=\mathbf{n}M(s)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來源：本專案 modeling_cancer.py, test_modeling_cancer.py。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73cb0da3c34469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89f03ceeab84848" /><Relationship Type="http://schemas.openxmlformats.org/officeDocument/2006/relationships/slideLayout" Target="/ppt/slideLayouts/slideLayout1.xml" Id="Rd8860b8478b044b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8860b8478b044b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de325fa3a92417b" /><Relationship Type="http://schemas.openxmlformats.org/officeDocument/2006/relationships/image" Target="/ppt/media/image.png" Id="R7ce6af5d64af4143" /><Relationship Type="http://schemas.openxmlformats.org/officeDocument/2006/relationships/notesSlide" Target="/ppt/notesSlides/notesSlide1.xml" Id="R62ada172a364440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f52784865db4c78" /><Relationship Type="http://schemas.openxmlformats.org/officeDocument/2006/relationships/chart" Target="/ppt/slides/charts/chart1.xml" Id="Re2d389bce9c54b67" /><Relationship Type="http://schemas.openxmlformats.org/officeDocument/2006/relationships/notesSlide" Target="/ppt/notesSlides/notesSlide2.xml" Id="Rfbb05348887244b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b6575ee76c74684" /><Relationship Type="http://schemas.openxmlformats.org/officeDocument/2006/relationships/notesSlide" Target="/ppt/notesSlides/notesSlide3.xml" Id="R02d159c3c9244b4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b71c3af5e9b419f" /><Relationship Type="http://schemas.openxmlformats.org/officeDocument/2006/relationships/image" Target="/ppt/media/image2.png" Id="Rd68d0e24186b4003" /><Relationship Type="http://schemas.openxmlformats.org/officeDocument/2006/relationships/notesSlide" Target="/ppt/notesSlides/notesSlide4.xml" Id="R9d9194d29c3a4c4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4a7a35fa00e470b" /><Relationship Type="http://schemas.openxmlformats.org/officeDocument/2006/relationships/image" Target="/ppt/media/image3.png" Id="R76f27e02c46c4cf0" /><Relationship Type="http://schemas.openxmlformats.org/officeDocument/2006/relationships/notesSlide" Target="/ppt/notesSlides/notesSlide5.xml" Id="Ra82fda55292f41bd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aeef6b4b53e4eb4" /><Relationship Type="http://schemas.openxmlformats.org/officeDocument/2006/relationships/image" Target="/ppt/media/image4.png" Id="R0c8c6012bac94bf0" /><Relationship Type="http://schemas.openxmlformats.org/officeDocument/2006/relationships/notesSlide" Target="/ppt/notesSlides/notesSlide6.xml" Id="R7fefbeca5f4241be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a2e6c34c7894aa1" /><Relationship Type="http://schemas.openxmlformats.org/officeDocument/2006/relationships/image" Target="/ppt/media/image5.png" Id="Rb5f4c1e45c11486f" /><Relationship Type="http://schemas.openxmlformats.org/officeDocument/2006/relationships/notesSlide" Target="/ppt/notesSlides/notesSlide7.xml" Id="R47b70255a7344abd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689ccee14bf4fa3" /><Relationship Type="http://schemas.openxmlformats.org/officeDocument/2006/relationships/image" Target="/ppt/media/image6.png" Id="R5c3811116443413f" /><Relationship Type="http://schemas.openxmlformats.org/officeDocument/2006/relationships/notesSlide" Target="/ppt/notesSlides/notesSlide8.xml" Id="R4491f8fecf934a47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847f7b635b6464c" /><Relationship Type="http://schemas.openxmlformats.org/officeDocument/2006/relationships/image" Target="/ppt/media/image7.png" Id="R2908599c8afe48ac" /><Relationship Type="http://schemas.openxmlformats.org/officeDocument/2006/relationships/notesSlide" Target="/ppt/notesSlides/notesSlide9.xml" Id="Rbba0e37841904d7a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a63c9765f7140ef" /><Relationship Type="http://schemas.openxmlformats.org/officeDocument/2006/relationships/image" Target="/ppt/media/image8.png" Id="R2eedd03283f64e97" /><Relationship Type="http://schemas.openxmlformats.org/officeDocument/2006/relationships/notesSlide" Target="/ppt/notesSlides/notesSlide10.xml" Id="R43f25eb1fb814b9e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6b6dcd26e5e4d0a" /><Relationship Type="http://schemas.openxmlformats.org/officeDocument/2006/relationships/image" Target="/ppt/media/image9.png" Id="R785ed175af934d79" /><Relationship Type="http://schemas.openxmlformats.org/officeDocument/2006/relationships/notesSlide" Target="/ppt/notesSlides/notesSlide11.xml" Id="Ra1f6ad0e7ed241ef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923f7c3f9ef468b" /><Relationship Type="http://schemas.openxmlformats.org/officeDocument/2006/relationships/image" Target="/ppt/media/image10.png" Id="R88bb578f6d784a11" /><Relationship Type="http://schemas.openxmlformats.org/officeDocument/2006/relationships/notesSlide" Target="/ppt/notesSlides/notesSlide12.xml" Id="Rf906043a6f7240fd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85439bce13640f9" /><Relationship Type="http://schemas.openxmlformats.org/officeDocument/2006/relationships/image" Target="/ppt/media/image11.png" Id="Rd8b20bee000b406b" /><Relationship Type="http://schemas.openxmlformats.org/officeDocument/2006/relationships/notesSlide" Target="/ppt/notesSlides/notesSlide13.xml" Id="R213c1cdfc5f84ad5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22ca803d90949dc" /><Relationship Type="http://schemas.openxmlformats.org/officeDocument/2006/relationships/image" Target="/ppt/media/image12.png" Id="R0ab1d151312b44b8" /><Relationship Type="http://schemas.openxmlformats.org/officeDocument/2006/relationships/notesSlide" Target="/ppt/notesSlides/notesSlide14.xml" Id="R0d5b8e02b79e49ba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a8b966de6f747bf" /><Relationship Type="http://schemas.openxmlformats.org/officeDocument/2006/relationships/image" Target="/ppt/media/image13.png" Id="R968956ba2c454715" /><Relationship Type="http://schemas.openxmlformats.org/officeDocument/2006/relationships/notesSlide" Target="/ppt/notesSlides/notesSlide15.xml" Id="Rc7fbc578b12e4e80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a3205c7b114404f" /><Relationship Type="http://schemas.openxmlformats.org/officeDocument/2006/relationships/image" Target="/ppt/media/image14.png" Id="R8759603a497045df" /><Relationship Type="http://schemas.openxmlformats.org/officeDocument/2006/relationships/notesSlide" Target="/ppt/notesSlides/notesSlide16.xml" Id="Rb4c75deea8614042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0d71d8f2f5348af" /><Relationship Type="http://schemas.openxmlformats.org/officeDocument/2006/relationships/image" Target="/ppt/media/image15.png" Id="R1e9cc5dd14a34634" /><Relationship Type="http://schemas.openxmlformats.org/officeDocument/2006/relationships/notesSlide" Target="/ppt/notesSlides/notesSlide17.xml" Id="R301188864c4e43ca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8480113ed36474d" /><Relationship Type="http://schemas.openxmlformats.org/officeDocument/2006/relationships/image" Target="/ppt/media/image16.png" Id="R92b1064c52194ee9" /><Relationship Type="http://schemas.openxmlformats.org/officeDocument/2006/relationships/image" Target="/ppt/media/image17.png" Id="R2f8aa474a59b49c3" /><Relationship Type="http://schemas.openxmlformats.org/officeDocument/2006/relationships/notesSlide" Target="/ppt/notesSlides/notesSlide18.xml" Id="R626fd8125ccb4259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96e6d0cdd704ada" /><Relationship Type="http://schemas.openxmlformats.org/officeDocument/2006/relationships/image" Target="/ppt/media/image18.png" Id="R2e299a908ef9486e" /><Relationship Type="http://schemas.openxmlformats.org/officeDocument/2006/relationships/image" Target="/ppt/media/image19.png" Id="R066c4633f31a48d0" /><Relationship Type="http://schemas.openxmlformats.org/officeDocument/2006/relationships/notesSlide" Target="/ppt/notesSlides/notesSlide19.xml" Id="R6adb966ea1d9415d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4ab5222348a402f" /><Relationship Type="http://schemas.openxmlformats.org/officeDocument/2006/relationships/image" Target="/ppt/media/image20.png" Id="Rf108cf9913a54a9f" /><Relationship Type="http://schemas.openxmlformats.org/officeDocument/2006/relationships/image" Target="/ppt/media/image21.png" Id="R4a649b0378974dba" /><Relationship Type="http://schemas.openxmlformats.org/officeDocument/2006/relationships/notesSlide" Target="/ppt/notesSlides/notesSlide20.xml" Id="Re532f7d7427944a6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2aaa06e6de148c5" /><Relationship Type="http://schemas.openxmlformats.org/officeDocument/2006/relationships/image" Target="/ppt/media/image22.png" Id="R0b83b6d7447e4fcc" /><Relationship Type="http://schemas.openxmlformats.org/officeDocument/2006/relationships/image" Target="/ppt/media/image23.png" Id="R9a1e03b164d446c4" /><Relationship Type="http://schemas.openxmlformats.org/officeDocument/2006/relationships/notesSlide" Target="/ppt/notesSlides/notesSlide21.xml" Id="R4040dcf2f30c4cf3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2d490f51c334464" /><Relationship Type="http://schemas.openxmlformats.org/officeDocument/2006/relationships/image" Target="/ppt/media/image24.png" Id="Rd2a7e54f838a4af0" /><Relationship Type="http://schemas.openxmlformats.org/officeDocument/2006/relationships/image" Target="/ppt/media/image25.png" Id="R53f22751e37043bc" /><Relationship Type="http://schemas.openxmlformats.org/officeDocument/2006/relationships/image" Target="/ppt/media/image26.png" Id="R433b8656f29041ac" /><Relationship Type="http://schemas.openxmlformats.org/officeDocument/2006/relationships/notesSlide" Target="/ppt/notesSlides/notesSlide22.xml" Id="Rbcda1331a3dd42bb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e33d41c411c4f80" /><Relationship Type="http://schemas.openxmlformats.org/officeDocument/2006/relationships/image" Target="/ppt/media/image27.png" Id="R2ea422fa4e3f405f" /><Relationship Type="http://schemas.openxmlformats.org/officeDocument/2006/relationships/notesSlide" Target="/ppt/notesSlides/notesSlide23.xml" Id="R198fb26227bb4838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5ec4e9f7ae840ed" /><Relationship Type="http://schemas.openxmlformats.org/officeDocument/2006/relationships/image" Target="/ppt/media/image28.png" Id="R1db46c9d64784be2" /><Relationship Type="http://schemas.openxmlformats.org/officeDocument/2006/relationships/image" Target="/ppt/media/image29.png" Id="Rdf3bf2f0b3e549f0" /><Relationship Type="http://schemas.openxmlformats.org/officeDocument/2006/relationships/image" Target="/ppt/media/image30.png" Id="Rc654e64bc97a46d5" /><Relationship Type="http://schemas.openxmlformats.org/officeDocument/2006/relationships/notesSlide" Target="/ppt/notesSlides/notesSlide24.xml" Id="Refbda77618724d49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9ad7a4f051346fb" /><Relationship Type="http://schemas.openxmlformats.org/officeDocument/2006/relationships/image" Target="/ppt/media/image31.png" Id="R0b664c7a9f544c9d" /><Relationship Type="http://schemas.openxmlformats.org/officeDocument/2006/relationships/image" Target="/ppt/media/image32.png" Id="Rcea72f4a9af6442f" /><Relationship Type="http://schemas.openxmlformats.org/officeDocument/2006/relationships/image" Target="/ppt/media/image33.png" Id="R17f9a8ab43884d6f" /><Relationship Type="http://schemas.openxmlformats.org/officeDocument/2006/relationships/notesSlide" Target="/ppt/notesSlides/notesSlide25.xml" Id="Rd6f3f0aad3044630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dad626ac4064580" /><Relationship Type="http://schemas.openxmlformats.org/officeDocument/2006/relationships/image" Target="/ppt/media/image34.png" Id="R3e4efb0978624c49" /><Relationship Type="http://schemas.openxmlformats.org/officeDocument/2006/relationships/notesSlide" Target="/ppt/notesSlides/notesSlide26.xml" Id="R002763f486ef4eb0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048b85291104ccf" /><Relationship Type="http://schemas.openxmlformats.org/officeDocument/2006/relationships/image" Target="/ppt/media/image35.png" Id="R68ebb96e75a64393" /><Relationship Type="http://schemas.openxmlformats.org/officeDocument/2006/relationships/notesSlide" Target="/ppt/notesSlides/notesSlide27.xml" Id="Rd66b24391cea4a62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70df4a530e6461b" /><Relationship Type="http://schemas.openxmlformats.org/officeDocument/2006/relationships/image" Target="/ppt/media/image36.png" Id="Rcb66dfd9e6e34f54" /><Relationship Type="http://schemas.openxmlformats.org/officeDocument/2006/relationships/notesSlide" Target="/ppt/notesSlides/notesSlide28.xml" Id="R9786309be8124dfa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00ac50fa6c545c7" /><Relationship Type="http://schemas.openxmlformats.org/officeDocument/2006/relationships/image" Target="/ppt/media/image37.png" Id="R90e4bfb21b6e492e" /><Relationship Type="http://schemas.openxmlformats.org/officeDocument/2006/relationships/notesSlide" Target="/ppt/notesSlides/notesSlide29.xml" Id="R530d027d8f544446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10af3b7849a4ec3" /><Relationship Type="http://schemas.openxmlformats.org/officeDocument/2006/relationships/image" Target="/ppt/media/image38.png" Id="Rbdac0206dcda4991" /><Relationship Type="http://schemas.openxmlformats.org/officeDocument/2006/relationships/notesSlide" Target="/ppt/notesSlides/notesSlide30.xml" Id="R3bf3484c6934461a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62d10aa9fd444aa" /><Relationship Type="http://schemas.openxmlformats.org/officeDocument/2006/relationships/image" Target="/ppt/media/image39.png" Id="R54ab14ff350c4a1b" /><Relationship Type="http://schemas.openxmlformats.org/officeDocument/2006/relationships/notesSlide" Target="/ppt/notesSlides/notesSlide31.xml" Id="R37130f9796b94ebb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a8bb73ba54c4578" /><Relationship Type="http://schemas.openxmlformats.org/officeDocument/2006/relationships/image" Target="/ppt/media/image40.png" Id="R2867b8ae95db4630" /><Relationship Type="http://schemas.openxmlformats.org/officeDocument/2006/relationships/notesSlide" Target="/ppt/notesSlides/notesSlide32.xml" Id="R036a03bc2f4f4170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49785665dda4d0f" /><Relationship Type="http://schemas.openxmlformats.org/officeDocument/2006/relationships/notesSlide" Target="/ppt/notesSlides/notesSlide33.xml" Id="R312f628c41104489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429fa61dc1c41ee" /><Relationship Type="http://schemas.openxmlformats.org/officeDocument/2006/relationships/notesSlide" Target="/ppt/notesSlides/notesSlide34.xml" Id="R99d3f570bb7a4e36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5fed0f1f7024203" /><Relationship Type="http://schemas.openxmlformats.org/officeDocument/2006/relationships/chart" Target="/ppt/slides/charts/chart2.xml" Id="Ra8395cce8c6c4742" /><Relationship Type="http://schemas.openxmlformats.org/officeDocument/2006/relationships/notesSlide" Target="/ppt/notesSlides/notesSlide35.xml" Id="R62876f644cb74d76" /></Relationships>
</file>

<file path=ppt/slides/_rels/slide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a646ffb60f44970" /><Relationship Type="http://schemas.openxmlformats.org/officeDocument/2006/relationships/chart" Target="/ppt/slides/charts/chart3.xml" Id="Re0174abaf7424a19" /><Relationship Type="http://schemas.openxmlformats.org/officeDocument/2006/relationships/notesSlide" Target="/ppt/notesSlides/notesSlide36.xml" Id="Rb187813b059c4d82" /></Relationships>
</file>

<file path=ppt/slides/_rels/slide3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fe1320ef878470d" /><Relationship Type="http://schemas.openxmlformats.org/officeDocument/2006/relationships/chart" Target="/ppt/slides/charts/chart4.xml" Id="R800f3f0ed9c2465f" /><Relationship Type="http://schemas.openxmlformats.org/officeDocument/2006/relationships/notesSlide" Target="/ppt/notesSlides/notesSlide37.xml" Id="R27d4b83fbf374fff" /></Relationships>
</file>

<file path=ppt/slides/_rels/slide3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5fd2346e1e840d1" /><Relationship Type="http://schemas.openxmlformats.org/officeDocument/2006/relationships/chart" Target="/ppt/slides/charts/chart5.xml" Id="R1aaef1d91e1642cc" /><Relationship Type="http://schemas.openxmlformats.org/officeDocument/2006/relationships/notesSlide" Target="/ppt/notesSlides/notesSlide38.xml" Id="R2fd8769771144a52" /></Relationships>
</file>

<file path=ppt/slides/_rels/slide3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152e1d38cff423b" /><Relationship Type="http://schemas.openxmlformats.org/officeDocument/2006/relationships/notesSlide" Target="/ppt/notesSlides/notesSlide39.xml" Id="Ra26282d420654e49" /></Relationships>
</file>

<file path=ppt/slides/_rels/slide4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2461eef834c4d28" /><Relationship Type="http://schemas.openxmlformats.org/officeDocument/2006/relationships/notesSlide" Target="/ppt/notesSlides/notesSlide40.xml" Id="Rfc8c6de55d8449f2" /></Relationships>
</file>

<file path=ppt/slides/_rels/slide4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05d9c5eee4a4f47" /><Relationship Type="http://schemas.openxmlformats.org/officeDocument/2006/relationships/chart" Target="/ppt/slides/charts/chart6.xml" Id="R54b0d5682ece46ba" /><Relationship Type="http://schemas.openxmlformats.org/officeDocument/2006/relationships/notesSlide" Target="/ppt/notesSlides/notesSlide41.xml" Id="Rcc3d21415026429c" /></Relationships>
</file>

<file path=ppt/slides/_rels/slide4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8353f1c4de942a7" /><Relationship Type="http://schemas.openxmlformats.org/officeDocument/2006/relationships/chart" Target="/ppt/slides/charts/chart7.xml" Id="R391cb2b35cea4213" /><Relationship Type="http://schemas.openxmlformats.org/officeDocument/2006/relationships/notesSlide" Target="/ppt/notesSlides/notesSlide42.xml" Id="Re883ea8f519447f5" /></Relationships>
</file>

<file path=ppt/slides/_rels/slide4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3ff62487b494703" /><Relationship Type="http://schemas.openxmlformats.org/officeDocument/2006/relationships/chart" Target="/ppt/slides/charts/chart8.xml" Id="R0742a5a84a6f46cc" /><Relationship Type="http://schemas.openxmlformats.org/officeDocument/2006/relationships/notesSlide" Target="/ppt/notesSlides/notesSlide43.xml" Id="R8b7d18946c1c4251" /></Relationships>
</file>

<file path=ppt/slides/_rels/slide4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57be3c0fd0f45ef" /><Relationship Type="http://schemas.openxmlformats.org/officeDocument/2006/relationships/chart" Target="/ppt/slides/charts/chart9.xml" Id="R1e8ce30e5ee24ff2" /><Relationship Type="http://schemas.openxmlformats.org/officeDocument/2006/relationships/notesSlide" Target="/ppt/notesSlides/notesSlide44.xml" Id="Re84d2cbbf6694e42" /></Relationships>
</file>

<file path=ppt/slides/_rels/slide4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92c1e6e77fa413e" /><Relationship Type="http://schemas.openxmlformats.org/officeDocument/2006/relationships/chart" Target="/ppt/slides/charts/chart10.xml" Id="R473446e931ed4cf0" /><Relationship Type="http://schemas.openxmlformats.org/officeDocument/2006/relationships/notesSlide" Target="/ppt/notesSlides/notesSlide45.xml" Id="Rea047da5902d4b3d" /></Relationships>
</file>

<file path=ppt/slides/_rels/slide4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db0da955d9b44eb" /><Relationship Type="http://schemas.openxmlformats.org/officeDocument/2006/relationships/chart" Target="/ppt/slides/charts/chart11.xml" Id="Rc949aca2479349d3" /><Relationship Type="http://schemas.openxmlformats.org/officeDocument/2006/relationships/notesSlide" Target="/ppt/notesSlides/notesSlide46.xml" Id="R3e533ed3acc04542" /></Relationships>
</file>

<file path=ppt/slides/_rels/slide4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a66c08844914a62" /><Relationship Type="http://schemas.openxmlformats.org/officeDocument/2006/relationships/chart" Target="/ppt/slides/charts/chart12.xml" Id="Rcfcfd351b6d9440c" /><Relationship Type="http://schemas.openxmlformats.org/officeDocument/2006/relationships/notesSlide" Target="/ppt/notesSlides/notesSlide47.xml" Id="Rda22928af5ae48d7" /></Relationships>
</file>

<file path=ppt/slides/_rels/slide4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fefbe8d878a4b88" /><Relationship Type="http://schemas.openxmlformats.org/officeDocument/2006/relationships/chart" Target="/ppt/slides/charts/chart13.xml" Id="Rd1141faaface4d34" /><Relationship Type="http://schemas.openxmlformats.org/officeDocument/2006/relationships/notesSlide" Target="/ppt/notesSlides/notesSlide48.xml" Id="R762102bfeaa34255" /></Relationships>
</file>

<file path=ppt/slides/_rels/slide4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b60fc6e34f044ef" /><Relationship Type="http://schemas.openxmlformats.org/officeDocument/2006/relationships/chart" Target="/ppt/slides/charts/chart14.xml" Id="Rc08a6cd10cd24507" /><Relationship Type="http://schemas.openxmlformats.org/officeDocument/2006/relationships/notesSlide" Target="/ppt/notesSlides/notesSlide49.xml" Id="Raa8e58a404c7494f" /></Relationships>
</file>

<file path=ppt/slides/_rels/slide5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dddfad0521f4f67" /><Relationship Type="http://schemas.openxmlformats.org/officeDocument/2006/relationships/chart" Target="/ppt/slides/charts/chart15.xml" Id="Ree936402d0214d8d" /><Relationship Type="http://schemas.openxmlformats.org/officeDocument/2006/relationships/notesSlide" Target="/ppt/notesSlides/notesSlide50.xml" Id="R74f1f04cd0db49f4" /></Relationships>
</file>

<file path=ppt/slides/_rels/slide5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d92077dd8df4a5e" /><Relationship Type="http://schemas.openxmlformats.org/officeDocument/2006/relationships/chart" Target="/ppt/slides/charts/chart16.xml" Id="Rf7d0b9e53a9d468f" /><Relationship Type="http://schemas.openxmlformats.org/officeDocument/2006/relationships/notesSlide" Target="/ppt/notesSlides/notesSlide51.xml" Id="Rac6f03ef35a640b0" /></Relationships>
</file>

<file path=ppt/slides/_rels/slide5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d333383c99f4802" /><Relationship Type="http://schemas.openxmlformats.org/officeDocument/2006/relationships/notesSlide" Target="/ppt/notesSlides/notesSlide52.xml" Id="R0053eb6b1f764cec" /></Relationships>
</file>

<file path=ppt/slides/_rels/slide5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5e5dc128f354593" /><Relationship Type="http://schemas.openxmlformats.org/officeDocument/2006/relationships/image" Target="/ppt/media/image41.png" Id="Rff91217dbe4d439f" /><Relationship Type="http://schemas.openxmlformats.org/officeDocument/2006/relationships/notesSlide" Target="/ppt/notesSlides/notesSlide53.xml" Id="Rc7a199078d364cac" /></Relationships>
</file>

<file path=ppt/slides/charts/chart1.xml><?xml version="1.0" encoding="utf-8"?>
<c:chartSpace xmlns:c="http://schemas.openxmlformats.org/drawingml/2006/chart">
  <c:lang val="en-US"/>
  <c:chart>
    <c:plotArea>
      <c:lineChart>
        <c:grouping val="standard"/>
        <c:varyColors val="0"/>
        <c:ser>
          <c:idx val="0"/>
          <c:order val="0"/>
          <c:tx>
            <c:v>P10</c:v>
          </c:tx>
          <c:spPr>
            <a:solidFill xmlns:a="http://schemas.openxmlformats.org/drawingml/2006/main">
              <a:srgbClr val="A5B4BD"/>
            </a:solidFill>
            <a:ln xmlns:a="http://schemas.openxmlformats.org/drawingml/2006/main" w="12383">
              <a:solidFill>
                <a:srgbClr val="A5B4BD"/>
              </a:solidFill>
              <a:prstDash val="dash"/>
            </a:ln>
          </c:spPr>
          <c:marker>
            <c:symbol val="none"/>
          </c:marker>
          <c:cat>
            <c:numLit>
              <c:formatCode>General</c:formatCode>
              <c:ptCount val="31"/>
              <c:pt idx="0">
                <c:v>0</c:v>
              </c:pt>
              <c:pt idx="1">
                <c:v>1</c:v>
              </c:pt>
              <c:pt idx="2">
                <c:v>2</c:v>
              </c:pt>
              <c:pt idx="3">
                <c:v>3</c:v>
              </c:pt>
              <c:pt idx="4">
                <c:v>4</c:v>
              </c:pt>
              <c:pt idx="5">
                <c:v>5</c:v>
              </c:pt>
              <c:pt idx="6">
                <c:v>6</c:v>
              </c:pt>
              <c:pt idx="7">
                <c:v>7</c:v>
              </c:pt>
              <c:pt idx="8">
                <c:v>8</c:v>
              </c:pt>
              <c:pt idx="9">
                <c:v>9</c:v>
              </c:pt>
              <c:pt idx="10">
                <c:v>10</c:v>
              </c:pt>
              <c:pt idx="11">
                <c:v>11</c:v>
              </c:pt>
              <c:pt idx="12">
                <c:v>12</c:v>
              </c:pt>
              <c:pt idx="13">
                <c:v>13</c:v>
              </c:pt>
              <c:pt idx="14">
                <c:v>14</c:v>
              </c:pt>
              <c:pt idx="15">
                <c:v>15</c:v>
              </c:pt>
              <c:pt idx="16">
                <c:v>16</c:v>
              </c:pt>
              <c:pt idx="17">
                <c:v>17</c:v>
              </c:pt>
              <c:pt idx="18">
                <c:v>18</c:v>
              </c:pt>
              <c:pt idx="19">
                <c:v>19</c:v>
              </c:pt>
              <c:pt idx="20">
                <c:v>20</c:v>
              </c:pt>
              <c:pt idx="21">
                <c:v>21</c:v>
              </c:pt>
              <c:pt idx="22">
                <c:v>22</c:v>
              </c:pt>
              <c:pt idx="23">
                <c:v>23</c:v>
              </c:pt>
              <c:pt idx="24">
                <c:v>24</c:v>
              </c:pt>
              <c:pt idx="25">
                <c:v>25</c:v>
              </c:pt>
              <c:pt idx="26">
                <c:v>26</c:v>
              </c:pt>
              <c:pt idx="27">
                <c:v>27</c:v>
              </c:pt>
              <c:pt idx="28">
                <c:v>28</c:v>
              </c:pt>
              <c:pt idx="29">
                <c:v>29</c:v>
              </c:pt>
              <c:pt idx="30">
                <c:v>30</c:v>
              </c:pt>
            </c:numLit>
          </c:cat>
          <c:val>
            <c:numLit>
              <c:formatCode>#,##0</c:formatCode>
              <c:ptCount val="31"/>
              <c:pt idx="0">
                <c:v>2.0043213737826426</c:v>
              </c:pt>
              <c:pt idx="1">
                <c:v>2.1271047983648077</c:v>
              </c:pt>
              <c:pt idx="2">
                <c:v>2.2664668954402414</c:v>
              </c:pt>
              <c:pt idx="3">
                <c:v>2.4026052419199146</c:v>
              </c:pt>
              <c:pt idx="4">
                <c:v>2.5471591213274176</c:v>
              </c:pt>
              <c:pt idx="5">
                <c:v>2.6893088591236203</c:v>
              </c:pt>
              <c:pt idx="6">
                <c:v>2.853393977450666</c:v>
              </c:pt>
              <c:pt idx="7">
                <c:v>3.00774777800074</c:v>
              </c:pt>
              <c:pt idx="8">
                <c:v>3.1604685311190375</c:v>
              </c:pt>
              <c:pt idx="9">
                <c:v>3.313972618860607</c:v>
              </c:pt>
              <c:pt idx="10">
                <c:v>3.463430091902802</c:v>
              </c:pt>
              <c:pt idx="11">
                <c:v>3.6252198190376075</c:v>
              </c:pt>
              <c:pt idx="12">
                <c:v>3.783917865040467</c:v>
              </c:pt>
              <c:pt idx="13">
                <c:v>3.94527158150771</c:v>
              </c:pt>
              <c:pt idx="14">
                <c:v>4.106625993991235</c:v>
              </c:pt>
              <c:pt idx="15">
                <c:v>4.225172250540992</c:v>
              </c:pt>
              <c:pt idx="16">
                <c:v>3.4965975763237087</c:v>
              </c:pt>
              <c:pt idx="17">
                <c:v>2.9095025414054154</c:v>
              </c:pt>
              <c:pt idx="18">
                <c:v>2.8112397727532894</c:v>
              </c:pt>
              <c:pt idx="19">
                <c:v>2.8518085142282374</c:v>
              </c:pt>
              <c:pt idx="20">
                <c:v>2.971229447276241</c:v>
              </c:pt>
              <c:pt idx="21">
                <c:v>3.118859695409587</c:v>
              </c:pt>
              <c:pt idx="22">
                <c:v>3.2631387712181423</c:v>
              </c:pt>
              <c:pt idx="23">
                <c:v>3.419526195575769</c:v>
              </c:pt>
              <c:pt idx="24">
                <c:v>3.570367785823503</c:v>
              </c:pt>
              <c:pt idx="25">
                <c:v>3.722428241979694</c:v>
              </c:pt>
              <c:pt idx="26">
                <c:v>3.881647094493409</c:v>
              </c:pt>
              <c:pt idx="27">
                <c:v>4.0500586541298595</c:v>
              </c:pt>
              <c:pt idx="28">
                <c:v>4.2175839520335225</c:v>
              </c:pt>
              <c:pt idx="29">
                <c:v>4.38660061601695</c:v>
              </c:pt>
              <c:pt idx="30">
                <c:v>4.562047686596289</c:v>
              </c:pt>
            </c:numLit>
          </c:val>
          <c:smooth val="0"/>
        </c:ser>
        <c:ser>
          <c:idx val="1"/>
          <c:order val="1"/>
          <c:tx>
            <c:v>總量中位</c:v>
          </c:tx>
          <c:spPr>
            <a:solidFill xmlns:a="http://schemas.openxmlformats.org/drawingml/2006/main">
              <a:srgbClr val="236B8E"/>
            </a:solidFill>
            <a:ln xmlns:a="http://schemas.openxmlformats.org/drawingml/2006/main" w="28575">
              <a:solidFill>
                <a:srgbClr val="236B8E"/>
              </a:solidFill>
              <a:prstDash val="solid"/>
            </a:ln>
          </c:spPr>
          <c:marker>
            <c:symbol val="none"/>
          </c:marker>
          <c:cat>
            <c:numLit>
              <c:formatCode>General</c:formatCode>
              <c:ptCount val="31"/>
              <c:pt idx="0">
                <c:v>0</c:v>
              </c:pt>
              <c:pt idx="1">
                <c:v>1</c:v>
              </c:pt>
              <c:pt idx="2">
                <c:v>2</c:v>
              </c:pt>
              <c:pt idx="3">
                <c:v>3</c:v>
              </c:pt>
              <c:pt idx="4">
                <c:v>4</c:v>
              </c:pt>
              <c:pt idx="5">
                <c:v>5</c:v>
              </c:pt>
              <c:pt idx="6">
                <c:v>6</c:v>
              </c:pt>
              <c:pt idx="7">
                <c:v>7</c:v>
              </c:pt>
              <c:pt idx="8">
                <c:v>8</c:v>
              </c:pt>
              <c:pt idx="9">
                <c:v>9</c:v>
              </c:pt>
              <c:pt idx="10">
                <c:v>10</c:v>
              </c:pt>
              <c:pt idx="11">
                <c:v>11</c:v>
              </c:pt>
              <c:pt idx="12">
                <c:v>12</c:v>
              </c:pt>
              <c:pt idx="13">
                <c:v>13</c:v>
              </c:pt>
              <c:pt idx="14">
                <c:v>14</c:v>
              </c:pt>
              <c:pt idx="15">
                <c:v>15</c:v>
              </c:pt>
              <c:pt idx="16">
                <c:v>16</c:v>
              </c:pt>
              <c:pt idx="17">
                <c:v>17</c:v>
              </c:pt>
              <c:pt idx="18">
                <c:v>18</c:v>
              </c:pt>
              <c:pt idx="19">
                <c:v>19</c:v>
              </c:pt>
              <c:pt idx="20">
                <c:v>20</c:v>
              </c:pt>
              <c:pt idx="21">
                <c:v>21</c:v>
              </c:pt>
              <c:pt idx="22">
                <c:v>22</c:v>
              </c:pt>
              <c:pt idx="23">
                <c:v>23</c:v>
              </c:pt>
              <c:pt idx="24">
                <c:v>24</c:v>
              </c:pt>
              <c:pt idx="25">
                <c:v>25</c:v>
              </c:pt>
              <c:pt idx="26">
                <c:v>26</c:v>
              </c:pt>
              <c:pt idx="27">
                <c:v>27</c:v>
              </c:pt>
              <c:pt idx="28">
                <c:v>28</c:v>
              </c:pt>
              <c:pt idx="29">
                <c:v>29</c:v>
              </c:pt>
              <c:pt idx="30">
                <c:v>30</c:v>
              </c:pt>
            </c:numLit>
          </c:cat>
          <c:val>
            <c:numLit>
              <c:formatCode>#,##0</c:formatCode>
              <c:ptCount val="31"/>
              <c:pt idx="0">
                <c:v>2.0043213737826426</c:v>
              </c:pt>
              <c:pt idx="1">
                <c:v>2.155336037465062</c:v>
              </c:pt>
              <c:pt idx="2">
                <c:v>2.3064250275506875</c:v>
              </c:pt>
              <c:pt idx="3">
                <c:v>2.4690852991231202</c:v>
              </c:pt>
              <c:pt idx="4">
                <c:v>2.6133131614554594</c:v>
              </c:pt>
              <c:pt idx="5">
                <c:v>2.7611758131557314</c:v>
              </c:pt>
              <c:pt idx="6">
                <c:v>2.9229848157088827</c:v>
              </c:pt>
              <c:pt idx="7">
                <c:v>3.0764583877121514</c:v>
              </c:pt>
              <c:pt idx="8">
                <c:v>3.226084115975824</c:v>
              </c:pt>
              <c:pt idx="9">
                <c:v>3.3930484664167784</c:v>
              </c:pt>
              <c:pt idx="10">
                <c:v>3.550289516984764</c:v>
              </c:pt>
              <c:pt idx="11">
                <c:v>3.704193429194155</c:v>
              </c:pt>
              <c:pt idx="12">
                <c:v>3.868879446237088</c:v>
              </c:pt>
              <c:pt idx="13">
                <c:v>4.0349491466763725</c:v>
              </c:pt>
              <c:pt idx="14">
                <c:v>4.198368377590366</c:v>
              </c:pt>
              <c:pt idx="15">
                <c:v>4.3466560922695425</c:v>
              </c:pt>
              <c:pt idx="16">
                <c:v>3.5923433345820435</c:v>
              </c:pt>
              <c:pt idx="17">
                <c:v>3.057856208741888</c:v>
              </c:pt>
              <c:pt idx="18">
                <c:v>2.976808337338066</c:v>
              </c:pt>
              <c:pt idx="19">
                <c:v>3.0136796972911926</c:v>
              </c:pt>
              <c:pt idx="20">
                <c:v>3.1484484035233837</c:v>
              </c:pt>
              <c:pt idx="21">
                <c:v>3.311541958401195</c:v>
              </c:pt>
              <c:pt idx="22">
                <c:v>3.485011214578573</c:v>
              </c:pt>
              <c:pt idx="23">
                <c:v>3.6497241859295224</c:v>
              </c:pt>
              <c:pt idx="24">
                <c:v>3.8159760009719856</c:v>
              </c:pt>
              <c:pt idx="25">
                <c:v>3.982384315837214</c:v>
              </c:pt>
              <c:pt idx="26">
                <c:v>4.161547673125727</c:v>
              </c:pt>
              <c:pt idx="27">
                <c:v>4.343211590179747</c:v>
              </c:pt>
              <c:pt idx="28">
                <c:v>4.524649224492139</c:v>
              </c:pt>
              <c:pt idx="29">
                <c:v>4.712009571558551</c:v>
              </c:pt>
              <c:pt idx="30">
                <c:v>4.899888868343318</c:v>
              </c:pt>
            </c:numLit>
          </c:val>
          <c:smooth val="0"/>
        </c:ser>
        <c:ser>
          <c:idx val="2"/>
          <c:order val="2"/>
          <c:tx>
            <c:v>P90</c:v>
          </c:tx>
          <c:spPr>
            <a:solidFill xmlns:a="http://schemas.openxmlformats.org/drawingml/2006/main">
              <a:srgbClr val="A5B4BD"/>
            </a:solidFill>
            <a:ln xmlns:a="http://schemas.openxmlformats.org/drawingml/2006/main" w="12383">
              <a:solidFill>
                <a:srgbClr val="A5B4BD"/>
              </a:solidFill>
              <a:prstDash val="dash"/>
            </a:ln>
          </c:spPr>
          <c:marker>
            <c:symbol val="none"/>
          </c:marker>
          <c:cat>
            <c:numLit>
              <c:formatCode>General</c:formatCode>
              <c:ptCount val="31"/>
              <c:pt idx="0">
                <c:v>0</c:v>
              </c:pt>
              <c:pt idx="1">
                <c:v>1</c:v>
              </c:pt>
              <c:pt idx="2">
                <c:v>2</c:v>
              </c:pt>
              <c:pt idx="3">
                <c:v>3</c:v>
              </c:pt>
              <c:pt idx="4">
                <c:v>4</c:v>
              </c:pt>
              <c:pt idx="5">
                <c:v>5</c:v>
              </c:pt>
              <c:pt idx="6">
                <c:v>6</c:v>
              </c:pt>
              <c:pt idx="7">
                <c:v>7</c:v>
              </c:pt>
              <c:pt idx="8">
                <c:v>8</c:v>
              </c:pt>
              <c:pt idx="9">
                <c:v>9</c:v>
              </c:pt>
              <c:pt idx="10">
                <c:v>10</c:v>
              </c:pt>
              <c:pt idx="11">
                <c:v>11</c:v>
              </c:pt>
              <c:pt idx="12">
                <c:v>12</c:v>
              </c:pt>
              <c:pt idx="13">
                <c:v>13</c:v>
              </c:pt>
              <c:pt idx="14">
                <c:v>14</c:v>
              </c:pt>
              <c:pt idx="15">
                <c:v>15</c:v>
              </c:pt>
              <c:pt idx="16">
                <c:v>16</c:v>
              </c:pt>
              <c:pt idx="17">
                <c:v>17</c:v>
              </c:pt>
              <c:pt idx="18">
                <c:v>18</c:v>
              </c:pt>
              <c:pt idx="19">
                <c:v>19</c:v>
              </c:pt>
              <c:pt idx="20">
                <c:v>20</c:v>
              </c:pt>
              <c:pt idx="21">
                <c:v>21</c:v>
              </c:pt>
              <c:pt idx="22">
                <c:v>22</c:v>
              </c:pt>
              <c:pt idx="23">
                <c:v>23</c:v>
              </c:pt>
              <c:pt idx="24">
                <c:v>24</c:v>
              </c:pt>
              <c:pt idx="25">
                <c:v>25</c:v>
              </c:pt>
              <c:pt idx="26">
                <c:v>26</c:v>
              </c:pt>
              <c:pt idx="27">
                <c:v>27</c:v>
              </c:pt>
              <c:pt idx="28">
                <c:v>28</c:v>
              </c:pt>
              <c:pt idx="29">
                <c:v>29</c:v>
              </c:pt>
              <c:pt idx="30">
                <c:v>30</c:v>
              </c:pt>
            </c:numLit>
          </c:cat>
          <c:val>
            <c:numLit>
              <c:formatCode>#,##0</c:formatCode>
              <c:ptCount val="31"/>
              <c:pt idx="0">
                <c:v>2.0043213737826426</c:v>
              </c:pt>
              <c:pt idx="1">
                <c:v>2.2043913319193</c:v>
              </c:pt>
              <c:pt idx="2">
                <c:v>2.3443922736851106</c:v>
              </c:pt>
              <c:pt idx="3">
                <c:v>2.5110808455391185</c:v>
              </c:pt>
              <c:pt idx="4">
                <c:v>2.67015304519218</c:v>
              </c:pt>
              <c:pt idx="5">
                <c:v>2.8260099777911005</c:v>
              </c:pt>
              <c:pt idx="6">
                <c:v>2.988648125235751</c:v>
              </c:pt>
              <c:pt idx="7">
                <c:v>3.1497424147134043</c:v>
              </c:pt>
              <c:pt idx="8">
                <c:v>3.30033456800233</c:v>
              </c:pt>
              <c:pt idx="9">
                <c:v>3.460942922888959</c:v>
              </c:pt>
              <c:pt idx="10">
                <c:v>3.621892588317354</c:v>
              </c:pt>
              <c:pt idx="11">
                <c:v>3.7810369386211318</c:v>
              </c:pt>
              <c:pt idx="12">
                <c:v>3.9408898574862166</c:v>
              </c:pt>
              <c:pt idx="13">
                <c:v>4.099760035863399</c:v>
              </c:pt>
              <c:pt idx="14">
                <c:v>4.265070301288256</c:v>
              </c:pt>
              <c:pt idx="15">
                <c:v>4.429123793669563</c:v>
              </c:pt>
              <c:pt idx="16">
                <c:v>4.389655055024599</c:v>
              </c:pt>
              <c:pt idx="17">
                <c:v>3.5904963118145647</c:v>
              </c:pt>
              <c:pt idx="18">
                <c:v>3.208602574462532</c:v>
              </c:pt>
              <c:pt idx="19">
                <c:v>3.338017993470887</c:v>
              </c:pt>
              <c:pt idx="20">
                <c:v>3.4946554141568607</c:v>
              </c:pt>
              <c:pt idx="21">
                <c:v>3.6561844771146426</c:v>
              </c:pt>
              <c:pt idx="22">
                <c:v>3.8176512945182424</c:v>
              </c:pt>
              <c:pt idx="23">
                <c:v>3.995626420883029</c:v>
              </c:pt>
              <c:pt idx="24">
                <c:v>4.161362011924947</c:v>
              </c:pt>
              <c:pt idx="25">
                <c:v>4.312359332565591</c:v>
              </c:pt>
              <c:pt idx="26">
                <c:v>4.489757448726724</c:v>
              </c:pt>
              <c:pt idx="27">
                <c:v>4.686465556196019</c:v>
              </c:pt>
              <c:pt idx="28">
                <c:v>4.883206465052513</c:v>
              </c:pt>
              <c:pt idx="29">
                <c:v>5.08168316194663</c:v>
              </c:pt>
              <c:pt idx="30">
                <c:v>5.282400264729029</c:v>
              </c:pt>
            </c:numLit>
          </c:val>
          <c:smooth val="0"/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650">
                  <a:solidFill>
                    <a:srgbClr val="173042"/>
                  </a:solidFill>
                  <a:latin typeface="Arial Unicode MS"/>
                  <a:ea typeface="Arial Unicode MS"/>
                  <a:cs typeface="Arial Unicode MS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650">
                    <a:solidFill>
                      <a:srgbClr val="173042"/>
                    </a:solidFill>
                    <a:latin typeface="Arial Unicode MS"/>
                    <a:ea typeface="Arial Unicode MS"/>
                    <a:cs typeface="Arial Unicode MS"/>
                  </a:rPr>
                  <a:t>世代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650">
                  <a:solidFill>
                    <a:srgbClr val="173042"/>
                  </a:solidFill>
                  <a:latin typeface="Arial Unicode MS"/>
                  <a:ea typeface="Arial Unicode MS"/>
                  <a:cs typeface="Arial Unicode MS"/>
                </a:defRPr>
              </a:pPr>
            </a:p>
          </c:txPr>
        </c:title>
        <c:numFmt formatCode="General"/>
        <c:majorTickMark val="none"/>
        <c:minorTickMark val="none"/>
        <c:tickLblPos val="low"/>
        <c:spPr>
          <a:ln xmlns:a="http://schemas.openxmlformats.org/drawingml/2006/main" w="9525">
            <a:solidFill>
              <a:srgbClr val="657580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</a:p>
        </c:txPr>
        <c:crossAx val="48672768"/>
      </c:catAx>
      <c:valAx>
        <c:axId val="48672768"/>
        <c:scaling>
          <c:orientation val="minMax"/>
          <c:max val="6"/>
          <c:min val="0"/>
        </c:scaling>
        <c:delete val="0"/>
        <c:axPos val="l"/>
        <c:majorGridlines>
          <c:spPr>
            <a:ln xmlns:a="http://schemas.openxmlformats.org/drawingml/2006/main" w="5715">
              <a:solidFill>
                <a:srgbClr val="E0E5E8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650">
                    <a:solidFill>
                      <a:srgbClr val="173042"/>
                    </a:solidFill>
                    <a:latin typeface="Arial Unicode MS"/>
                    <a:ea typeface="Arial Unicode MS"/>
                    <a:cs typeface="Arial Unicode MS"/>
                  </a:rPr>
                  <a:t>log₁₀(細胞數+1)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650">
                  <a:solidFill>
                    <a:srgbClr val="173042"/>
                  </a:solidFill>
                  <a:latin typeface="Arial Unicode MS"/>
                  <a:ea typeface="Arial Unicode MS"/>
                  <a:cs typeface="Arial Unicode MS"/>
                </a:defRPr>
              </a:pPr>
            </a:p>
          </c:txPr>
        </c:title>
        <c:numFmt formatCode="#,##0"/>
        <c:majorTickMark val="none"/>
        <c:minorTickMark val="none"/>
        <c:spPr>
          <a:ln xmlns:a="http://schemas.openxmlformats.org/drawingml/2006/main" w="9525">
            <a:solidFill>
              <a:srgbClr val="657580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CFBF8"/>
        </a:solidFill>
        <a:ln xmlns:a="http://schemas.openxmlformats.org/drawingml/2006/main" w="0">
          <a:noFill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425">
              <a:solidFill>
                <a:srgbClr val="173042"/>
              </a:solidFill>
              <a:latin typeface="Arial Unicode MS"/>
              <a:ea typeface="Arial Unicode MS"/>
              <a:cs typeface="Arial Unicode MS"/>
            </a:defRPr>
          </a:pPr>
        </a:p>
      </c:txPr>
    </c:legend>
    <c:plotVisOnly val="1"/>
  </c:chart>
  <c:spPr>
    <a:solidFill xmlns:a="http://schemas.openxmlformats.org/drawingml/2006/main">
      <a:srgbClr val="FCFBF8"/>
    </a:solidFill>
    <a:ln xmlns:a="http://schemas.openxmlformats.org/drawingml/2006/main" w="0">
      <a:noFill/>
    </a:ln>
  </c:spPr>
</c:chartSpace>
</file>

<file path=ppt/slides/charts/chart2.xml><?xml version="1.0" encoding="utf-8"?>
<c:chartSpace xmlns:c="http://schemas.openxmlformats.org/drawingml/2006/chart">
  <c:lang val="en-US"/>
  <c:chart>
    <c:plotArea>
      <c:lineChart>
        <c:grouping val="standard"/>
        <c:varyColors val="0"/>
        <c:ser>
          <c:idx val="0"/>
          <c:order val="0"/>
          <c:tx>
            <c:v>總量 P10</c:v>
          </c:tx>
          <c:spPr>
            <a:solidFill xmlns:a="http://schemas.openxmlformats.org/drawingml/2006/main">
              <a:srgbClr val="A5B4BD"/>
            </a:solidFill>
            <a:ln xmlns:a="http://schemas.openxmlformats.org/drawingml/2006/main" w="12383">
              <a:solidFill>
                <a:srgbClr val="A5B4BD"/>
              </a:solidFill>
              <a:prstDash val="dash"/>
            </a:ln>
          </c:spPr>
          <c:marker>
            <c:symbol val="none"/>
          </c:marker>
          <c:cat>
            <c:numLit>
              <c:formatCode>General</c:formatCode>
              <c:ptCount val="31"/>
              <c:pt idx="0">
                <c:v>0</c:v>
              </c:pt>
              <c:pt idx="1">
                <c:v>1</c:v>
              </c:pt>
              <c:pt idx="2">
                <c:v>2</c:v>
              </c:pt>
              <c:pt idx="3">
                <c:v>3</c:v>
              </c:pt>
              <c:pt idx="4">
                <c:v>4</c:v>
              </c:pt>
              <c:pt idx="5">
                <c:v>5</c:v>
              </c:pt>
              <c:pt idx="6">
                <c:v>6</c:v>
              </c:pt>
              <c:pt idx="7">
                <c:v>7</c:v>
              </c:pt>
              <c:pt idx="8">
                <c:v>8</c:v>
              </c:pt>
              <c:pt idx="9">
                <c:v>9</c:v>
              </c:pt>
              <c:pt idx="10">
                <c:v>10</c:v>
              </c:pt>
              <c:pt idx="11">
                <c:v>11</c:v>
              </c:pt>
              <c:pt idx="12">
                <c:v>12</c:v>
              </c:pt>
              <c:pt idx="13">
                <c:v>13</c:v>
              </c:pt>
              <c:pt idx="14">
                <c:v>14</c:v>
              </c:pt>
              <c:pt idx="15">
                <c:v>15</c:v>
              </c:pt>
              <c:pt idx="16">
                <c:v>16</c:v>
              </c:pt>
              <c:pt idx="17">
                <c:v>17</c:v>
              </c:pt>
              <c:pt idx="18">
                <c:v>18</c:v>
              </c:pt>
              <c:pt idx="19">
                <c:v>19</c:v>
              </c:pt>
              <c:pt idx="20">
                <c:v>20</c:v>
              </c:pt>
              <c:pt idx="21">
                <c:v>21</c:v>
              </c:pt>
              <c:pt idx="22">
                <c:v>22</c:v>
              </c:pt>
              <c:pt idx="23">
                <c:v>23</c:v>
              </c:pt>
              <c:pt idx="24">
                <c:v>24</c:v>
              </c:pt>
              <c:pt idx="25">
                <c:v>25</c:v>
              </c:pt>
              <c:pt idx="26">
                <c:v>26</c:v>
              </c:pt>
              <c:pt idx="27">
                <c:v>27</c:v>
              </c:pt>
              <c:pt idx="28">
                <c:v>28</c:v>
              </c:pt>
              <c:pt idx="29">
                <c:v>29</c:v>
              </c:pt>
              <c:pt idx="30">
                <c:v>30</c:v>
              </c:pt>
            </c:numLit>
          </c:cat>
          <c:val>
            <c:numLit>
              <c:formatCode>#,##0</c:formatCode>
              <c:ptCount val="31"/>
              <c:pt idx="0">
                <c:v>2.0043213737826426</c:v>
              </c:pt>
              <c:pt idx="1">
                <c:v>2.1271047983648077</c:v>
              </c:pt>
              <c:pt idx="2">
                <c:v>2.2664668954402414</c:v>
              </c:pt>
              <c:pt idx="3">
                <c:v>2.4026052419199146</c:v>
              </c:pt>
              <c:pt idx="4">
                <c:v>2.5471591213274176</c:v>
              </c:pt>
              <c:pt idx="5">
                <c:v>2.6893088591236203</c:v>
              </c:pt>
              <c:pt idx="6">
                <c:v>2.853393977450666</c:v>
              </c:pt>
              <c:pt idx="7">
                <c:v>3.00774777800074</c:v>
              </c:pt>
              <c:pt idx="8">
                <c:v>3.1604685311190375</c:v>
              </c:pt>
              <c:pt idx="9">
                <c:v>3.313972618860607</c:v>
              </c:pt>
              <c:pt idx="10">
                <c:v>3.463430091902802</c:v>
              </c:pt>
              <c:pt idx="11">
                <c:v>3.6252198190376075</c:v>
              </c:pt>
              <c:pt idx="12">
                <c:v>3.783917865040467</c:v>
              </c:pt>
              <c:pt idx="13">
                <c:v>3.94527158150771</c:v>
              </c:pt>
              <c:pt idx="14">
                <c:v>4.106625993991235</c:v>
              </c:pt>
              <c:pt idx="15">
                <c:v>4.225172250540992</c:v>
              </c:pt>
              <c:pt idx="16">
                <c:v>3.4965975763237087</c:v>
              </c:pt>
              <c:pt idx="17">
                <c:v>2.9095025414054154</c:v>
              </c:pt>
              <c:pt idx="18">
                <c:v>2.8112397727532894</c:v>
              </c:pt>
              <c:pt idx="19">
                <c:v>2.8518085142282374</c:v>
              </c:pt>
              <c:pt idx="20">
                <c:v>2.971229447276241</c:v>
              </c:pt>
              <c:pt idx="21">
                <c:v>3.118859695409587</c:v>
              </c:pt>
              <c:pt idx="22">
                <c:v>3.2631387712181423</c:v>
              </c:pt>
              <c:pt idx="23">
                <c:v>3.419526195575769</c:v>
              </c:pt>
              <c:pt idx="24">
                <c:v>3.570367785823503</c:v>
              </c:pt>
              <c:pt idx="25">
                <c:v>3.722428241979694</c:v>
              </c:pt>
              <c:pt idx="26">
                <c:v>3.881647094493409</c:v>
              </c:pt>
              <c:pt idx="27">
                <c:v>4.0500586541298595</c:v>
              </c:pt>
              <c:pt idx="28">
                <c:v>4.2175839520335225</c:v>
              </c:pt>
              <c:pt idx="29">
                <c:v>4.38660061601695</c:v>
              </c:pt>
              <c:pt idx="30">
                <c:v>4.562047686596289</c:v>
              </c:pt>
            </c:numLit>
          </c:val>
          <c:smooth val="0"/>
        </c:ser>
        <c:ser>
          <c:idx val="1"/>
          <c:order val="1"/>
          <c:tx>
            <c:v>總量 中位</c:v>
          </c:tx>
          <c:spPr>
            <a:solidFill xmlns:a="http://schemas.openxmlformats.org/drawingml/2006/main">
              <a:srgbClr val="173042"/>
            </a:solidFill>
            <a:ln xmlns:a="http://schemas.openxmlformats.org/drawingml/2006/main" w="28575">
              <a:solidFill>
                <a:srgbClr val="173042"/>
              </a:solidFill>
              <a:prstDash val="solid"/>
            </a:ln>
          </c:spPr>
          <c:marker>
            <c:symbol val="none"/>
          </c:marker>
          <c:cat>
            <c:numLit>
              <c:formatCode>General</c:formatCode>
              <c:ptCount val="31"/>
              <c:pt idx="0">
                <c:v>0</c:v>
              </c:pt>
              <c:pt idx="1">
                <c:v>1</c:v>
              </c:pt>
              <c:pt idx="2">
                <c:v>2</c:v>
              </c:pt>
              <c:pt idx="3">
                <c:v>3</c:v>
              </c:pt>
              <c:pt idx="4">
                <c:v>4</c:v>
              </c:pt>
              <c:pt idx="5">
                <c:v>5</c:v>
              </c:pt>
              <c:pt idx="6">
                <c:v>6</c:v>
              </c:pt>
              <c:pt idx="7">
                <c:v>7</c:v>
              </c:pt>
              <c:pt idx="8">
                <c:v>8</c:v>
              </c:pt>
              <c:pt idx="9">
                <c:v>9</c:v>
              </c:pt>
              <c:pt idx="10">
                <c:v>10</c:v>
              </c:pt>
              <c:pt idx="11">
                <c:v>11</c:v>
              </c:pt>
              <c:pt idx="12">
                <c:v>12</c:v>
              </c:pt>
              <c:pt idx="13">
                <c:v>13</c:v>
              </c:pt>
              <c:pt idx="14">
                <c:v>14</c:v>
              </c:pt>
              <c:pt idx="15">
                <c:v>15</c:v>
              </c:pt>
              <c:pt idx="16">
                <c:v>16</c:v>
              </c:pt>
              <c:pt idx="17">
                <c:v>17</c:v>
              </c:pt>
              <c:pt idx="18">
                <c:v>18</c:v>
              </c:pt>
              <c:pt idx="19">
                <c:v>19</c:v>
              </c:pt>
              <c:pt idx="20">
                <c:v>20</c:v>
              </c:pt>
              <c:pt idx="21">
                <c:v>21</c:v>
              </c:pt>
              <c:pt idx="22">
                <c:v>22</c:v>
              </c:pt>
              <c:pt idx="23">
                <c:v>23</c:v>
              </c:pt>
              <c:pt idx="24">
                <c:v>24</c:v>
              </c:pt>
              <c:pt idx="25">
                <c:v>25</c:v>
              </c:pt>
              <c:pt idx="26">
                <c:v>26</c:v>
              </c:pt>
              <c:pt idx="27">
                <c:v>27</c:v>
              </c:pt>
              <c:pt idx="28">
                <c:v>28</c:v>
              </c:pt>
              <c:pt idx="29">
                <c:v>29</c:v>
              </c:pt>
              <c:pt idx="30">
                <c:v>30</c:v>
              </c:pt>
            </c:numLit>
          </c:cat>
          <c:val>
            <c:numLit>
              <c:formatCode>#,##0</c:formatCode>
              <c:ptCount val="31"/>
              <c:pt idx="0">
                <c:v>2.0043213737826426</c:v>
              </c:pt>
              <c:pt idx="1">
                <c:v>2.155336037465062</c:v>
              </c:pt>
              <c:pt idx="2">
                <c:v>2.3064250275506875</c:v>
              </c:pt>
              <c:pt idx="3">
                <c:v>2.4690852991231202</c:v>
              </c:pt>
              <c:pt idx="4">
                <c:v>2.6133131614554594</c:v>
              </c:pt>
              <c:pt idx="5">
                <c:v>2.7611758131557314</c:v>
              </c:pt>
              <c:pt idx="6">
                <c:v>2.9229848157088827</c:v>
              </c:pt>
              <c:pt idx="7">
                <c:v>3.0764583877121514</c:v>
              </c:pt>
              <c:pt idx="8">
                <c:v>3.226084115975824</c:v>
              </c:pt>
              <c:pt idx="9">
                <c:v>3.3930484664167784</c:v>
              </c:pt>
              <c:pt idx="10">
                <c:v>3.550289516984764</c:v>
              </c:pt>
              <c:pt idx="11">
                <c:v>3.704193429194155</c:v>
              </c:pt>
              <c:pt idx="12">
                <c:v>3.868879446237088</c:v>
              </c:pt>
              <c:pt idx="13">
                <c:v>4.0349491466763725</c:v>
              </c:pt>
              <c:pt idx="14">
                <c:v>4.198368377590366</c:v>
              </c:pt>
              <c:pt idx="15">
                <c:v>4.3466560922695425</c:v>
              </c:pt>
              <c:pt idx="16">
                <c:v>3.5923433345820435</c:v>
              </c:pt>
              <c:pt idx="17">
                <c:v>3.057856208741888</c:v>
              </c:pt>
              <c:pt idx="18">
                <c:v>2.976808337338066</c:v>
              </c:pt>
              <c:pt idx="19">
                <c:v>3.0136796972911926</c:v>
              </c:pt>
              <c:pt idx="20">
                <c:v>3.1484484035233837</c:v>
              </c:pt>
              <c:pt idx="21">
                <c:v>3.311541958401195</c:v>
              </c:pt>
              <c:pt idx="22">
                <c:v>3.485011214578573</c:v>
              </c:pt>
              <c:pt idx="23">
                <c:v>3.6497241859295224</c:v>
              </c:pt>
              <c:pt idx="24">
                <c:v>3.8159760009719856</c:v>
              </c:pt>
              <c:pt idx="25">
                <c:v>3.982384315837214</c:v>
              </c:pt>
              <c:pt idx="26">
                <c:v>4.161547673125727</c:v>
              </c:pt>
              <c:pt idx="27">
                <c:v>4.343211590179747</c:v>
              </c:pt>
              <c:pt idx="28">
                <c:v>4.524649224492139</c:v>
              </c:pt>
              <c:pt idx="29">
                <c:v>4.712009571558551</c:v>
              </c:pt>
              <c:pt idx="30">
                <c:v>4.899888868343318</c:v>
              </c:pt>
            </c:numLit>
          </c:val>
          <c:smooth val="0"/>
        </c:ser>
        <c:ser>
          <c:idx val="2"/>
          <c:order val="2"/>
          <c:tx>
            <c:v>總量 P90</c:v>
          </c:tx>
          <c:spPr>
            <a:solidFill xmlns:a="http://schemas.openxmlformats.org/drawingml/2006/main">
              <a:srgbClr val="A5B4BD"/>
            </a:solidFill>
            <a:ln xmlns:a="http://schemas.openxmlformats.org/drawingml/2006/main" w="12383">
              <a:solidFill>
                <a:srgbClr val="A5B4BD"/>
              </a:solidFill>
              <a:prstDash val="dash"/>
            </a:ln>
          </c:spPr>
          <c:marker>
            <c:symbol val="none"/>
          </c:marker>
          <c:cat>
            <c:numLit>
              <c:formatCode>General</c:formatCode>
              <c:ptCount val="31"/>
              <c:pt idx="0">
                <c:v>0</c:v>
              </c:pt>
              <c:pt idx="1">
                <c:v>1</c:v>
              </c:pt>
              <c:pt idx="2">
                <c:v>2</c:v>
              </c:pt>
              <c:pt idx="3">
                <c:v>3</c:v>
              </c:pt>
              <c:pt idx="4">
                <c:v>4</c:v>
              </c:pt>
              <c:pt idx="5">
                <c:v>5</c:v>
              </c:pt>
              <c:pt idx="6">
                <c:v>6</c:v>
              </c:pt>
              <c:pt idx="7">
                <c:v>7</c:v>
              </c:pt>
              <c:pt idx="8">
                <c:v>8</c:v>
              </c:pt>
              <c:pt idx="9">
                <c:v>9</c:v>
              </c:pt>
              <c:pt idx="10">
                <c:v>10</c:v>
              </c:pt>
              <c:pt idx="11">
                <c:v>11</c:v>
              </c:pt>
              <c:pt idx="12">
                <c:v>12</c:v>
              </c:pt>
              <c:pt idx="13">
                <c:v>13</c:v>
              </c:pt>
              <c:pt idx="14">
                <c:v>14</c:v>
              </c:pt>
              <c:pt idx="15">
                <c:v>15</c:v>
              </c:pt>
              <c:pt idx="16">
                <c:v>16</c:v>
              </c:pt>
              <c:pt idx="17">
                <c:v>17</c:v>
              </c:pt>
              <c:pt idx="18">
                <c:v>18</c:v>
              </c:pt>
              <c:pt idx="19">
                <c:v>19</c:v>
              </c:pt>
              <c:pt idx="20">
                <c:v>20</c:v>
              </c:pt>
              <c:pt idx="21">
                <c:v>21</c:v>
              </c:pt>
              <c:pt idx="22">
                <c:v>22</c:v>
              </c:pt>
              <c:pt idx="23">
                <c:v>23</c:v>
              </c:pt>
              <c:pt idx="24">
                <c:v>24</c:v>
              </c:pt>
              <c:pt idx="25">
                <c:v>25</c:v>
              </c:pt>
              <c:pt idx="26">
                <c:v>26</c:v>
              </c:pt>
              <c:pt idx="27">
                <c:v>27</c:v>
              </c:pt>
              <c:pt idx="28">
                <c:v>28</c:v>
              </c:pt>
              <c:pt idx="29">
                <c:v>29</c:v>
              </c:pt>
              <c:pt idx="30">
                <c:v>30</c:v>
              </c:pt>
            </c:numLit>
          </c:cat>
          <c:val>
            <c:numLit>
              <c:formatCode>#,##0</c:formatCode>
              <c:ptCount val="31"/>
              <c:pt idx="0">
                <c:v>2.0043213737826426</c:v>
              </c:pt>
              <c:pt idx="1">
                <c:v>2.2043913319193</c:v>
              </c:pt>
              <c:pt idx="2">
                <c:v>2.3443922736851106</c:v>
              </c:pt>
              <c:pt idx="3">
                <c:v>2.5110808455391185</c:v>
              </c:pt>
              <c:pt idx="4">
                <c:v>2.67015304519218</c:v>
              </c:pt>
              <c:pt idx="5">
                <c:v>2.8260099777911005</c:v>
              </c:pt>
              <c:pt idx="6">
                <c:v>2.988648125235751</c:v>
              </c:pt>
              <c:pt idx="7">
                <c:v>3.1497424147134043</c:v>
              </c:pt>
              <c:pt idx="8">
                <c:v>3.30033456800233</c:v>
              </c:pt>
              <c:pt idx="9">
                <c:v>3.460942922888959</c:v>
              </c:pt>
              <c:pt idx="10">
                <c:v>3.621892588317354</c:v>
              </c:pt>
              <c:pt idx="11">
                <c:v>3.7810369386211318</c:v>
              </c:pt>
              <c:pt idx="12">
                <c:v>3.9408898574862166</c:v>
              </c:pt>
              <c:pt idx="13">
                <c:v>4.099760035863399</c:v>
              </c:pt>
              <c:pt idx="14">
                <c:v>4.265070301288256</c:v>
              </c:pt>
              <c:pt idx="15">
                <c:v>4.429123793669563</c:v>
              </c:pt>
              <c:pt idx="16">
                <c:v>4.389655055024599</c:v>
              </c:pt>
              <c:pt idx="17">
                <c:v>3.5904963118145647</c:v>
              </c:pt>
              <c:pt idx="18">
                <c:v>3.208602574462532</c:v>
              </c:pt>
              <c:pt idx="19">
                <c:v>3.338017993470887</c:v>
              </c:pt>
              <c:pt idx="20">
                <c:v>3.4946554141568607</c:v>
              </c:pt>
              <c:pt idx="21">
                <c:v>3.6561844771146426</c:v>
              </c:pt>
              <c:pt idx="22">
                <c:v>3.8176512945182424</c:v>
              </c:pt>
              <c:pt idx="23">
                <c:v>3.995626420883029</c:v>
              </c:pt>
              <c:pt idx="24">
                <c:v>4.161362011924947</c:v>
              </c:pt>
              <c:pt idx="25">
                <c:v>4.312359332565591</c:v>
              </c:pt>
              <c:pt idx="26">
                <c:v>4.489757448726724</c:v>
              </c:pt>
              <c:pt idx="27">
                <c:v>4.686465556196019</c:v>
              </c:pt>
              <c:pt idx="28">
                <c:v>4.883206465052513</c:v>
              </c:pt>
              <c:pt idx="29">
                <c:v>5.08168316194663</c:v>
              </c:pt>
              <c:pt idx="30">
                <c:v>5.282400264729029</c:v>
              </c:pt>
            </c:numLit>
          </c:val>
          <c:smooth val="0"/>
        </c:ser>
        <c:ser>
          <c:idx val="3"/>
          <c:order val="3"/>
          <c:tx>
            <c:v>敏感 中位</c:v>
          </c:tx>
          <c:spPr>
            <a:solidFill xmlns:a="http://schemas.openxmlformats.org/drawingml/2006/main">
              <a:srgbClr val="236B8E"/>
            </a:solidFill>
            <a:ln xmlns:a="http://schemas.openxmlformats.org/drawingml/2006/main" w="28575">
              <a:solidFill>
                <a:srgbClr val="236B8E"/>
              </a:solidFill>
              <a:prstDash val="solid"/>
            </a:ln>
          </c:spPr>
          <c:marker>
            <c:symbol val="none"/>
          </c:marker>
          <c:cat>
            <c:numLit>
              <c:formatCode>General</c:formatCode>
              <c:ptCount val="31"/>
              <c:pt idx="0">
                <c:v>0</c:v>
              </c:pt>
              <c:pt idx="1">
                <c:v>1</c:v>
              </c:pt>
              <c:pt idx="2">
                <c:v>2</c:v>
              </c:pt>
              <c:pt idx="3">
                <c:v>3</c:v>
              </c:pt>
              <c:pt idx="4">
                <c:v>4</c:v>
              </c:pt>
              <c:pt idx="5">
                <c:v>5</c:v>
              </c:pt>
              <c:pt idx="6">
                <c:v>6</c:v>
              </c:pt>
              <c:pt idx="7">
                <c:v>7</c:v>
              </c:pt>
              <c:pt idx="8">
                <c:v>8</c:v>
              </c:pt>
              <c:pt idx="9">
                <c:v>9</c:v>
              </c:pt>
              <c:pt idx="10">
                <c:v>10</c:v>
              </c:pt>
              <c:pt idx="11">
                <c:v>11</c:v>
              </c:pt>
              <c:pt idx="12">
                <c:v>12</c:v>
              </c:pt>
              <c:pt idx="13">
                <c:v>13</c:v>
              </c:pt>
              <c:pt idx="14">
                <c:v>14</c:v>
              </c:pt>
              <c:pt idx="15">
                <c:v>15</c:v>
              </c:pt>
              <c:pt idx="16">
                <c:v>16</c:v>
              </c:pt>
              <c:pt idx="17">
                <c:v>17</c:v>
              </c:pt>
              <c:pt idx="18">
                <c:v>18</c:v>
              </c:pt>
              <c:pt idx="19">
                <c:v>19</c:v>
              </c:pt>
              <c:pt idx="20">
                <c:v>20</c:v>
              </c:pt>
              <c:pt idx="21">
                <c:v>21</c:v>
              </c:pt>
              <c:pt idx="22">
                <c:v>22</c:v>
              </c:pt>
              <c:pt idx="23">
                <c:v>23</c:v>
              </c:pt>
              <c:pt idx="24">
                <c:v>24</c:v>
              </c:pt>
              <c:pt idx="25">
                <c:v>25</c:v>
              </c:pt>
              <c:pt idx="26">
                <c:v>26</c:v>
              </c:pt>
              <c:pt idx="27">
                <c:v>27</c:v>
              </c:pt>
              <c:pt idx="28">
                <c:v>28</c:v>
              </c:pt>
              <c:pt idx="29">
                <c:v>29</c:v>
              </c:pt>
              <c:pt idx="30">
                <c:v>30</c:v>
              </c:pt>
            </c:numLit>
          </c:cat>
          <c:val>
            <c:numLit>
              <c:formatCode>#,##0</c:formatCode>
              <c:ptCount val="31"/>
              <c:pt idx="0">
                <c:v>2.0043213737826426</c:v>
              </c:pt>
              <c:pt idx="1">
                <c:v>2.155336037465062</c:v>
              </c:pt>
              <c:pt idx="2">
                <c:v>2.3064250275506875</c:v>
              </c:pt>
              <c:pt idx="3">
                <c:v>2.4690852991231202</c:v>
              </c:pt>
              <c:pt idx="4">
                <c:v>2.6127838567197355</c:v>
              </c:pt>
              <c:pt idx="5">
                <c:v>2.7607993116307177</c:v>
              </c:pt>
              <c:pt idx="6">
                <c:v>2.9229848157088827</c:v>
              </c:pt>
              <c:pt idx="7">
                <c:v>3.076276255404218</c:v>
              </c:pt>
              <c:pt idx="8">
                <c:v>3.225180008177683</c:v>
              </c:pt>
              <c:pt idx="9">
                <c:v>3.3896975482063856</c:v>
              </c:pt>
              <c:pt idx="10">
                <c:v>3.546480969539267</c:v>
              </c:pt>
              <c:pt idx="11">
                <c:v>3.7007037171450192</c:v>
              </c:pt>
              <c:pt idx="12">
                <c:v>3.8643627311058295</c:v>
              </c:pt>
              <c:pt idx="13">
                <c:v>4.030478280622408</c:v>
              </c:pt>
              <c:pt idx="14">
                <c:v>4.1932081084944945</c:v>
              </c:pt>
              <c:pt idx="15">
                <c:v>4.341038631677523</c:v>
              </c:pt>
              <c:pt idx="16">
                <c:v>3.5518767631329724</c:v>
              </c:pt>
              <c:pt idx="17">
                <c:v>2.7209857441537393</c:v>
              </c:pt>
              <c:pt idx="18">
                <c:v>1.8779469516291882</c:v>
              </c:pt>
              <c:pt idx="19">
                <c:v>1.041392685158225</c:v>
              </c:pt>
              <c:pt idx="20">
                <c:v>0.47712125471966244</c:v>
              </c:pt>
              <c:pt idx="21">
                <c:v>0</c:v>
              </c:pt>
              <c:pt idx="22">
                <c:v>0</c:v>
              </c:pt>
              <c:pt idx="23">
                <c:v>0</c:v>
              </c:pt>
              <c:pt idx="24">
                <c:v>0</c:v>
              </c:pt>
              <c:pt idx="25">
                <c:v>0</c:v>
              </c:pt>
              <c:pt idx="26">
                <c:v>0</c:v>
              </c:pt>
              <c:pt idx="27">
                <c:v>0</c:v>
              </c:pt>
              <c:pt idx="28">
                <c:v>0</c:v>
              </c:pt>
              <c:pt idx="29">
                <c:v>0</c:v>
              </c:pt>
              <c:pt idx="30">
                <c:v>0</c:v>
              </c:pt>
            </c:numLit>
          </c:val>
          <c:smooth val="0"/>
        </c:ser>
        <c:ser>
          <c:idx val="4"/>
          <c:order val="4"/>
          <c:tx>
            <c:v>抗藥 中位</c:v>
          </c:tx>
          <c:spPr>
            <a:solidFill xmlns:a="http://schemas.openxmlformats.org/drawingml/2006/main">
              <a:srgbClr val="A74F3D"/>
            </a:solidFill>
            <a:ln xmlns:a="http://schemas.openxmlformats.org/drawingml/2006/main" w="28575">
              <a:solidFill>
                <a:srgbClr val="A74F3D"/>
              </a:solidFill>
              <a:prstDash val="solid"/>
            </a:ln>
          </c:spPr>
          <c:marker>
            <c:symbol val="none"/>
          </c:marker>
          <c:cat>
            <c:numLit>
              <c:formatCode>General</c:formatCode>
              <c:ptCount val="31"/>
              <c:pt idx="0">
                <c:v>0</c:v>
              </c:pt>
              <c:pt idx="1">
                <c:v>1</c:v>
              </c:pt>
              <c:pt idx="2">
                <c:v>2</c:v>
              </c:pt>
              <c:pt idx="3">
                <c:v>3</c:v>
              </c:pt>
              <c:pt idx="4">
                <c:v>4</c:v>
              </c:pt>
              <c:pt idx="5">
                <c:v>5</c:v>
              </c:pt>
              <c:pt idx="6">
                <c:v>6</c:v>
              </c:pt>
              <c:pt idx="7">
                <c:v>7</c:v>
              </c:pt>
              <c:pt idx="8">
                <c:v>8</c:v>
              </c:pt>
              <c:pt idx="9">
                <c:v>9</c:v>
              </c:pt>
              <c:pt idx="10">
                <c:v>10</c:v>
              </c:pt>
              <c:pt idx="11">
                <c:v>11</c:v>
              </c:pt>
              <c:pt idx="12">
                <c:v>12</c:v>
              </c:pt>
              <c:pt idx="13">
                <c:v>13</c:v>
              </c:pt>
              <c:pt idx="14">
                <c:v>14</c:v>
              </c:pt>
              <c:pt idx="15">
                <c:v>15</c:v>
              </c:pt>
              <c:pt idx="16">
                <c:v>16</c:v>
              </c:pt>
              <c:pt idx="17">
                <c:v>17</c:v>
              </c:pt>
              <c:pt idx="18">
                <c:v>18</c:v>
              </c:pt>
              <c:pt idx="19">
                <c:v>19</c:v>
              </c:pt>
              <c:pt idx="20">
                <c:v>20</c:v>
              </c:pt>
              <c:pt idx="21">
                <c:v>21</c:v>
              </c:pt>
              <c:pt idx="22">
                <c:v>22</c:v>
              </c:pt>
              <c:pt idx="23">
                <c:v>23</c:v>
              </c:pt>
              <c:pt idx="24">
                <c:v>24</c:v>
              </c:pt>
              <c:pt idx="25">
                <c:v>25</c:v>
              </c:pt>
              <c:pt idx="26">
                <c:v>26</c:v>
              </c:pt>
              <c:pt idx="27">
                <c:v>27</c:v>
              </c:pt>
              <c:pt idx="28">
                <c:v>28</c:v>
              </c:pt>
              <c:pt idx="29">
                <c:v>29</c:v>
              </c:pt>
              <c:pt idx="30">
                <c:v>30</c:v>
              </c:pt>
            </c:numLit>
          </c:cat>
          <c:val>
            <c:numLit>
              <c:formatCode>#,##0</c:formatCode>
              <c:ptCount val="31"/>
              <c:pt idx="0">
                <c:v>0</c:v>
              </c:pt>
              <c:pt idx="1">
                <c:v>0</c:v>
              </c:pt>
              <c:pt idx="2">
                <c:v>0</c:v>
              </c:pt>
              <c:pt idx="3">
                <c:v>0</c:v>
              </c:pt>
              <c:pt idx="4">
                <c:v>0.3010299956639812</c:v>
              </c:pt>
              <c:pt idx="5">
                <c:v>0.3010299956639812</c:v>
              </c:pt>
              <c:pt idx="6">
                <c:v>0.3979400086720376</c:v>
              </c:pt>
              <c:pt idx="7">
                <c:v>0.6020599913279624</c:v>
              </c:pt>
              <c:pt idx="8">
                <c:v>0.8750612633917001</c:v>
              </c:pt>
              <c:pt idx="9">
                <c:v>1.146128035678238</c:v>
              </c:pt>
              <c:pt idx="10">
                <c:v>1.3324384599156054</c:v>
              </c:pt>
              <c:pt idx="11">
                <c:v>1.5185139398778875</c:v>
              </c:pt>
              <c:pt idx="12">
                <c:v>1.7323937598229686</c:v>
              </c:pt>
              <c:pt idx="13">
                <c:v>1.9637878273455551</c:v>
              </c:pt>
              <c:pt idx="14">
                <c:v>2.156851901070011</c:v>
              </c:pt>
              <c:pt idx="15">
                <c:v>2.368286884902131</c:v>
              </c:pt>
              <c:pt idx="16">
                <c:v>2.5446880223026773</c:v>
              </c:pt>
              <c:pt idx="17">
                <c:v>2.6919651027673606</c:v>
              </c:pt>
              <c:pt idx="18">
                <c:v>2.8394780473741985</c:v>
              </c:pt>
              <c:pt idx="19">
                <c:v>2.9925535178321354</c:v>
              </c:pt>
              <c:pt idx="20">
                <c:v>3.145662470707546</c:v>
              </c:pt>
              <c:pt idx="21">
                <c:v>3.311541958401195</c:v>
              </c:pt>
              <c:pt idx="22">
                <c:v>3.485011214578573</c:v>
              </c:pt>
              <c:pt idx="23">
                <c:v>3.6497241859295224</c:v>
              </c:pt>
              <c:pt idx="24">
                <c:v>3.8159760009719856</c:v>
              </c:pt>
              <c:pt idx="25">
                <c:v>3.982384315837214</c:v>
              </c:pt>
              <c:pt idx="26">
                <c:v>4.161547673125727</c:v>
              </c:pt>
              <c:pt idx="27">
                <c:v>4.343211590179747</c:v>
              </c:pt>
              <c:pt idx="28">
                <c:v>4.524649224492139</c:v>
              </c:pt>
              <c:pt idx="29">
                <c:v>4.712009571558551</c:v>
              </c:pt>
              <c:pt idx="30">
                <c:v>4.899888868343318</c:v>
              </c:pt>
            </c:numLit>
          </c:val>
          <c:smooth val="0"/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650">
                  <a:solidFill>
                    <a:srgbClr val="173042"/>
                  </a:solidFill>
                  <a:latin typeface="Arial Unicode MS"/>
                  <a:ea typeface="Arial Unicode MS"/>
                  <a:cs typeface="Arial Unicode MS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650">
                    <a:solidFill>
                      <a:srgbClr val="173042"/>
                    </a:solidFill>
                    <a:latin typeface="Arial Unicode MS"/>
                    <a:ea typeface="Arial Unicode MS"/>
                    <a:cs typeface="Arial Unicode MS"/>
                  </a:rPr>
                  <a:t>世代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650">
                  <a:solidFill>
                    <a:srgbClr val="173042"/>
                  </a:solidFill>
                  <a:latin typeface="Arial Unicode MS"/>
                  <a:ea typeface="Arial Unicode MS"/>
                  <a:cs typeface="Arial Unicode MS"/>
                </a:defRPr>
              </a:pPr>
            </a:p>
          </c:txPr>
        </c:title>
        <c:numFmt formatCode="General"/>
        <c:majorTickMark val="none"/>
        <c:minorTickMark val="none"/>
        <c:tickLblPos val="low"/>
        <c:spPr>
          <a:ln xmlns:a="http://schemas.openxmlformats.org/drawingml/2006/main" w="9525">
            <a:solidFill>
              <a:srgbClr val="657580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</a:p>
        </c:txPr>
        <c:crossAx val="48672768"/>
      </c:catAx>
      <c:valAx>
        <c:axId val="48672768"/>
        <c:scaling>
          <c:orientation val="minMax"/>
          <c:max val="6"/>
          <c:min val="0"/>
        </c:scaling>
        <c:delete val="0"/>
        <c:axPos val="l"/>
        <c:majorGridlines>
          <c:spPr>
            <a:ln xmlns:a="http://schemas.openxmlformats.org/drawingml/2006/main" w="5715">
              <a:solidFill>
                <a:srgbClr val="E0E5E8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650">
                    <a:solidFill>
                      <a:srgbClr val="173042"/>
                    </a:solidFill>
                    <a:latin typeface="Arial Unicode MS"/>
                    <a:ea typeface="Arial Unicode MS"/>
                    <a:cs typeface="Arial Unicode MS"/>
                  </a:rPr>
                  <a:t>log₁₀(細胞數+1)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650">
                  <a:solidFill>
                    <a:srgbClr val="173042"/>
                  </a:solidFill>
                  <a:latin typeface="Arial Unicode MS"/>
                  <a:ea typeface="Arial Unicode MS"/>
                  <a:cs typeface="Arial Unicode MS"/>
                </a:defRPr>
              </a:pPr>
            </a:p>
          </c:txPr>
        </c:title>
        <c:numFmt formatCode="#,##0"/>
        <c:majorTickMark val="none"/>
        <c:minorTickMark val="none"/>
        <c:spPr>
          <a:ln xmlns:a="http://schemas.openxmlformats.org/drawingml/2006/main" w="9525">
            <a:solidFill>
              <a:srgbClr val="657580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CFBF8"/>
        </a:solidFill>
        <a:ln xmlns:a="http://schemas.openxmlformats.org/drawingml/2006/main" w="0">
          <a:noFill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425">
              <a:solidFill>
                <a:srgbClr val="173042"/>
              </a:solidFill>
              <a:latin typeface="Arial Unicode MS"/>
              <a:ea typeface="Arial Unicode MS"/>
              <a:cs typeface="Arial Unicode MS"/>
            </a:defRPr>
          </a:pPr>
        </a:p>
      </c:txPr>
    </c:legend>
    <c:plotVisOnly val="1"/>
  </c:chart>
  <c:spPr>
    <a:solidFill xmlns:a="http://schemas.openxmlformats.org/drawingml/2006/main">
      <a:srgbClr val="FCFBF8"/>
    </a:solidFill>
    <a:ln xmlns:a="http://schemas.openxmlformats.org/drawingml/2006/main" w="0">
      <a:noFill/>
    </a:ln>
  </c:spPr>
</c:chartSpace>
</file>

<file path=ppt/slides/charts/chart3.xml><?xml version="1.0" encoding="utf-8"?>
<c:chartSpace xmlns:c="http://schemas.openxmlformats.org/drawingml/2006/chart">
  <c:lang val="en-US"/>
  <c:chart>
    <c:plotArea>
      <c:lineChart>
        <c:grouping val="standard"/>
        <c:varyColors val="0"/>
        <c:ser>
          <c:idx val="0"/>
          <c:order val="0"/>
          <c:tx>
            <c:v>P10</c:v>
          </c:tx>
          <c:spPr>
            <a:solidFill xmlns:a="http://schemas.openxmlformats.org/drawingml/2006/main">
              <a:srgbClr val="A74F3D"/>
            </a:solidFill>
            <a:ln xmlns:a="http://schemas.openxmlformats.org/drawingml/2006/main" w="12383">
              <a:solidFill>
                <a:srgbClr val="A74F3D"/>
              </a:solidFill>
              <a:prstDash val="dash"/>
            </a:ln>
          </c:spPr>
          <c:marker>
            <c:symbol val="none"/>
          </c:marker>
          <c:cat>
            <c:numLit>
              <c:formatCode>General</c:formatCode>
              <c:ptCount val="31"/>
              <c:pt idx="0">
                <c:v>0</c:v>
              </c:pt>
              <c:pt idx="1">
                <c:v>1</c:v>
              </c:pt>
              <c:pt idx="2">
                <c:v>2</c:v>
              </c:pt>
              <c:pt idx="3">
                <c:v>3</c:v>
              </c:pt>
              <c:pt idx="4">
                <c:v>4</c:v>
              </c:pt>
              <c:pt idx="5">
                <c:v>5</c:v>
              </c:pt>
              <c:pt idx="6">
                <c:v>6</c:v>
              </c:pt>
              <c:pt idx="7">
                <c:v>7</c:v>
              </c:pt>
              <c:pt idx="8">
                <c:v>8</c:v>
              </c:pt>
              <c:pt idx="9">
                <c:v>9</c:v>
              </c:pt>
              <c:pt idx="10">
                <c:v>10</c:v>
              </c:pt>
              <c:pt idx="11">
                <c:v>11</c:v>
              </c:pt>
              <c:pt idx="12">
                <c:v>12</c:v>
              </c:pt>
              <c:pt idx="13">
                <c:v>13</c:v>
              </c:pt>
              <c:pt idx="14">
                <c:v>14</c:v>
              </c:pt>
              <c:pt idx="15">
                <c:v>15</c:v>
              </c:pt>
              <c:pt idx="16">
                <c:v>16</c:v>
              </c:pt>
              <c:pt idx="17">
                <c:v>17</c:v>
              </c:pt>
              <c:pt idx="18">
                <c:v>18</c:v>
              </c:pt>
              <c:pt idx="19">
                <c:v>19</c:v>
              </c:pt>
              <c:pt idx="20">
                <c:v>20</c:v>
              </c:pt>
              <c:pt idx="21">
                <c:v>21</c:v>
              </c:pt>
              <c:pt idx="22">
                <c:v>22</c:v>
              </c:pt>
              <c:pt idx="23">
                <c:v>23</c:v>
              </c:pt>
              <c:pt idx="24">
                <c:v>24</c:v>
              </c:pt>
              <c:pt idx="25">
                <c:v>25</c:v>
              </c:pt>
              <c:pt idx="26">
                <c:v>26</c:v>
              </c:pt>
              <c:pt idx="27">
                <c:v>27</c:v>
              </c:pt>
              <c:pt idx="28">
                <c:v>28</c:v>
              </c:pt>
              <c:pt idx="29">
                <c:v>29</c:v>
              </c:pt>
              <c:pt idx="30">
                <c:v>30</c:v>
              </c:pt>
            </c:numLit>
          </c:cat>
          <c:val>
            <c:numLit>
              <c:formatCode>#,##0</c:formatCode>
              <c:ptCount val="31"/>
              <c:pt idx="0">
                <c:v>0</c:v>
              </c:pt>
              <c:pt idx="1">
                <c:v>0</c:v>
              </c:pt>
              <c:pt idx="2">
                <c:v>0</c:v>
              </c:pt>
              <c:pt idx="3">
                <c:v>0</c:v>
              </c:pt>
              <c:pt idx="4">
                <c:v>0</c:v>
              </c:pt>
              <c:pt idx="5">
                <c:v>0</c:v>
              </c:pt>
              <c:pt idx="6">
                <c:v>0</c:v>
              </c:pt>
              <c:pt idx="7">
                <c:v>0</c:v>
              </c:pt>
              <c:pt idx="8">
                <c:v>0.19744267482129593</c:v>
              </c:pt>
              <c:pt idx="9">
                <c:v>0.18054980762297582</c:v>
              </c:pt>
              <c:pt idx="10">
                <c:v>0.33525710930291086</c:v>
              </c:pt>
              <c:pt idx="11">
                <c:v>0.4160723885843469</c:v>
              </c:pt>
              <c:pt idx="12">
                <c:v>0.5654083607617898</c:v>
              </c:pt>
              <c:pt idx="13">
                <c:v>0.5949509741839755</c:v>
              </c:pt>
              <c:pt idx="14">
                <c:v>0.6778366717541702</c:v>
              </c:pt>
              <c:pt idx="15">
                <c:v>0.7713988539458436</c:v>
              </c:pt>
              <c:pt idx="16">
                <c:v>1.2715392721152023</c:v>
              </c:pt>
              <c:pt idx="17">
                <c:v>11.072552877520904</c:v>
              </c:pt>
              <c:pt idx="18">
                <c:v>53.83176966775693</c:v>
              </c:pt>
              <c:pt idx="19">
                <c:v>91.65322742730349</c:v>
              </c:pt>
              <c:pt idx="20">
                <c:v>99.13285001412297</c:v>
              </c:pt>
              <c:pt idx="21">
                <c:v>99.8474473185217</c:v>
              </c:pt>
              <c:pt idx="22">
                <c:v>100</c:v>
              </c:pt>
              <c:pt idx="23">
                <c:v>100</c:v>
              </c:pt>
              <c:pt idx="24">
                <c:v>100</c:v>
              </c:pt>
              <c:pt idx="25">
                <c:v>100</c:v>
              </c:pt>
              <c:pt idx="26">
                <c:v>100</c:v>
              </c:pt>
              <c:pt idx="27">
                <c:v>100</c:v>
              </c:pt>
              <c:pt idx="28">
                <c:v>100</c:v>
              </c:pt>
              <c:pt idx="29">
                <c:v>100</c:v>
              </c:pt>
              <c:pt idx="30">
                <c:v>100</c:v>
              </c:pt>
            </c:numLit>
          </c:val>
          <c:smooth val="0"/>
        </c:ser>
        <c:ser>
          <c:idx val="1"/>
          <c:order val="1"/>
          <c:tx>
            <c:v>中位</c:v>
          </c:tx>
          <c:spPr>
            <a:solidFill xmlns:a="http://schemas.openxmlformats.org/drawingml/2006/main">
              <a:srgbClr val="A74F3D"/>
            </a:solidFill>
            <a:ln xmlns:a="http://schemas.openxmlformats.org/drawingml/2006/main" w="28575">
              <a:solidFill>
                <a:srgbClr val="A74F3D"/>
              </a:solidFill>
              <a:prstDash val="solid"/>
            </a:ln>
          </c:spPr>
          <c:marker>
            <c:symbol val="none"/>
          </c:marker>
          <c:cat>
            <c:numLit>
              <c:formatCode>General</c:formatCode>
              <c:ptCount val="31"/>
              <c:pt idx="0">
                <c:v>0</c:v>
              </c:pt>
              <c:pt idx="1">
                <c:v>1</c:v>
              </c:pt>
              <c:pt idx="2">
                <c:v>2</c:v>
              </c:pt>
              <c:pt idx="3">
                <c:v>3</c:v>
              </c:pt>
              <c:pt idx="4">
                <c:v>4</c:v>
              </c:pt>
              <c:pt idx="5">
                <c:v>5</c:v>
              </c:pt>
              <c:pt idx="6">
                <c:v>6</c:v>
              </c:pt>
              <c:pt idx="7">
                <c:v>7</c:v>
              </c:pt>
              <c:pt idx="8">
                <c:v>8</c:v>
              </c:pt>
              <c:pt idx="9">
                <c:v>9</c:v>
              </c:pt>
              <c:pt idx="10">
                <c:v>10</c:v>
              </c:pt>
              <c:pt idx="11">
                <c:v>11</c:v>
              </c:pt>
              <c:pt idx="12">
                <c:v>12</c:v>
              </c:pt>
              <c:pt idx="13">
                <c:v>13</c:v>
              </c:pt>
              <c:pt idx="14">
                <c:v>14</c:v>
              </c:pt>
              <c:pt idx="15">
                <c:v>15</c:v>
              </c:pt>
              <c:pt idx="16">
                <c:v>16</c:v>
              </c:pt>
              <c:pt idx="17">
                <c:v>17</c:v>
              </c:pt>
              <c:pt idx="18">
                <c:v>18</c:v>
              </c:pt>
              <c:pt idx="19">
                <c:v>19</c:v>
              </c:pt>
              <c:pt idx="20">
                <c:v>20</c:v>
              </c:pt>
              <c:pt idx="21">
                <c:v>21</c:v>
              </c:pt>
              <c:pt idx="22">
                <c:v>22</c:v>
              </c:pt>
              <c:pt idx="23">
                <c:v>23</c:v>
              </c:pt>
              <c:pt idx="24">
                <c:v>24</c:v>
              </c:pt>
              <c:pt idx="25">
                <c:v>25</c:v>
              </c:pt>
              <c:pt idx="26">
                <c:v>26</c:v>
              </c:pt>
              <c:pt idx="27">
                <c:v>27</c:v>
              </c:pt>
              <c:pt idx="28">
                <c:v>28</c:v>
              </c:pt>
              <c:pt idx="29">
                <c:v>29</c:v>
              </c:pt>
              <c:pt idx="30">
                <c:v>30</c:v>
              </c:pt>
            </c:numLit>
          </c:cat>
          <c:val>
            <c:numLit>
              <c:formatCode>#,##0</c:formatCode>
              <c:ptCount val="31"/>
              <c:pt idx="0">
                <c:v>0</c:v>
              </c:pt>
              <c:pt idx="1">
                <c:v>0</c:v>
              </c:pt>
              <c:pt idx="2">
                <c:v>0</c:v>
              </c:pt>
              <c:pt idx="3">
                <c:v>0</c:v>
              </c:pt>
              <c:pt idx="4">
                <c:v>0.21139069792202722</c:v>
              </c:pt>
              <c:pt idx="5">
                <c:v>0.1814935834936362</c:v>
              </c:pt>
              <c:pt idx="6">
                <c:v>0.1722613226921587</c:v>
              </c:pt>
              <c:pt idx="7">
                <c:v>0.27076826372853313</c:v>
              </c:pt>
              <c:pt idx="8">
                <c:v>0.3801961055906622</c:v>
              </c:pt>
              <c:pt idx="9">
                <c:v>0.5722157057102331</c:v>
              </c:pt>
              <c:pt idx="10">
                <c:v>0.6521585572968972</c:v>
              </c:pt>
              <c:pt idx="11">
                <c:v>0.7198031578880025</c:v>
              </c:pt>
              <c:pt idx="12">
                <c:v>0.7878172383869663</c:v>
              </c:pt>
              <c:pt idx="13">
                <c:v>0.9377077802833242</c:v>
              </c:pt>
              <c:pt idx="14">
                <c:v>0.9639218397945047</c:v>
              </c:pt>
              <c:pt idx="15">
                <c:v>1.15852021288647</c:v>
              </c:pt>
              <c:pt idx="16">
                <c:v>9.18287808790291</c:v>
              </c:pt>
              <c:pt idx="17">
                <c:v>50.208329489615814</c:v>
              </c:pt>
              <c:pt idx="18">
                <c:v>90.51630973348739</c:v>
              </c:pt>
              <c:pt idx="19">
                <c:v>99.24015659748152</c:v>
              </c:pt>
              <c:pt idx="20">
                <c:v>99.92933589718953</c:v>
              </c:pt>
              <c:pt idx="21">
                <c:v>100</c:v>
              </c:pt>
              <c:pt idx="22">
                <c:v>100</c:v>
              </c:pt>
              <c:pt idx="23">
                <c:v>100</c:v>
              </c:pt>
              <c:pt idx="24">
                <c:v>100</c:v>
              </c:pt>
              <c:pt idx="25">
                <c:v>100</c:v>
              </c:pt>
              <c:pt idx="26">
                <c:v>100</c:v>
              </c:pt>
              <c:pt idx="27">
                <c:v>100</c:v>
              </c:pt>
              <c:pt idx="28">
                <c:v>100</c:v>
              </c:pt>
              <c:pt idx="29">
                <c:v>100</c:v>
              </c:pt>
              <c:pt idx="30">
                <c:v>100</c:v>
              </c:pt>
            </c:numLit>
          </c:val>
          <c:smooth val="0"/>
        </c:ser>
        <c:ser>
          <c:idx val="2"/>
          <c:order val="2"/>
          <c:tx>
            <c:v>P90</c:v>
          </c:tx>
          <c:spPr>
            <a:solidFill xmlns:a="http://schemas.openxmlformats.org/drawingml/2006/main">
              <a:srgbClr val="A74F3D"/>
            </a:solidFill>
            <a:ln xmlns:a="http://schemas.openxmlformats.org/drawingml/2006/main" w="12383">
              <a:solidFill>
                <a:srgbClr val="A74F3D"/>
              </a:solidFill>
              <a:prstDash val="dash"/>
            </a:ln>
          </c:spPr>
          <c:marker>
            <c:symbol val="none"/>
          </c:marker>
          <c:cat>
            <c:numLit>
              <c:formatCode>General</c:formatCode>
              <c:ptCount val="31"/>
              <c:pt idx="0">
                <c:v>0</c:v>
              </c:pt>
              <c:pt idx="1">
                <c:v>1</c:v>
              </c:pt>
              <c:pt idx="2">
                <c:v>2</c:v>
              </c:pt>
              <c:pt idx="3">
                <c:v>3</c:v>
              </c:pt>
              <c:pt idx="4">
                <c:v>4</c:v>
              </c:pt>
              <c:pt idx="5">
                <c:v>5</c:v>
              </c:pt>
              <c:pt idx="6">
                <c:v>6</c:v>
              </c:pt>
              <c:pt idx="7">
                <c:v>7</c:v>
              </c:pt>
              <c:pt idx="8">
                <c:v>8</c:v>
              </c:pt>
              <c:pt idx="9">
                <c:v>9</c:v>
              </c:pt>
              <c:pt idx="10">
                <c:v>10</c:v>
              </c:pt>
              <c:pt idx="11">
                <c:v>11</c:v>
              </c:pt>
              <c:pt idx="12">
                <c:v>12</c:v>
              </c:pt>
              <c:pt idx="13">
                <c:v>13</c:v>
              </c:pt>
              <c:pt idx="14">
                <c:v>14</c:v>
              </c:pt>
              <c:pt idx="15">
                <c:v>15</c:v>
              </c:pt>
              <c:pt idx="16">
                <c:v>16</c:v>
              </c:pt>
              <c:pt idx="17">
                <c:v>17</c:v>
              </c:pt>
              <c:pt idx="18">
                <c:v>18</c:v>
              </c:pt>
              <c:pt idx="19">
                <c:v>19</c:v>
              </c:pt>
              <c:pt idx="20">
                <c:v>20</c:v>
              </c:pt>
              <c:pt idx="21">
                <c:v>21</c:v>
              </c:pt>
              <c:pt idx="22">
                <c:v>22</c:v>
              </c:pt>
              <c:pt idx="23">
                <c:v>23</c:v>
              </c:pt>
              <c:pt idx="24">
                <c:v>24</c:v>
              </c:pt>
              <c:pt idx="25">
                <c:v>25</c:v>
              </c:pt>
              <c:pt idx="26">
                <c:v>26</c:v>
              </c:pt>
              <c:pt idx="27">
                <c:v>27</c:v>
              </c:pt>
              <c:pt idx="28">
                <c:v>28</c:v>
              </c:pt>
              <c:pt idx="29">
                <c:v>29</c:v>
              </c:pt>
              <c:pt idx="30">
                <c:v>30</c:v>
              </c:pt>
            </c:numLit>
          </c:cat>
          <c:val>
            <c:numLit>
              <c:formatCode>#,##0</c:formatCode>
              <c:ptCount val="31"/>
              <c:pt idx="0">
                <c:v>0</c:v>
              </c:pt>
              <c:pt idx="1">
                <c:v>0.6116735695658844</c:v>
              </c:pt>
              <c:pt idx="2">
                <c:v>0.5747413663851273</c:v>
              </c:pt>
              <c:pt idx="3">
                <c:v>0.9224622669428826</c:v>
              </c:pt>
              <c:pt idx="4">
                <c:v>0.727602456482614</c:v>
              </c:pt>
              <c:pt idx="5">
                <c:v>1.1371711285995987</c:v>
              </c:pt>
              <c:pt idx="6">
                <c:v>1.1825152515811272</c:v>
              </c:pt>
              <c:pt idx="7">
                <c:v>1.3424726644740033</c:v>
              </c:pt>
              <c:pt idx="8">
                <c:v>1.2224647003139957</c:v>
              </c:pt>
              <c:pt idx="9">
                <c:v>1.5262415939183827</c:v>
              </c:pt>
              <c:pt idx="10">
                <c:v>1.4378059605733826</c:v>
              </c:pt>
              <c:pt idx="11">
                <c:v>1.4964971310911326</c:v>
              </c:pt>
              <c:pt idx="12">
                <c:v>1.622528496107583</c:v>
              </c:pt>
              <c:pt idx="13">
                <c:v>1.832253376364307</c:v>
              </c:pt>
              <c:pt idx="14">
                <c:v>1.9197058830294254</c:v>
              </c:pt>
              <c:pt idx="15">
                <c:v>2.244312716976146</c:v>
              </c:pt>
              <c:pt idx="16">
                <c:v>17.913746829784422</c:v>
              </c:pt>
              <c:pt idx="17">
                <c:v>66.03895955074833</c:v>
              </c:pt>
              <c:pt idx="18">
                <c:v>95.37497705460893</c:v>
              </c:pt>
              <c:pt idx="19">
                <c:v>99.67818821904426</c:v>
              </c:pt>
              <c:pt idx="20">
                <c:v>100</c:v>
              </c:pt>
              <c:pt idx="21">
                <c:v>100</c:v>
              </c:pt>
              <c:pt idx="22">
                <c:v>100</c:v>
              </c:pt>
              <c:pt idx="23">
                <c:v>100</c:v>
              </c:pt>
              <c:pt idx="24">
                <c:v>100</c:v>
              </c:pt>
              <c:pt idx="25">
                <c:v>100</c:v>
              </c:pt>
              <c:pt idx="26">
                <c:v>100</c:v>
              </c:pt>
              <c:pt idx="27">
                <c:v>100</c:v>
              </c:pt>
              <c:pt idx="28">
                <c:v>100</c:v>
              </c:pt>
              <c:pt idx="29">
                <c:v>100</c:v>
              </c:pt>
              <c:pt idx="30">
                <c:v>100</c:v>
              </c:pt>
            </c:numLit>
          </c:val>
          <c:smooth val="0"/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650">
                  <a:solidFill>
                    <a:srgbClr val="173042"/>
                  </a:solidFill>
                  <a:latin typeface="Arial Unicode MS"/>
                  <a:ea typeface="Arial Unicode MS"/>
                  <a:cs typeface="Arial Unicode MS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650">
                    <a:solidFill>
                      <a:srgbClr val="173042"/>
                    </a:solidFill>
                    <a:latin typeface="Arial Unicode MS"/>
                    <a:ea typeface="Arial Unicode MS"/>
                    <a:cs typeface="Arial Unicode MS"/>
                  </a:rPr>
                  <a:t>世代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650">
                  <a:solidFill>
                    <a:srgbClr val="173042"/>
                  </a:solidFill>
                  <a:latin typeface="Arial Unicode MS"/>
                  <a:ea typeface="Arial Unicode MS"/>
                  <a:cs typeface="Arial Unicode MS"/>
                </a:defRPr>
              </a:pPr>
            </a:p>
          </c:txPr>
        </c:title>
        <c:numFmt formatCode="General"/>
        <c:majorTickMark val="none"/>
        <c:minorTickMark val="none"/>
        <c:tickLblPos val="low"/>
        <c:spPr>
          <a:ln xmlns:a="http://schemas.openxmlformats.org/drawingml/2006/main" w="9525">
            <a:solidFill>
              <a:srgbClr val="657580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</a:p>
        </c:txPr>
        <c:crossAx val="48672768"/>
      </c:catAx>
      <c:valAx>
        <c:axId val="48672768"/>
        <c:scaling>
          <c:orientation val="minMax"/>
          <c:max val="100"/>
          <c:min val="0"/>
        </c:scaling>
        <c:delete val="0"/>
        <c:axPos val="l"/>
        <c:majorGridlines>
          <c:spPr>
            <a:ln xmlns:a="http://schemas.openxmlformats.org/drawingml/2006/main" w="5715">
              <a:solidFill>
                <a:srgbClr val="E0E5E8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650">
                    <a:solidFill>
                      <a:srgbClr val="173042"/>
                    </a:solidFill>
                    <a:latin typeface="Arial Unicode MS"/>
                    <a:ea typeface="Arial Unicode MS"/>
                    <a:cs typeface="Arial Unicode MS"/>
                  </a:rPr>
                  <a:t>抗藥細胞 (%)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650">
                  <a:solidFill>
                    <a:srgbClr val="173042"/>
                  </a:solidFill>
                  <a:latin typeface="Arial Unicode MS"/>
                  <a:ea typeface="Arial Unicode MS"/>
                  <a:cs typeface="Arial Unicode MS"/>
                </a:defRPr>
              </a:pPr>
            </a:p>
          </c:txPr>
        </c:title>
        <c:numFmt formatCode="#,##0"/>
        <c:majorTickMark val="none"/>
        <c:minorTickMark val="none"/>
        <c:spPr>
          <a:ln xmlns:a="http://schemas.openxmlformats.org/drawingml/2006/main" w="9525">
            <a:solidFill>
              <a:srgbClr val="657580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CFBF8"/>
        </a:solidFill>
        <a:ln xmlns:a="http://schemas.openxmlformats.org/drawingml/2006/main" w="0">
          <a:noFill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425">
              <a:solidFill>
                <a:srgbClr val="173042"/>
              </a:solidFill>
              <a:latin typeface="Arial Unicode MS"/>
              <a:ea typeface="Arial Unicode MS"/>
              <a:cs typeface="Arial Unicode MS"/>
            </a:defRPr>
          </a:pPr>
        </a:p>
      </c:txPr>
    </c:legend>
    <c:plotVisOnly val="1"/>
  </c:chart>
  <c:spPr>
    <a:solidFill xmlns:a="http://schemas.openxmlformats.org/drawingml/2006/main">
      <a:srgbClr val="FCFBF8"/>
    </a:solidFill>
    <a:ln xmlns:a="http://schemas.openxmlformats.org/drawingml/2006/main" w="0">
      <a:noFill/>
    </a:ln>
  </c:spPr>
</c:chartSpace>
</file>

<file path=ppt/slides/charts/chart4.xml><?xml version="1.0" encoding="utf-8"?>
<c:chartSpace xmlns:c="http://schemas.openxmlformats.org/drawingml/2006/chart">
  <c:lang val="en-US"/>
  <c:chart>
    <c:plotArea>
      <c:lineChart>
        <c:grouping val="standard"/>
        <c:varyColors val="0"/>
        <c:ser>
          <c:idx val="0"/>
          <c:order val="0"/>
          <c:tx>
            <c:v>P10</c:v>
          </c:tx>
          <c:spPr>
            <a:solidFill xmlns:a="http://schemas.openxmlformats.org/drawingml/2006/main">
              <a:srgbClr val="6C5B9C"/>
            </a:solidFill>
            <a:ln xmlns:a="http://schemas.openxmlformats.org/drawingml/2006/main" w="12383">
              <a:solidFill>
                <a:srgbClr val="6C5B9C"/>
              </a:solidFill>
              <a:prstDash val="dash"/>
            </a:ln>
          </c:spPr>
          <c:marker>
            <c:symbol val="none"/>
          </c:marker>
          <c:cat>
            <c:numLit>
              <c:formatCode>General</c:formatCode>
              <c:ptCount val="31"/>
              <c:pt idx="0">
                <c:v>0</c:v>
              </c:pt>
              <c:pt idx="1">
                <c:v>1</c:v>
              </c:pt>
              <c:pt idx="2">
                <c:v>2</c:v>
              </c:pt>
              <c:pt idx="3">
                <c:v>3</c:v>
              </c:pt>
              <c:pt idx="4">
                <c:v>4</c:v>
              </c:pt>
              <c:pt idx="5">
                <c:v>5</c:v>
              </c:pt>
              <c:pt idx="6">
                <c:v>6</c:v>
              </c:pt>
              <c:pt idx="7">
                <c:v>7</c:v>
              </c:pt>
              <c:pt idx="8">
                <c:v>8</c:v>
              </c:pt>
              <c:pt idx="9">
                <c:v>9</c:v>
              </c:pt>
              <c:pt idx="10">
                <c:v>10</c:v>
              </c:pt>
              <c:pt idx="11">
                <c:v>11</c:v>
              </c:pt>
              <c:pt idx="12">
                <c:v>12</c:v>
              </c:pt>
              <c:pt idx="13">
                <c:v>13</c:v>
              </c:pt>
              <c:pt idx="14">
                <c:v>14</c:v>
              </c:pt>
              <c:pt idx="15">
                <c:v>15</c:v>
              </c:pt>
              <c:pt idx="16">
                <c:v>16</c:v>
              </c:pt>
              <c:pt idx="17">
                <c:v>17</c:v>
              </c:pt>
              <c:pt idx="18">
                <c:v>18</c:v>
              </c:pt>
              <c:pt idx="19">
                <c:v>19</c:v>
              </c:pt>
              <c:pt idx="20">
                <c:v>20</c:v>
              </c:pt>
              <c:pt idx="21">
                <c:v>21</c:v>
              </c:pt>
              <c:pt idx="22">
                <c:v>22</c:v>
              </c:pt>
              <c:pt idx="23">
                <c:v>23</c:v>
              </c:pt>
              <c:pt idx="24">
                <c:v>24</c:v>
              </c:pt>
              <c:pt idx="25">
                <c:v>25</c:v>
              </c:pt>
              <c:pt idx="26">
                <c:v>26</c:v>
              </c:pt>
              <c:pt idx="27">
                <c:v>27</c:v>
              </c:pt>
              <c:pt idx="28">
                <c:v>28</c:v>
              </c:pt>
              <c:pt idx="29">
                <c:v>29</c:v>
              </c:pt>
              <c:pt idx="30">
                <c:v>30</c:v>
              </c:pt>
            </c:numLit>
          </c:cat>
          <c:val>
            <c:numLit>
              <c:formatCode>#,##0</c:formatCode>
              <c:ptCount val="31"/>
              <c:pt idx="0">
                <c:v>1</c:v>
              </c:pt>
              <c:pt idx="1">
                <c:v>1.0376294797355234</c:v>
              </c:pt>
              <c:pt idx="2">
                <c:v>1.1268153414209645</c:v>
              </c:pt>
              <c:pt idx="3">
                <c:v>1.2466467722484689</c:v>
              </c:pt>
              <c:pt idx="4">
                <c:v>1.3215285169591242</c:v>
              </c:pt>
              <c:pt idx="5">
                <c:v>1.5052819351508486</c:v>
              </c:pt>
              <c:pt idx="6">
                <c:v>1.662942696544194</c:v>
              </c:pt>
              <c:pt idx="7">
                <c:v>1.8860535490458707</c:v>
              </c:pt>
              <c:pt idx="8">
                <c:v>2.136161225348883</c:v>
              </c:pt>
              <c:pt idx="9">
                <c:v>2.4265230899679797</c:v>
              </c:pt>
              <c:pt idx="10">
                <c:v>2.693037685628764</c:v>
              </c:pt>
              <c:pt idx="11">
                <c:v>2.941313496609524</c:v>
              </c:pt>
              <c:pt idx="12">
                <c:v>3.343069906392109</c:v>
              </c:pt>
              <c:pt idx="13">
                <c:v>3.8042204127220836</c:v>
              </c:pt>
              <c:pt idx="14">
                <c:v>4.280653902451069</c:v>
              </c:pt>
              <c:pt idx="15">
                <c:v>4.975110517319269</c:v>
              </c:pt>
              <c:pt idx="16">
                <c:v>6.600401294276712</c:v>
              </c:pt>
              <c:pt idx="17">
                <c:v>7.338357895304835</c:v>
              </c:pt>
              <c:pt idx="18">
                <c:v>4.453171873312803</c:v>
              </c:pt>
              <c:pt idx="19">
                <c:v>3.847482387922712</c:v>
              </c:pt>
              <c:pt idx="20">
                <c:v>4.005475507436986</c:v>
              </c:pt>
              <c:pt idx="21">
                <c:v>4.638045592555594</c:v>
              </c:pt>
              <c:pt idx="22">
                <c:v>5.200657168536479</c:v>
              </c:pt>
              <c:pt idx="23">
                <c:v>5.548732149466799</c:v>
              </c:pt>
              <c:pt idx="24">
                <c:v>5.946660841641011</c:v>
              </c:pt>
              <c:pt idx="25">
                <c:v>6.329088204818775</c:v>
              </c:pt>
              <c:pt idx="26">
                <c:v>6.97495724503456</c:v>
              </c:pt>
              <c:pt idx="27">
                <c:v>7.980014472387137</c:v>
              </c:pt>
              <c:pt idx="28">
                <c:v>8.89776242563396</c:v>
              </c:pt>
              <c:pt idx="29">
                <c:v>9.94425899380532</c:v>
              </c:pt>
              <c:pt idx="30">
                <c:v>11.112402461805624</c:v>
              </c:pt>
            </c:numLit>
          </c:val>
          <c:smooth val="0"/>
        </c:ser>
        <c:ser>
          <c:idx val="1"/>
          <c:order val="1"/>
          <c:tx>
            <c:v>中位</c:v>
          </c:tx>
          <c:spPr>
            <a:solidFill xmlns:a="http://schemas.openxmlformats.org/drawingml/2006/main">
              <a:srgbClr val="6C5B9C"/>
            </a:solidFill>
            <a:ln xmlns:a="http://schemas.openxmlformats.org/drawingml/2006/main" w="28575">
              <a:solidFill>
                <a:srgbClr val="6C5B9C"/>
              </a:solidFill>
              <a:prstDash val="solid"/>
            </a:ln>
          </c:spPr>
          <c:marker>
            <c:symbol val="none"/>
          </c:marker>
          <c:cat>
            <c:numLit>
              <c:formatCode>General</c:formatCode>
              <c:ptCount val="31"/>
              <c:pt idx="0">
                <c:v>0</c:v>
              </c:pt>
              <c:pt idx="1">
                <c:v>1</c:v>
              </c:pt>
              <c:pt idx="2">
                <c:v>2</c:v>
              </c:pt>
              <c:pt idx="3">
                <c:v>3</c:v>
              </c:pt>
              <c:pt idx="4">
                <c:v>4</c:v>
              </c:pt>
              <c:pt idx="5">
                <c:v>5</c:v>
              </c:pt>
              <c:pt idx="6">
                <c:v>6</c:v>
              </c:pt>
              <c:pt idx="7">
                <c:v>7</c:v>
              </c:pt>
              <c:pt idx="8">
                <c:v>8</c:v>
              </c:pt>
              <c:pt idx="9">
                <c:v>9</c:v>
              </c:pt>
              <c:pt idx="10">
                <c:v>10</c:v>
              </c:pt>
              <c:pt idx="11">
                <c:v>11</c:v>
              </c:pt>
              <c:pt idx="12">
                <c:v>12</c:v>
              </c:pt>
              <c:pt idx="13">
                <c:v>13</c:v>
              </c:pt>
              <c:pt idx="14">
                <c:v>14</c:v>
              </c:pt>
              <c:pt idx="15">
                <c:v>15</c:v>
              </c:pt>
              <c:pt idx="16">
                <c:v>16</c:v>
              </c:pt>
              <c:pt idx="17">
                <c:v>17</c:v>
              </c:pt>
              <c:pt idx="18">
                <c:v>18</c:v>
              </c:pt>
              <c:pt idx="19">
                <c:v>19</c:v>
              </c:pt>
              <c:pt idx="20">
                <c:v>20</c:v>
              </c:pt>
              <c:pt idx="21">
                <c:v>21</c:v>
              </c:pt>
              <c:pt idx="22">
                <c:v>22</c:v>
              </c:pt>
              <c:pt idx="23">
                <c:v>23</c:v>
              </c:pt>
              <c:pt idx="24">
                <c:v>24</c:v>
              </c:pt>
              <c:pt idx="25">
                <c:v>25</c:v>
              </c:pt>
              <c:pt idx="26">
                <c:v>26</c:v>
              </c:pt>
              <c:pt idx="27">
                <c:v>27</c:v>
              </c:pt>
              <c:pt idx="28">
                <c:v>28</c:v>
              </c:pt>
              <c:pt idx="29">
                <c:v>29</c:v>
              </c:pt>
              <c:pt idx="30">
                <c:v>30</c:v>
              </c:pt>
            </c:numLit>
          </c:cat>
          <c:val>
            <c:numLit>
              <c:formatCode>#,##0</c:formatCode>
              <c:ptCount val="31"/>
              <c:pt idx="0">
                <c:v>1</c:v>
              </c:pt>
              <c:pt idx="1">
                <c:v>1.1245826434208193</c:v>
              </c:pt>
              <c:pt idx="2">
                <c:v>1.2793481052632922</c:v>
              </c:pt>
              <c:pt idx="3">
                <c:v>1.4159224760237767</c:v>
              </c:pt>
              <c:pt idx="4">
                <c:v>1.6598272319534797</c:v>
              </c:pt>
              <c:pt idx="5">
                <c:v>1.8242443343836119</c:v>
              </c:pt>
              <c:pt idx="6">
                <c:v>2.036337923181051</c:v>
              </c:pt>
              <c:pt idx="7">
                <c:v>2.335391032753164</c:v>
              </c:pt>
              <c:pt idx="8">
                <c:v>2.6206532644191625</c:v>
              </c:pt>
              <c:pt idx="9">
                <c:v>2.8770070552427467</c:v>
              </c:pt>
              <c:pt idx="10">
                <c:v>3.22476938118167</c:v>
              </c:pt>
              <c:pt idx="11">
                <c:v>3.6958751787161983</c:v>
              </c:pt>
              <c:pt idx="12">
                <c:v>4.261324166221646</c:v>
              </c:pt>
              <c:pt idx="13">
                <c:v>4.94454662955361</c:v>
              </c:pt>
              <c:pt idx="14">
                <c:v>5.726261213736414</c:v>
              </c:pt>
              <c:pt idx="15">
                <c:v>6.519335921669012</c:v>
              </c:pt>
              <c:pt idx="16">
                <c:v>8.860869278615645</c:v>
              </c:pt>
              <c:pt idx="17">
                <c:v>10.540905402195804</c:v>
              </c:pt>
              <c:pt idx="18">
                <c:v>7.53850789001267</c:v>
              </c:pt>
              <c:pt idx="19">
                <c:v>6.3197102820875175</c:v>
              </c:pt>
              <c:pt idx="20">
                <c:v>6.568236319395009</c:v>
              </c:pt>
              <c:pt idx="21">
                <c:v>7.079186111154868</c:v>
              </c:pt>
              <c:pt idx="22">
                <c:v>7.67955078034411</c:v>
              </c:pt>
              <c:pt idx="23">
                <c:v>8.695411804489941</c:v>
              </c:pt>
              <c:pt idx="24">
                <c:v>9.94811835569863</c:v>
              </c:pt>
              <c:pt idx="25">
                <c:v>11.419155451555168</c:v>
              </c:pt>
              <c:pt idx="26">
                <c:v>12.477569822430137</c:v>
              </c:pt>
              <c:pt idx="27">
                <c:v>13.968605513571347</c:v>
              </c:pt>
              <c:pt idx="28">
                <c:v>15.433491864354837</c:v>
              </c:pt>
              <c:pt idx="29">
                <c:v>17.40937055423389</c:v>
              </c:pt>
              <c:pt idx="30">
                <c:v>19.444327768641198</c:v>
              </c:pt>
            </c:numLit>
          </c:val>
          <c:smooth val="0"/>
        </c:ser>
        <c:ser>
          <c:idx val="2"/>
          <c:order val="2"/>
          <c:tx>
            <c:v>P90</c:v>
          </c:tx>
          <c:spPr>
            <a:solidFill xmlns:a="http://schemas.openxmlformats.org/drawingml/2006/main">
              <a:srgbClr val="6C5B9C"/>
            </a:solidFill>
            <a:ln xmlns:a="http://schemas.openxmlformats.org/drawingml/2006/main" w="12383">
              <a:solidFill>
                <a:srgbClr val="6C5B9C"/>
              </a:solidFill>
              <a:prstDash val="dash"/>
            </a:ln>
          </c:spPr>
          <c:marker>
            <c:symbol val="none"/>
          </c:marker>
          <c:cat>
            <c:numLit>
              <c:formatCode>General</c:formatCode>
              <c:ptCount val="31"/>
              <c:pt idx="0">
                <c:v>0</c:v>
              </c:pt>
              <c:pt idx="1">
                <c:v>1</c:v>
              </c:pt>
              <c:pt idx="2">
                <c:v>2</c:v>
              </c:pt>
              <c:pt idx="3">
                <c:v>3</c:v>
              </c:pt>
              <c:pt idx="4">
                <c:v>4</c:v>
              </c:pt>
              <c:pt idx="5">
                <c:v>5</c:v>
              </c:pt>
              <c:pt idx="6">
                <c:v>6</c:v>
              </c:pt>
              <c:pt idx="7">
                <c:v>7</c:v>
              </c:pt>
              <c:pt idx="8">
                <c:v>8</c:v>
              </c:pt>
              <c:pt idx="9">
                <c:v>9</c:v>
              </c:pt>
              <c:pt idx="10">
                <c:v>10</c:v>
              </c:pt>
              <c:pt idx="11">
                <c:v>11</c:v>
              </c:pt>
              <c:pt idx="12">
                <c:v>12</c:v>
              </c:pt>
              <c:pt idx="13">
                <c:v>13</c:v>
              </c:pt>
              <c:pt idx="14">
                <c:v>14</c:v>
              </c:pt>
              <c:pt idx="15">
                <c:v>15</c:v>
              </c:pt>
              <c:pt idx="16">
                <c:v>16</c:v>
              </c:pt>
              <c:pt idx="17">
                <c:v>17</c:v>
              </c:pt>
              <c:pt idx="18">
                <c:v>18</c:v>
              </c:pt>
              <c:pt idx="19">
                <c:v>19</c:v>
              </c:pt>
              <c:pt idx="20">
                <c:v>20</c:v>
              </c:pt>
              <c:pt idx="21">
                <c:v>21</c:v>
              </c:pt>
              <c:pt idx="22">
                <c:v>22</c:v>
              </c:pt>
              <c:pt idx="23">
                <c:v>23</c:v>
              </c:pt>
              <c:pt idx="24">
                <c:v>24</c:v>
              </c:pt>
              <c:pt idx="25">
                <c:v>25</c:v>
              </c:pt>
              <c:pt idx="26">
                <c:v>26</c:v>
              </c:pt>
              <c:pt idx="27">
                <c:v>27</c:v>
              </c:pt>
              <c:pt idx="28">
                <c:v>28</c:v>
              </c:pt>
              <c:pt idx="29">
                <c:v>29</c:v>
              </c:pt>
              <c:pt idx="30">
                <c:v>30</c:v>
              </c:pt>
            </c:numLit>
          </c:cat>
          <c:val>
            <c:numLit>
              <c:formatCode>#,##0</c:formatCode>
              <c:ptCount val="31"/>
              <c:pt idx="0">
                <c:v>1</c:v>
              </c:pt>
              <c:pt idx="1">
                <c:v>1.2572031553363767</c:v>
              </c:pt>
              <c:pt idx="2">
                <c:v>1.4616868382388017</c:v>
              </c:pt>
              <c:pt idx="3">
                <c:v>1.6050770966178192</c:v>
              </c:pt>
              <c:pt idx="4">
                <c:v>1.855600248472056</c:v>
              </c:pt>
              <c:pt idx="5">
                <c:v>2.0273900626876675</c:v>
              </c:pt>
              <c:pt idx="6">
                <c:v>2.4311455651263456</c:v>
              </c:pt>
              <c:pt idx="7">
                <c:v>2.7567142017305737</c:v>
              </c:pt>
              <c:pt idx="8">
                <c:v>3.1953148961254687</c:v>
              </c:pt>
              <c:pt idx="9">
                <c:v>3.683474036833992</c:v>
              </c:pt>
              <c:pt idx="10">
                <c:v>4.245516297990508</c:v>
              </c:pt>
              <c:pt idx="11">
                <c:v>4.886874635518003</c:v>
              </c:pt>
              <c:pt idx="12">
                <c:v>5.781989781002207</c:v>
              </c:pt>
              <c:pt idx="13">
                <c:v>6.764031139280565</c:v>
              </c:pt>
              <c:pt idx="14">
                <c:v>7.90819399219119</c:v>
              </c:pt>
              <c:pt idx="15">
                <c:v>9.62372071859246</c:v>
              </c:pt>
              <c:pt idx="16">
                <c:v>12.186416826879118</c:v>
              </c:pt>
              <c:pt idx="17">
                <c:v>14.684049253663957</c:v>
              </c:pt>
              <c:pt idx="18">
                <c:v>10.405442751308907</c:v>
              </c:pt>
              <c:pt idx="19">
                <c:v>9.566373535200237</c:v>
              </c:pt>
              <c:pt idx="20">
                <c:v>9.993637584322919</c:v>
              </c:pt>
              <c:pt idx="21">
                <c:v>11.141351182792576</c:v>
              </c:pt>
              <c:pt idx="22">
                <c:v>12.104761422191812</c:v>
              </c:pt>
              <c:pt idx="23">
                <c:v>13.341261778167697</c:v>
              </c:pt>
              <c:pt idx="24">
                <c:v>15.40202188915918</c:v>
              </c:pt>
              <c:pt idx="25">
                <c:v>17.416803499190912</c:v>
              </c:pt>
              <c:pt idx="26">
                <c:v>19.4118146502744</c:v>
              </c:pt>
              <c:pt idx="27">
                <c:v>21.664574321949132</c:v>
              </c:pt>
              <c:pt idx="28">
                <c:v>24.286992253902785</c:v>
              </c:pt>
              <c:pt idx="29">
                <c:v>26.778971768091345</c:v>
              </c:pt>
              <c:pt idx="30">
                <c:v>29.321464562881552</c:v>
              </c:pt>
            </c:numLit>
          </c:val>
          <c:smooth val="0"/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650">
                  <a:solidFill>
                    <a:srgbClr val="173042"/>
                  </a:solidFill>
                  <a:latin typeface="Arial Unicode MS"/>
                  <a:ea typeface="Arial Unicode MS"/>
                  <a:cs typeface="Arial Unicode MS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650">
                    <a:solidFill>
                      <a:srgbClr val="173042"/>
                    </a:solidFill>
                    <a:latin typeface="Arial Unicode MS"/>
                    <a:ea typeface="Arial Unicode MS"/>
                    <a:cs typeface="Arial Unicode MS"/>
                  </a:rPr>
                  <a:t>世代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650">
                  <a:solidFill>
                    <a:srgbClr val="173042"/>
                  </a:solidFill>
                  <a:latin typeface="Arial Unicode MS"/>
                  <a:ea typeface="Arial Unicode MS"/>
                  <a:cs typeface="Arial Unicode MS"/>
                </a:defRPr>
              </a:pPr>
            </a:p>
          </c:txPr>
        </c:title>
        <c:numFmt formatCode="General"/>
        <c:majorTickMark val="none"/>
        <c:minorTickMark val="none"/>
        <c:tickLblPos val="low"/>
        <c:spPr>
          <a:ln xmlns:a="http://schemas.openxmlformats.org/drawingml/2006/main" w="9525">
            <a:solidFill>
              <a:srgbClr val="657580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</a:p>
        </c:txPr>
        <c:crossAx val="48672768"/>
      </c:catAx>
      <c:valAx>
        <c:axId val="48672768"/>
        <c:scaling>
          <c:orientation val="minMax"/>
          <c:min val="0"/>
        </c:scaling>
        <c:delete val="0"/>
        <c:axPos val="l"/>
        <c:majorGridlines>
          <c:spPr>
            <a:ln xmlns:a="http://schemas.openxmlformats.org/drawingml/2006/main" w="5715">
              <a:solidFill>
                <a:srgbClr val="E0E5E8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650">
                    <a:solidFill>
                      <a:srgbClr val="173042"/>
                    </a:solidFill>
                    <a:latin typeface="Arial Unicode MS"/>
                    <a:ea typeface="Arial Unicode MS"/>
                    <a:cs typeface="Arial Unicode MS"/>
                  </a:rPr>
                  <a:t>有效基因型數 exp(H)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650">
                  <a:solidFill>
                    <a:srgbClr val="173042"/>
                  </a:solidFill>
                  <a:latin typeface="Arial Unicode MS"/>
                  <a:ea typeface="Arial Unicode MS"/>
                  <a:cs typeface="Arial Unicode MS"/>
                </a:defRPr>
              </a:pPr>
            </a:p>
          </c:txPr>
        </c:title>
        <c:numFmt formatCode="#,##0"/>
        <c:majorTickMark val="none"/>
        <c:minorTickMark val="none"/>
        <c:spPr>
          <a:ln xmlns:a="http://schemas.openxmlformats.org/drawingml/2006/main" w="9525">
            <a:solidFill>
              <a:srgbClr val="657580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CFBF8"/>
        </a:solidFill>
        <a:ln xmlns:a="http://schemas.openxmlformats.org/drawingml/2006/main" w="0">
          <a:noFill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425">
              <a:solidFill>
                <a:srgbClr val="173042"/>
              </a:solidFill>
              <a:latin typeface="Arial Unicode MS"/>
              <a:ea typeface="Arial Unicode MS"/>
              <a:cs typeface="Arial Unicode MS"/>
            </a:defRPr>
          </a:pPr>
        </a:p>
      </c:txPr>
    </c:legend>
    <c:plotVisOnly val="1"/>
  </c:chart>
  <c:spPr>
    <a:solidFill xmlns:a="http://schemas.openxmlformats.org/drawingml/2006/main">
      <a:srgbClr val="FCFBF8"/>
    </a:solidFill>
    <a:ln xmlns:a="http://schemas.openxmlformats.org/drawingml/2006/main" w="0">
      <a:noFill/>
    </a:ln>
  </c:spPr>
</c:chartSpace>
</file>

<file path=ppt/slides/charts/chart5.xml><?xml version="1.0" encoding="utf-8"?>
<c:chartSpace xmlns:c="http://schemas.openxmlformats.org/drawingml/2006/chart">
  <c:lang val="en-US"/>
  <c:chart>
    <c:plotArea>
      <c:lineChart>
        <c:grouping val="standard"/>
        <c:varyColors val="0"/>
        <c:ser>
          <c:idx val="0"/>
          <c:order val="0"/>
          <c:tx>
            <c:v>有效負荷 n</c:v>
          </c:tx>
          <c:spPr>
            <a:solidFill xmlns:a="http://schemas.openxmlformats.org/drawingml/2006/main">
              <a:srgbClr val="236B8E"/>
            </a:solidFill>
            <a:ln xmlns:a="http://schemas.openxmlformats.org/drawingml/2006/main" w="28575">
              <a:solidFill>
                <a:srgbClr val="236B8E"/>
              </a:solidFill>
              <a:prstDash val="solid"/>
            </a:ln>
          </c:spPr>
          <c:marker>
            <c:symbol val="none"/>
          </c:marker>
          <c:cat>
            <c:numLit>
              <c:formatCode>General</c:formatCode>
              <c:ptCount val="41"/>
              <c:pt idx="0">
                <c:v>0</c:v>
              </c:pt>
              <c:pt idx="1">
                <c:v>1</c:v>
              </c:pt>
              <c:pt idx="2">
                <c:v>2</c:v>
              </c:pt>
              <c:pt idx="3">
                <c:v>3</c:v>
              </c:pt>
              <c:pt idx="4">
                <c:v>4</c:v>
              </c:pt>
              <c:pt idx="5">
                <c:v>5</c:v>
              </c:pt>
              <c:pt idx="6">
                <c:v>6</c:v>
              </c:pt>
              <c:pt idx="7">
                <c:v>7</c:v>
              </c:pt>
              <c:pt idx="8">
                <c:v>8</c:v>
              </c:pt>
              <c:pt idx="9">
                <c:v>9</c:v>
              </c:pt>
              <c:pt idx="10">
                <c:v>10</c:v>
              </c:pt>
              <c:pt idx="11">
                <c:v>11</c:v>
              </c:pt>
              <c:pt idx="12">
                <c:v>12</c:v>
              </c:pt>
              <c:pt idx="13">
                <c:v>13</c:v>
              </c:pt>
              <c:pt idx="14">
                <c:v>14</c:v>
              </c:pt>
              <c:pt idx="15">
                <c:v>15</c:v>
              </c:pt>
              <c:pt idx="16">
                <c:v>16</c:v>
              </c:pt>
              <c:pt idx="17">
                <c:v>17</c:v>
              </c:pt>
              <c:pt idx="18">
                <c:v>18</c:v>
              </c:pt>
              <c:pt idx="19">
                <c:v>19</c:v>
              </c:pt>
              <c:pt idx="20">
                <c:v>20</c:v>
              </c:pt>
              <c:pt idx="21">
                <c:v>21</c:v>
              </c:pt>
              <c:pt idx="22">
                <c:v>22</c:v>
              </c:pt>
              <c:pt idx="23">
                <c:v>23</c:v>
              </c:pt>
              <c:pt idx="24">
                <c:v>24</c:v>
              </c:pt>
              <c:pt idx="25">
                <c:v>25</c:v>
              </c:pt>
              <c:pt idx="26">
                <c:v>26</c:v>
              </c:pt>
              <c:pt idx="27">
                <c:v>27</c:v>
              </c:pt>
              <c:pt idx="28">
                <c:v>28</c:v>
              </c:pt>
              <c:pt idx="29">
                <c:v>29</c:v>
              </c:pt>
              <c:pt idx="30">
                <c:v>30</c:v>
              </c:pt>
              <c:pt idx="31">
                <c:v>31</c:v>
              </c:pt>
              <c:pt idx="32">
                <c:v>32</c:v>
              </c:pt>
              <c:pt idx="33">
                <c:v>33</c:v>
              </c:pt>
              <c:pt idx="34">
                <c:v>34</c:v>
              </c:pt>
              <c:pt idx="35">
                <c:v>35</c:v>
              </c:pt>
              <c:pt idx="36">
                <c:v>36</c:v>
              </c:pt>
              <c:pt idx="37">
                <c:v>37</c:v>
              </c:pt>
              <c:pt idx="38">
                <c:v>38</c:v>
              </c:pt>
              <c:pt idx="39">
                <c:v>39</c:v>
              </c:pt>
              <c:pt idx="40">
                <c:v>40</c:v>
              </c:pt>
            </c:numLit>
          </c:cat>
          <c:val>
            <c:numLit>
              <c:formatCode>#,##0</c:formatCode>
              <c:ptCount val="41"/>
              <c:pt idx="0">
                <c:v>30</c:v>
              </c:pt>
              <c:pt idx="1">
                <c:v>30</c:v>
              </c:pt>
              <c:pt idx="2">
                <c:v>30</c:v>
              </c:pt>
              <c:pt idx="3">
                <c:v>30</c:v>
              </c:pt>
              <c:pt idx="4">
                <c:v>30</c:v>
              </c:pt>
              <c:pt idx="5">
                <c:v>30</c:v>
              </c:pt>
              <c:pt idx="6">
                <c:v>30</c:v>
              </c:pt>
              <c:pt idx="7">
                <c:v>30</c:v>
              </c:pt>
              <c:pt idx="8">
                <c:v>30</c:v>
              </c:pt>
              <c:pt idx="9">
                <c:v>30</c:v>
              </c:pt>
              <c:pt idx="10">
                <c:v>30</c:v>
              </c:pt>
              <c:pt idx="11">
                <c:v>30</c:v>
              </c:pt>
              <c:pt idx="12">
                <c:v>30</c:v>
              </c:pt>
              <c:pt idx="13">
                <c:v>30</c:v>
              </c:pt>
              <c:pt idx="14">
                <c:v>30</c:v>
              </c:pt>
              <c:pt idx="15">
                <c:v>30</c:v>
              </c:pt>
              <c:pt idx="16">
                <c:v>30</c:v>
              </c:pt>
              <c:pt idx="17">
                <c:v>30</c:v>
              </c:pt>
              <c:pt idx="18">
                <c:v>30</c:v>
              </c:pt>
              <c:pt idx="19">
                <c:v>30</c:v>
              </c:pt>
              <c:pt idx="20">
                <c:v>30</c:v>
              </c:pt>
              <c:pt idx="21">
                <c:v>30</c:v>
              </c:pt>
              <c:pt idx="22">
                <c:v>30</c:v>
              </c:pt>
              <c:pt idx="23">
                <c:v>30</c:v>
              </c:pt>
              <c:pt idx="24">
                <c:v>30</c:v>
              </c:pt>
              <c:pt idx="25">
                <c:v>30</c:v>
              </c:pt>
              <c:pt idx="26">
                <c:v>30</c:v>
              </c:pt>
              <c:pt idx="27">
                <c:v>30</c:v>
              </c:pt>
              <c:pt idx="28">
                <c:v>30</c:v>
              </c:pt>
              <c:pt idx="29">
                <c:v>30</c:v>
              </c:pt>
              <c:pt idx="30">
                <c:v>30</c:v>
              </c:pt>
              <c:pt idx="31">
                <c:v>30</c:v>
              </c:pt>
              <c:pt idx="32">
                <c:v>29</c:v>
              </c:pt>
              <c:pt idx="33">
                <c:v>29</c:v>
              </c:pt>
              <c:pt idx="34">
                <c:v>29</c:v>
              </c:pt>
              <c:pt idx="35">
                <c:v>25</c:v>
              </c:pt>
              <c:pt idx="36">
                <c:v>22</c:v>
              </c:pt>
              <c:pt idx="37">
                <c:v>14</c:v>
              </c:pt>
              <c:pt idx="38">
                <c:v>8</c:v>
              </c:pt>
              <c:pt idx="39">
                <c:v>2</c:v>
              </c:pt>
              <c:pt idx="40">
                <c:v>1</c:v>
              </c:pt>
            </c:numLit>
          </c:val>
          <c:smooth val="0"/>
        </c:ser>
        <c:ser>
          <c:idx val="1"/>
          <c:order val="1"/>
          <c:tx>
            <c:v>存活且觀察 n</c:v>
          </c:tx>
          <c:spPr>
            <a:solidFill xmlns:a="http://schemas.openxmlformats.org/drawingml/2006/main">
              <a:srgbClr val="A74F3D"/>
            </a:solidFill>
            <a:ln xmlns:a="http://schemas.openxmlformats.org/drawingml/2006/main" w="28575">
              <a:solidFill>
                <a:srgbClr val="A74F3D"/>
              </a:solidFill>
              <a:prstDash val="solid"/>
            </a:ln>
          </c:spPr>
          <c:marker>
            <c:symbol val="none"/>
          </c:marker>
          <c:cat>
            <c:numLit>
              <c:formatCode>General</c:formatCode>
              <c:ptCount val="41"/>
              <c:pt idx="0">
                <c:v>0</c:v>
              </c:pt>
              <c:pt idx="1">
                <c:v>1</c:v>
              </c:pt>
              <c:pt idx="2">
                <c:v>2</c:v>
              </c:pt>
              <c:pt idx="3">
                <c:v>3</c:v>
              </c:pt>
              <c:pt idx="4">
                <c:v>4</c:v>
              </c:pt>
              <c:pt idx="5">
                <c:v>5</c:v>
              </c:pt>
              <c:pt idx="6">
                <c:v>6</c:v>
              </c:pt>
              <c:pt idx="7">
                <c:v>7</c:v>
              </c:pt>
              <c:pt idx="8">
                <c:v>8</c:v>
              </c:pt>
              <c:pt idx="9">
                <c:v>9</c:v>
              </c:pt>
              <c:pt idx="10">
                <c:v>10</c:v>
              </c:pt>
              <c:pt idx="11">
                <c:v>11</c:v>
              </c:pt>
              <c:pt idx="12">
                <c:v>12</c:v>
              </c:pt>
              <c:pt idx="13">
                <c:v>13</c:v>
              </c:pt>
              <c:pt idx="14">
                <c:v>14</c:v>
              </c:pt>
              <c:pt idx="15">
                <c:v>15</c:v>
              </c:pt>
              <c:pt idx="16">
                <c:v>16</c:v>
              </c:pt>
              <c:pt idx="17">
                <c:v>17</c:v>
              </c:pt>
              <c:pt idx="18">
                <c:v>18</c:v>
              </c:pt>
              <c:pt idx="19">
                <c:v>19</c:v>
              </c:pt>
              <c:pt idx="20">
                <c:v>20</c:v>
              </c:pt>
              <c:pt idx="21">
                <c:v>21</c:v>
              </c:pt>
              <c:pt idx="22">
                <c:v>22</c:v>
              </c:pt>
              <c:pt idx="23">
                <c:v>23</c:v>
              </c:pt>
              <c:pt idx="24">
                <c:v>24</c:v>
              </c:pt>
              <c:pt idx="25">
                <c:v>25</c:v>
              </c:pt>
              <c:pt idx="26">
                <c:v>26</c:v>
              </c:pt>
              <c:pt idx="27">
                <c:v>27</c:v>
              </c:pt>
              <c:pt idx="28">
                <c:v>28</c:v>
              </c:pt>
              <c:pt idx="29">
                <c:v>29</c:v>
              </c:pt>
              <c:pt idx="30">
                <c:v>30</c:v>
              </c:pt>
              <c:pt idx="31">
                <c:v>31</c:v>
              </c:pt>
              <c:pt idx="32">
                <c:v>32</c:v>
              </c:pt>
              <c:pt idx="33">
                <c:v>33</c:v>
              </c:pt>
              <c:pt idx="34">
                <c:v>34</c:v>
              </c:pt>
              <c:pt idx="35">
                <c:v>35</c:v>
              </c:pt>
              <c:pt idx="36">
                <c:v>36</c:v>
              </c:pt>
              <c:pt idx="37">
                <c:v>37</c:v>
              </c:pt>
              <c:pt idx="38">
                <c:v>38</c:v>
              </c:pt>
              <c:pt idx="39">
                <c:v>39</c:v>
              </c:pt>
              <c:pt idx="40">
                <c:v>40</c:v>
              </c:pt>
            </c:numLit>
          </c:cat>
          <c:val>
            <c:numLit>
              <c:formatCode>#,##0</c:formatCode>
              <c:ptCount val="41"/>
              <c:pt idx="0">
                <c:v>30</c:v>
              </c:pt>
              <c:pt idx="1">
                <c:v>30</c:v>
              </c:pt>
              <c:pt idx="2">
                <c:v>30</c:v>
              </c:pt>
              <c:pt idx="3">
                <c:v>30</c:v>
              </c:pt>
              <c:pt idx="4">
                <c:v>30</c:v>
              </c:pt>
              <c:pt idx="5">
                <c:v>30</c:v>
              </c:pt>
              <c:pt idx="6">
                <c:v>30</c:v>
              </c:pt>
              <c:pt idx="7">
                <c:v>30</c:v>
              </c:pt>
              <c:pt idx="8">
                <c:v>30</c:v>
              </c:pt>
              <c:pt idx="9">
                <c:v>30</c:v>
              </c:pt>
              <c:pt idx="10">
                <c:v>30</c:v>
              </c:pt>
              <c:pt idx="11">
                <c:v>30</c:v>
              </c:pt>
              <c:pt idx="12">
                <c:v>30</c:v>
              </c:pt>
              <c:pt idx="13">
                <c:v>30</c:v>
              </c:pt>
              <c:pt idx="14">
                <c:v>30</c:v>
              </c:pt>
              <c:pt idx="15">
                <c:v>30</c:v>
              </c:pt>
              <c:pt idx="16">
                <c:v>30</c:v>
              </c:pt>
              <c:pt idx="17">
                <c:v>30</c:v>
              </c:pt>
              <c:pt idx="18">
                <c:v>30</c:v>
              </c:pt>
              <c:pt idx="19">
                <c:v>30</c:v>
              </c:pt>
              <c:pt idx="20">
                <c:v>30</c:v>
              </c:pt>
              <c:pt idx="21">
                <c:v>30</c:v>
              </c:pt>
              <c:pt idx="22">
                <c:v>30</c:v>
              </c:pt>
              <c:pt idx="23">
                <c:v>30</c:v>
              </c:pt>
              <c:pt idx="24">
                <c:v>30</c:v>
              </c:pt>
              <c:pt idx="25">
                <c:v>30</c:v>
              </c:pt>
              <c:pt idx="26">
                <c:v>30</c:v>
              </c:pt>
              <c:pt idx="27">
                <c:v>30</c:v>
              </c:pt>
              <c:pt idx="28">
                <c:v>30</c:v>
              </c:pt>
              <c:pt idx="29">
                <c:v>30</c:v>
              </c:pt>
              <c:pt idx="30">
                <c:v>30</c:v>
              </c:pt>
              <c:pt idx="31">
                <c:v>30</c:v>
              </c:pt>
              <c:pt idx="32">
                <c:v>29</c:v>
              </c:pt>
              <c:pt idx="33">
                <c:v>29</c:v>
              </c:pt>
              <c:pt idx="34">
                <c:v>29</c:v>
              </c:pt>
              <c:pt idx="35">
                <c:v>25</c:v>
              </c:pt>
              <c:pt idx="36">
                <c:v>22</c:v>
              </c:pt>
              <c:pt idx="37">
                <c:v>14</c:v>
              </c:pt>
              <c:pt idx="38">
                <c:v>8</c:v>
              </c:pt>
              <c:pt idx="39">
                <c:v>2</c:v>
              </c:pt>
              <c:pt idx="40">
                <c:v>1</c:v>
              </c:pt>
            </c:numLit>
          </c:val>
          <c:smooth val="0"/>
        </c:ser>
        <c:ser>
          <c:idx val="2"/>
          <c:order val="2"/>
          <c:tx>
            <c:v>已啟動治療</c:v>
          </c:tx>
          <c:spPr>
            <a:solidFill xmlns:a="http://schemas.openxmlformats.org/drawingml/2006/main">
              <a:srgbClr val="6C5B9C"/>
            </a:solidFill>
            <a:ln xmlns:a="http://schemas.openxmlformats.org/drawingml/2006/main" w="12383">
              <a:solidFill>
                <a:srgbClr val="6C5B9C"/>
              </a:solidFill>
              <a:prstDash val="dash"/>
            </a:ln>
          </c:spPr>
          <c:marker>
            <c:symbol val="none"/>
          </c:marker>
          <c:cat>
            <c:numLit>
              <c:formatCode>General</c:formatCode>
              <c:ptCount val="41"/>
              <c:pt idx="0">
                <c:v>0</c:v>
              </c:pt>
              <c:pt idx="1">
                <c:v>1</c:v>
              </c:pt>
              <c:pt idx="2">
                <c:v>2</c:v>
              </c:pt>
              <c:pt idx="3">
                <c:v>3</c:v>
              </c:pt>
              <c:pt idx="4">
                <c:v>4</c:v>
              </c:pt>
              <c:pt idx="5">
                <c:v>5</c:v>
              </c:pt>
              <c:pt idx="6">
                <c:v>6</c:v>
              </c:pt>
              <c:pt idx="7">
                <c:v>7</c:v>
              </c:pt>
              <c:pt idx="8">
                <c:v>8</c:v>
              </c:pt>
              <c:pt idx="9">
                <c:v>9</c:v>
              </c:pt>
              <c:pt idx="10">
                <c:v>10</c:v>
              </c:pt>
              <c:pt idx="11">
                <c:v>11</c:v>
              </c:pt>
              <c:pt idx="12">
                <c:v>12</c:v>
              </c:pt>
              <c:pt idx="13">
                <c:v>13</c:v>
              </c:pt>
              <c:pt idx="14">
                <c:v>14</c:v>
              </c:pt>
              <c:pt idx="15">
                <c:v>15</c:v>
              </c:pt>
              <c:pt idx="16">
                <c:v>16</c:v>
              </c:pt>
              <c:pt idx="17">
                <c:v>17</c:v>
              </c:pt>
              <c:pt idx="18">
                <c:v>18</c:v>
              </c:pt>
              <c:pt idx="19">
                <c:v>19</c:v>
              </c:pt>
              <c:pt idx="20">
                <c:v>20</c:v>
              </c:pt>
              <c:pt idx="21">
                <c:v>21</c:v>
              </c:pt>
              <c:pt idx="22">
                <c:v>22</c:v>
              </c:pt>
              <c:pt idx="23">
                <c:v>23</c:v>
              </c:pt>
              <c:pt idx="24">
                <c:v>24</c:v>
              </c:pt>
              <c:pt idx="25">
                <c:v>25</c:v>
              </c:pt>
              <c:pt idx="26">
                <c:v>26</c:v>
              </c:pt>
              <c:pt idx="27">
                <c:v>27</c:v>
              </c:pt>
              <c:pt idx="28">
                <c:v>28</c:v>
              </c:pt>
              <c:pt idx="29">
                <c:v>29</c:v>
              </c:pt>
              <c:pt idx="30">
                <c:v>30</c:v>
              </c:pt>
              <c:pt idx="31">
                <c:v>31</c:v>
              </c:pt>
              <c:pt idx="32">
                <c:v>32</c:v>
              </c:pt>
              <c:pt idx="33">
                <c:v>33</c:v>
              </c:pt>
              <c:pt idx="34">
                <c:v>34</c:v>
              </c:pt>
              <c:pt idx="35">
                <c:v>35</c:v>
              </c:pt>
              <c:pt idx="36">
                <c:v>36</c:v>
              </c:pt>
              <c:pt idx="37">
                <c:v>37</c:v>
              </c:pt>
              <c:pt idx="38">
                <c:v>38</c:v>
              </c:pt>
              <c:pt idx="39">
                <c:v>39</c:v>
              </c:pt>
              <c:pt idx="40">
                <c:v>40</c:v>
              </c:pt>
            </c:numLit>
          </c:cat>
          <c:val>
            <c:numLit>
              <c:formatCode>#,##0</c:formatCode>
              <c:ptCount val="41"/>
              <c:pt idx="0">
                <c:v>0</c:v>
              </c:pt>
              <c:pt idx="1">
                <c:v>0</c:v>
              </c:pt>
              <c:pt idx="2">
                <c:v>0</c:v>
              </c:pt>
              <c:pt idx="3">
                <c:v>0</c:v>
              </c:pt>
              <c:pt idx="4">
                <c:v>0</c:v>
              </c:pt>
              <c:pt idx="5">
                <c:v>0</c:v>
              </c:pt>
              <c:pt idx="6">
                <c:v>0</c:v>
              </c:pt>
              <c:pt idx="7">
                <c:v>0</c:v>
              </c:pt>
              <c:pt idx="8">
                <c:v>0</c:v>
              </c:pt>
              <c:pt idx="9">
                <c:v>0</c:v>
              </c:pt>
              <c:pt idx="10">
                <c:v>0</c:v>
              </c:pt>
              <c:pt idx="11">
                <c:v>0</c:v>
              </c:pt>
              <c:pt idx="12">
                <c:v>0</c:v>
              </c:pt>
              <c:pt idx="13">
                <c:v>0</c:v>
              </c:pt>
              <c:pt idx="14">
                <c:v>2</c:v>
              </c:pt>
              <c:pt idx="15">
                <c:v>25</c:v>
              </c:pt>
              <c:pt idx="16">
                <c:v>30</c:v>
              </c:pt>
              <c:pt idx="17">
                <c:v>30</c:v>
              </c:pt>
              <c:pt idx="18">
                <c:v>30</c:v>
              </c:pt>
              <c:pt idx="19">
                <c:v>30</c:v>
              </c:pt>
              <c:pt idx="20">
                <c:v>30</c:v>
              </c:pt>
              <c:pt idx="21">
                <c:v>30</c:v>
              </c:pt>
              <c:pt idx="22">
                <c:v>30</c:v>
              </c:pt>
              <c:pt idx="23">
                <c:v>30</c:v>
              </c:pt>
              <c:pt idx="24">
                <c:v>30</c:v>
              </c:pt>
              <c:pt idx="25">
                <c:v>30</c:v>
              </c:pt>
              <c:pt idx="26">
                <c:v>30</c:v>
              </c:pt>
              <c:pt idx="27">
                <c:v>30</c:v>
              </c:pt>
              <c:pt idx="28">
                <c:v>30</c:v>
              </c:pt>
              <c:pt idx="29">
                <c:v>30</c:v>
              </c:pt>
              <c:pt idx="30">
                <c:v>30</c:v>
              </c:pt>
              <c:pt idx="31">
                <c:v>30</c:v>
              </c:pt>
              <c:pt idx="32">
                <c:v>30</c:v>
              </c:pt>
              <c:pt idx="33">
                <c:v>30</c:v>
              </c:pt>
              <c:pt idx="34">
                <c:v>30</c:v>
              </c:pt>
              <c:pt idx="35">
                <c:v>30</c:v>
              </c:pt>
              <c:pt idx="36">
                <c:v>30</c:v>
              </c:pt>
              <c:pt idx="37">
                <c:v>30</c:v>
              </c:pt>
              <c:pt idx="38">
                <c:v>30</c:v>
              </c:pt>
              <c:pt idx="39">
                <c:v>30</c:v>
              </c:pt>
              <c:pt idx="40">
                <c:v>30</c:v>
              </c:pt>
            </c:numLit>
          </c:val>
          <c:smooth val="0"/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650">
                  <a:solidFill>
                    <a:srgbClr val="173042"/>
                  </a:solidFill>
                  <a:latin typeface="Arial Unicode MS"/>
                  <a:ea typeface="Arial Unicode MS"/>
                  <a:cs typeface="Arial Unicode MS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650">
                    <a:solidFill>
                      <a:srgbClr val="173042"/>
                    </a:solidFill>
                    <a:latin typeface="Arial Unicode MS"/>
                    <a:ea typeface="Arial Unicode MS"/>
                    <a:cs typeface="Arial Unicode MS"/>
                  </a:rPr>
                  <a:t>世代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650">
                  <a:solidFill>
                    <a:srgbClr val="173042"/>
                  </a:solidFill>
                  <a:latin typeface="Arial Unicode MS"/>
                  <a:ea typeface="Arial Unicode MS"/>
                  <a:cs typeface="Arial Unicode MS"/>
                </a:defRPr>
              </a:pPr>
            </a:p>
          </c:txPr>
        </c:title>
        <c:numFmt formatCode="General"/>
        <c:majorTickMark val="none"/>
        <c:minorTickMark val="none"/>
        <c:tickLblPos val="low"/>
        <c:spPr>
          <a:ln xmlns:a="http://schemas.openxmlformats.org/drawingml/2006/main" w="9525">
            <a:solidFill>
              <a:srgbClr val="657580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</a:p>
        </c:txPr>
        <c:crossAx val="48672768"/>
      </c:catAx>
      <c:valAx>
        <c:axId val="48672768"/>
        <c:scaling>
          <c:orientation val="minMax"/>
          <c:max val="32"/>
          <c:min val="0"/>
        </c:scaling>
        <c:delete val="0"/>
        <c:axPos val="l"/>
        <c:majorGridlines>
          <c:spPr>
            <a:ln xmlns:a="http://schemas.openxmlformats.org/drawingml/2006/main" w="5715">
              <a:solidFill>
                <a:srgbClr val="E0E5E8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650">
                    <a:solidFill>
                      <a:srgbClr val="173042"/>
                    </a:solidFill>
                    <a:latin typeface="Arial Unicode MS"/>
                    <a:ea typeface="Arial Unicode MS"/>
                    <a:cs typeface="Arial Unicode MS"/>
                  </a:rPr>
                  <a:t>試驗數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650">
                  <a:solidFill>
                    <a:srgbClr val="173042"/>
                  </a:solidFill>
                  <a:latin typeface="Arial Unicode MS"/>
                  <a:ea typeface="Arial Unicode MS"/>
                  <a:cs typeface="Arial Unicode MS"/>
                </a:defRPr>
              </a:pPr>
            </a:p>
          </c:txPr>
        </c:title>
        <c:numFmt formatCode="#,##0"/>
        <c:majorTickMark val="none"/>
        <c:minorTickMark val="none"/>
        <c:spPr>
          <a:ln xmlns:a="http://schemas.openxmlformats.org/drawingml/2006/main" w="9525">
            <a:solidFill>
              <a:srgbClr val="657580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CFBF8"/>
        </a:solidFill>
        <a:ln xmlns:a="http://schemas.openxmlformats.org/drawingml/2006/main" w="0">
          <a:noFill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425">
              <a:solidFill>
                <a:srgbClr val="173042"/>
              </a:solidFill>
              <a:latin typeface="Arial Unicode MS"/>
              <a:ea typeface="Arial Unicode MS"/>
              <a:cs typeface="Arial Unicode MS"/>
            </a:defRPr>
          </a:pPr>
        </a:p>
      </c:txPr>
    </c:legend>
    <c:plotVisOnly val="1"/>
  </c:chart>
  <c:spPr>
    <a:solidFill xmlns:a="http://schemas.openxmlformats.org/drawingml/2006/main">
      <a:srgbClr val="FCFBF8"/>
    </a:solidFill>
    <a:ln xmlns:a="http://schemas.openxmlformats.org/drawingml/2006/main" w="0">
      <a:noFill/>
    </a:ln>
  </c:spPr>
</c:chartSpace>
</file>

<file path=ppt/slides/charts/chart6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復發試驗數</c:v>
          </c:tx>
          <c:spPr>
            <a:solidFill xmlns:a="http://schemas.openxmlformats.org/drawingml/2006/main">
              <a:srgbClr val="A74F3D"/>
            </a:solidFill>
          </c:spPr>
          <c:cat>
            <c:numLit>
              <c:formatCode>General</c:formatCode>
              <c:ptCount val="9"/>
              <c:pt idx="0">
                <c:v>23</c:v>
              </c:pt>
              <c:pt idx="1">
                <c:v>24</c:v>
              </c:pt>
              <c:pt idx="2">
                <c:v>25</c:v>
              </c:pt>
              <c:pt idx="3">
                <c:v>26</c:v>
              </c:pt>
              <c:pt idx="4">
                <c:v>27</c:v>
              </c:pt>
              <c:pt idx="5">
                <c:v>28</c:v>
              </c:pt>
              <c:pt idx="6">
                <c:v>29</c:v>
              </c:pt>
              <c:pt idx="7">
                <c:v>30</c:v>
              </c:pt>
              <c:pt idx="8">
                <c:v>31</c:v>
              </c:pt>
            </c:numLit>
          </c:cat>
          <c:val>
            <c:numLit>
              <c:formatCode>0</c:formatCode>
              <c:ptCount val="9"/>
              <c:pt idx="0">
                <c:v>1</c:v>
              </c:pt>
              <c:pt idx="1">
                <c:v>0</c:v>
              </c:pt>
              <c:pt idx="2">
                <c:v>1</c:v>
              </c:pt>
              <c:pt idx="3">
                <c:v>5</c:v>
              </c:pt>
              <c:pt idx="4">
                <c:v>6</c:v>
              </c:pt>
              <c:pt idx="5">
                <c:v>8</c:v>
              </c:pt>
              <c:pt idx="6">
                <c:v>6</c:v>
              </c:pt>
              <c:pt idx="7">
                <c:v>2</c:v>
              </c:pt>
              <c:pt idx="8">
                <c:v>1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650">
                  <a:solidFill>
                    <a:srgbClr val="173042"/>
                  </a:solidFill>
                  <a:latin typeface="Arial Unicode MS"/>
                  <a:ea typeface="Arial Unicode MS"/>
                  <a:cs typeface="Arial Unicode MS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8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650">
                    <a:solidFill>
                      <a:srgbClr val="173042"/>
                    </a:solidFill>
                    <a:latin typeface="Arial Unicode MS"/>
                    <a:ea typeface="Arial Unicode MS"/>
                    <a:cs typeface="Arial Unicode MS"/>
                  </a:rPr>
                  <a:t>首次復發世代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650">
                  <a:solidFill>
                    <a:srgbClr val="173042"/>
                  </a:solidFill>
                  <a:latin typeface="Arial Unicode MS"/>
                  <a:ea typeface="Arial Unicode MS"/>
                  <a:cs typeface="Arial Unicode MS"/>
                </a:defRPr>
              </a:pPr>
            </a:p>
          </c:txPr>
        </c:title>
        <c:numFmt formatCode="General"/>
        <c:majorTickMark val="none"/>
        <c:minorTickMark val="none"/>
        <c:tickLblPos val="low"/>
        <c:spPr>
          <a:ln xmlns:a="http://schemas.openxmlformats.org/drawingml/2006/main" w="9525">
            <a:solidFill>
              <a:srgbClr val="657580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</a:p>
        </c:txPr>
        <c:crossAx val="48672768"/>
      </c:catAx>
      <c:valAx>
        <c:axId val="48672768"/>
        <c:scaling>
          <c:orientation val="minMax"/>
          <c:max val="10"/>
          <c:min val="0"/>
        </c:scaling>
        <c:delete val="0"/>
        <c:axPos val="l"/>
        <c:majorGridlines>
          <c:spPr>
            <a:ln xmlns:a="http://schemas.openxmlformats.org/drawingml/2006/main" w="5715">
              <a:solidFill>
                <a:srgbClr val="E0E5E8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650">
                    <a:solidFill>
                      <a:srgbClr val="173042"/>
                    </a:solidFill>
                    <a:latin typeface="Arial Unicode MS"/>
                    <a:ea typeface="Arial Unicode MS"/>
                    <a:cs typeface="Arial Unicode MS"/>
                  </a:rPr>
                  <a:t>試驗數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650">
                  <a:solidFill>
                    <a:srgbClr val="173042"/>
                  </a:solidFill>
                  <a:latin typeface="Arial Unicode MS"/>
                  <a:ea typeface="Arial Unicode MS"/>
                  <a:cs typeface="Arial Unicode MS"/>
                </a:defRPr>
              </a:pPr>
            </a:p>
          </c:txPr>
        </c:title>
        <c:numFmt formatCode="#,##0"/>
        <c:majorTickMark val="none"/>
        <c:minorTickMark val="none"/>
        <c:spPr>
          <a:ln xmlns:a="http://schemas.openxmlformats.org/drawingml/2006/main" w="9525">
            <a:solidFill>
              <a:srgbClr val="657580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CFBF8"/>
        </a:solidFill>
        <a:ln xmlns:a="http://schemas.openxmlformats.org/drawingml/2006/main" w="0">
          <a:noFill/>
        </a:ln>
      </c:spPr>
    </c:plotArea>
    <c:plotVisOnly val="1"/>
  </c:chart>
  <c:spPr>
    <a:solidFill xmlns:a="http://schemas.openxmlformats.org/drawingml/2006/main">
      <a:srgbClr val="FCFBF8"/>
    </a:solidFill>
    <a:ln xmlns:a="http://schemas.openxmlformats.org/drawingml/2006/main" w="0">
      <a:noFill/>
    </a:ln>
  </c:spPr>
</c:chartSpace>
</file>

<file path=ppt/slides/charts/chart7.xml><?xml version="1.0" encoding="utf-8"?>
<c:chartSpace xmlns:c="http://schemas.openxmlformats.org/drawingml/2006/chart">
  <c:lang val="en-US"/>
  <c:chart>
    <c:plotArea>
      <c:lineChart>
        <c:grouping val="standard"/>
        <c:varyColors val="0"/>
        <c:ser>
          <c:idx val="0"/>
          <c:order val="0"/>
          <c:tx>
            <c:v>無 TSG 優勢</c:v>
          </c:tx>
          <c:spPr>
            <a:solidFill xmlns:a="http://schemas.openxmlformats.org/drawingml/2006/main">
              <a:srgbClr val="657580"/>
            </a:solidFill>
            <a:ln xmlns:a="http://schemas.openxmlformats.org/drawingml/2006/main" w="28575">
              <a:solidFill>
                <a:srgbClr val="657580"/>
              </a:solidFill>
              <a:prstDash val="solid"/>
            </a:ln>
          </c:spPr>
          <c:marker>
            <c:symbol val="none"/>
          </c:marker>
          <c:cat>
            <c:numLit>
              <c:formatCode>General</c:formatCode>
              <c:ptCount val="19"/>
              <c:pt idx="0">
                <c:v>0</c:v>
              </c:pt>
              <c:pt idx="1">
                <c:v>1</c:v>
              </c:pt>
              <c:pt idx="2">
                <c:v>2</c:v>
              </c:pt>
              <c:pt idx="3">
                <c:v>3</c:v>
              </c:pt>
              <c:pt idx="4">
                <c:v>4</c:v>
              </c:pt>
              <c:pt idx="5">
                <c:v>5</c:v>
              </c:pt>
              <c:pt idx="6">
                <c:v>6</c:v>
              </c:pt>
              <c:pt idx="7">
                <c:v>7</c:v>
              </c:pt>
              <c:pt idx="8">
                <c:v>8</c:v>
              </c:pt>
              <c:pt idx="9">
                <c:v>9</c:v>
              </c:pt>
              <c:pt idx="10">
                <c:v>10</c:v>
              </c:pt>
              <c:pt idx="11">
                <c:v>11</c:v>
              </c:pt>
              <c:pt idx="12">
                <c:v>12</c:v>
              </c:pt>
              <c:pt idx="13">
                <c:v>13</c:v>
              </c:pt>
              <c:pt idx="14">
                <c:v>14</c:v>
              </c:pt>
              <c:pt idx="15">
                <c:v>15</c:v>
              </c:pt>
              <c:pt idx="16">
                <c:v>16</c:v>
              </c:pt>
              <c:pt idx="17">
                <c:v>17</c:v>
              </c:pt>
              <c:pt idx="18">
                <c:v>18</c:v>
              </c:pt>
            </c:numLit>
          </c:cat>
          <c:val>
            <c:numLit>
              <c:formatCode>#,##0</c:formatCode>
              <c:ptCount val="19"/>
              <c:pt idx="0">
                <c:v>100</c:v>
              </c:pt>
              <c:pt idx="1">
                <c:v>142.5</c:v>
              </c:pt>
              <c:pt idx="2">
                <c:v>204.5</c:v>
              </c:pt>
              <c:pt idx="3">
                <c:v>300.5</c:v>
              </c:pt>
              <c:pt idx="4">
                <c:v>423.5</c:v>
              </c:pt>
              <c:pt idx="5">
                <c:v>617</c:v>
              </c:pt>
              <c:pt idx="6">
                <c:v>883</c:v>
              </c:pt>
              <c:pt idx="7">
                <c:v>1287</c:v>
              </c:pt>
              <c:pt idx="8">
                <c:v>1829.5</c:v>
              </c:pt>
              <c:pt idx="9">
                <c:v>2606.5</c:v>
              </c:pt>
              <c:pt idx="10">
                <c:v>3778.5</c:v>
              </c:pt>
              <c:pt idx="11">
                <c:v>5424</c:v>
              </c:pt>
              <c:pt idx="12">
                <c:v>7813</c:v>
              </c:pt>
              <c:pt idx="13">
                <c:v>11321</c:v>
              </c:pt>
              <c:pt idx="14">
                <c:v>16515.5</c:v>
              </c:pt>
              <c:pt idx="15">
                <c:v>23969</c:v>
              </c:pt>
              <c:pt idx="16">
                <c:v>35159</c:v>
              </c:pt>
              <c:pt idx="17">
                <c:v>51773.5</c:v>
              </c:pt>
              <c:pt idx="18">
                <c:v>76445.5</c:v>
              </c:pt>
            </c:numLit>
          </c:val>
          <c:smooth val="0"/>
        </c:ser>
        <c:ser>
          <c:idx val="1"/>
          <c:order val="1"/>
          <c:tx>
            <c:v>one-hit</c:v>
          </c:tx>
          <c:spPr>
            <a:solidFill xmlns:a="http://schemas.openxmlformats.org/drawingml/2006/main">
              <a:srgbClr val="236B8E"/>
            </a:solidFill>
            <a:ln xmlns:a="http://schemas.openxmlformats.org/drawingml/2006/main" w="28575">
              <a:solidFill>
                <a:srgbClr val="236B8E"/>
              </a:solidFill>
              <a:prstDash val="solid"/>
            </a:ln>
          </c:spPr>
          <c:marker>
            <c:symbol val="none"/>
          </c:marker>
          <c:cat>
            <c:numLit>
              <c:formatCode>General</c:formatCode>
              <c:ptCount val="19"/>
              <c:pt idx="0">
                <c:v>0</c:v>
              </c:pt>
              <c:pt idx="1">
                <c:v>1</c:v>
              </c:pt>
              <c:pt idx="2">
                <c:v>2</c:v>
              </c:pt>
              <c:pt idx="3">
                <c:v>3</c:v>
              </c:pt>
              <c:pt idx="4">
                <c:v>4</c:v>
              </c:pt>
              <c:pt idx="5">
                <c:v>5</c:v>
              </c:pt>
              <c:pt idx="6">
                <c:v>6</c:v>
              </c:pt>
              <c:pt idx="7">
                <c:v>7</c:v>
              </c:pt>
              <c:pt idx="8">
                <c:v>8</c:v>
              </c:pt>
              <c:pt idx="9">
                <c:v>9</c:v>
              </c:pt>
              <c:pt idx="10">
                <c:v>10</c:v>
              </c:pt>
              <c:pt idx="11">
                <c:v>11</c:v>
              </c:pt>
              <c:pt idx="12">
                <c:v>12</c:v>
              </c:pt>
              <c:pt idx="13">
                <c:v>13</c:v>
              </c:pt>
              <c:pt idx="14">
                <c:v>14</c:v>
              </c:pt>
              <c:pt idx="15">
                <c:v>15</c:v>
              </c:pt>
              <c:pt idx="16">
                <c:v>16</c:v>
              </c:pt>
              <c:pt idx="17">
                <c:v>17</c:v>
              </c:pt>
              <c:pt idx="18">
                <c:v>18</c:v>
              </c:pt>
            </c:numLit>
          </c:cat>
          <c:val>
            <c:numLit>
              <c:formatCode>#,##0</c:formatCode>
              <c:ptCount val="19"/>
              <c:pt idx="0">
                <c:v>100</c:v>
              </c:pt>
              <c:pt idx="1">
                <c:v>140</c:v>
              </c:pt>
              <c:pt idx="2">
                <c:v>197</c:v>
              </c:pt>
              <c:pt idx="3">
                <c:v>284.5</c:v>
              </c:pt>
              <c:pt idx="4">
                <c:v>410</c:v>
              </c:pt>
              <c:pt idx="5">
                <c:v>583.5</c:v>
              </c:pt>
              <c:pt idx="6">
                <c:v>831</c:v>
              </c:pt>
              <c:pt idx="7">
                <c:v>1205</c:v>
              </c:pt>
              <c:pt idx="8">
                <c:v>1729.5</c:v>
              </c:pt>
              <c:pt idx="9">
                <c:v>2512.5</c:v>
              </c:pt>
              <c:pt idx="10">
                <c:v>3694.5</c:v>
              </c:pt>
              <c:pt idx="11">
                <c:v>5422.5</c:v>
              </c:pt>
              <c:pt idx="12">
                <c:v>8086.5</c:v>
              </c:pt>
              <c:pt idx="13">
                <c:v>12064.5</c:v>
              </c:pt>
              <c:pt idx="14">
                <c:v>17911.5</c:v>
              </c:pt>
              <c:pt idx="15">
                <c:v>27139</c:v>
              </c:pt>
              <c:pt idx="16">
                <c:v>40731</c:v>
              </c:pt>
              <c:pt idx="17">
                <c:v>61654</c:v>
              </c:pt>
              <c:pt idx="18">
                <c:v>94617.5</c:v>
              </c:pt>
            </c:numLit>
          </c:val>
          <c:smooth val="0"/>
        </c:ser>
        <c:ser>
          <c:idx val="2"/>
          <c:order val="2"/>
          <c:tx>
            <c:v>two-hit</c:v>
          </c:tx>
          <c:spPr>
            <a:solidFill xmlns:a="http://schemas.openxmlformats.org/drawingml/2006/main">
              <a:srgbClr val="A74F3D"/>
            </a:solidFill>
            <a:ln xmlns:a="http://schemas.openxmlformats.org/drawingml/2006/main" w="28575">
              <a:solidFill>
                <a:srgbClr val="A74F3D"/>
              </a:solidFill>
              <a:prstDash val="solid"/>
            </a:ln>
          </c:spPr>
          <c:marker>
            <c:symbol val="none"/>
          </c:marker>
          <c:cat>
            <c:numLit>
              <c:formatCode>General</c:formatCode>
              <c:ptCount val="19"/>
              <c:pt idx="0">
                <c:v>0</c:v>
              </c:pt>
              <c:pt idx="1">
                <c:v>1</c:v>
              </c:pt>
              <c:pt idx="2">
                <c:v>2</c:v>
              </c:pt>
              <c:pt idx="3">
                <c:v>3</c:v>
              </c:pt>
              <c:pt idx="4">
                <c:v>4</c:v>
              </c:pt>
              <c:pt idx="5">
                <c:v>5</c:v>
              </c:pt>
              <c:pt idx="6">
                <c:v>6</c:v>
              </c:pt>
              <c:pt idx="7">
                <c:v>7</c:v>
              </c:pt>
              <c:pt idx="8">
                <c:v>8</c:v>
              </c:pt>
              <c:pt idx="9">
                <c:v>9</c:v>
              </c:pt>
              <c:pt idx="10">
                <c:v>10</c:v>
              </c:pt>
              <c:pt idx="11">
                <c:v>11</c:v>
              </c:pt>
              <c:pt idx="12">
                <c:v>12</c:v>
              </c:pt>
              <c:pt idx="13">
                <c:v>13</c:v>
              </c:pt>
              <c:pt idx="14">
                <c:v>14</c:v>
              </c:pt>
              <c:pt idx="15">
                <c:v>15</c:v>
              </c:pt>
              <c:pt idx="16">
                <c:v>16</c:v>
              </c:pt>
              <c:pt idx="17">
                <c:v>17</c:v>
              </c:pt>
              <c:pt idx="18">
                <c:v>18</c:v>
              </c:pt>
            </c:numLit>
          </c:cat>
          <c:val>
            <c:numLit>
              <c:formatCode>#,##0</c:formatCode>
              <c:ptCount val="19"/>
              <c:pt idx="0">
                <c:v>100</c:v>
              </c:pt>
              <c:pt idx="1">
                <c:v>140</c:v>
              </c:pt>
              <c:pt idx="2">
                <c:v>198</c:v>
              </c:pt>
              <c:pt idx="3">
                <c:v>286.5</c:v>
              </c:pt>
              <c:pt idx="4">
                <c:v>406</c:v>
              </c:pt>
              <c:pt idx="5">
                <c:v>573</c:v>
              </c:pt>
              <c:pt idx="6">
                <c:v>833.5</c:v>
              </c:pt>
              <c:pt idx="7">
                <c:v>1200.5</c:v>
              </c:pt>
              <c:pt idx="8">
                <c:v>1755.5</c:v>
              </c:pt>
              <c:pt idx="9">
                <c:v>2518</c:v>
              </c:pt>
              <c:pt idx="10">
                <c:v>3597</c:v>
              </c:pt>
              <c:pt idx="11">
                <c:v>5176</c:v>
              </c:pt>
              <c:pt idx="12">
                <c:v>7480</c:v>
              </c:pt>
              <c:pt idx="13">
                <c:v>10883</c:v>
              </c:pt>
              <c:pt idx="14">
                <c:v>15894</c:v>
              </c:pt>
              <c:pt idx="15">
                <c:v>23030</c:v>
              </c:pt>
              <c:pt idx="16">
                <c:v>33809</c:v>
              </c:pt>
              <c:pt idx="17">
                <c:v>49886</c:v>
              </c:pt>
              <c:pt idx="18">
                <c:v>73879</c:v>
              </c:pt>
            </c:numLit>
          </c:val>
          <c:smooth val="0"/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650">
                  <a:solidFill>
                    <a:srgbClr val="173042"/>
                  </a:solidFill>
                  <a:latin typeface="Arial Unicode MS"/>
                  <a:ea typeface="Arial Unicode MS"/>
                  <a:cs typeface="Arial Unicode MS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650">
                    <a:solidFill>
                      <a:srgbClr val="173042"/>
                    </a:solidFill>
                    <a:latin typeface="Arial Unicode MS"/>
                    <a:ea typeface="Arial Unicode MS"/>
                    <a:cs typeface="Arial Unicode MS"/>
                  </a:rPr>
                  <a:t>世代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650">
                  <a:solidFill>
                    <a:srgbClr val="173042"/>
                  </a:solidFill>
                  <a:latin typeface="Arial Unicode MS"/>
                  <a:ea typeface="Arial Unicode MS"/>
                  <a:cs typeface="Arial Unicode MS"/>
                </a:defRPr>
              </a:pPr>
            </a:p>
          </c:txPr>
        </c:title>
        <c:numFmt formatCode="General"/>
        <c:majorTickMark val="none"/>
        <c:minorTickMark val="none"/>
        <c:tickLblPos val="low"/>
        <c:spPr>
          <a:ln xmlns:a="http://schemas.openxmlformats.org/drawingml/2006/main" w="9525">
            <a:solidFill>
              <a:srgbClr val="657580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</a:p>
        </c:txPr>
        <c:crossAx val="48672768"/>
      </c:catAx>
      <c:valAx>
        <c:axId val="48672768"/>
        <c:scaling>
          <c:orientation val="minMax"/>
          <c:min val="0"/>
        </c:scaling>
        <c:delete val="0"/>
        <c:axPos val="l"/>
        <c:majorGridlines>
          <c:spPr>
            <a:ln xmlns:a="http://schemas.openxmlformats.org/drawingml/2006/main" w="5715">
              <a:solidFill>
                <a:srgbClr val="E0E5E8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650">
                    <a:solidFill>
                      <a:srgbClr val="173042"/>
                    </a:solidFill>
                    <a:latin typeface="Arial Unicode MS"/>
                    <a:ea typeface="Arial Unicode MS"/>
                    <a:cs typeface="Arial Unicode MS"/>
                  </a:rPr>
                  <a:t>細胞數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650">
                  <a:solidFill>
                    <a:srgbClr val="173042"/>
                  </a:solidFill>
                  <a:latin typeface="Arial Unicode MS"/>
                  <a:ea typeface="Arial Unicode MS"/>
                  <a:cs typeface="Arial Unicode MS"/>
                </a:defRPr>
              </a:pPr>
            </a:p>
          </c:txPr>
        </c:title>
        <c:numFmt formatCode="#,##0"/>
        <c:majorTickMark val="none"/>
        <c:minorTickMark val="none"/>
        <c:spPr>
          <a:ln xmlns:a="http://schemas.openxmlformats.org/drawingml/2006/main" w="9525">
            <a:solidFill>
              <a:srgbClr val="657580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CFBF8"/>
        </a:solidFill>
        <a:ln xmlns:a="http://schemas.openxmlformats.org/drawingml/2006/main" w="0">
          <a:noFill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425">
              <a:solidFill>
                <a:srgbClr val="173042"/>
              </a:solidFill>
              <a:latin typeface="Arial Unicode MS"/>
              <a:ea typeface="Arial Unicode MS"/>
              <a:cs typeface="Arial Unicode MS"/>
            </a:defRPr>
          </a:pPr>
        </a:p>
      </c:txPr>
    </c:legend>
    <c:plotVisOnly val="1"/>
  </c:chart>
  <c:spPr>
    <a:solidFill xmlns:a="http://schemas.openxmlformats.org/drawingml/2006/main">
      <a:srgbClr val="FCFBF8"/>
    </a:solidFill>
    <a:ln xmlns:a="http://schemas.openxmlformats.org/drawingml/2006/main" w="0">
      <a:noFill/>
    </a:ln>
  </c:spPr>
</c:chartSpace>
</file>

<file path=ppt/slides/charts/chart8.xml><?xml version="1.0" encoding="utf-8"?>
<c:chartSpace xmlns:c="http://schemas.openxmlformats.org/drawingml/2006/chart">
  <c:lang val="en-US"/>
  <c:chart>
    <c:plotArea>
      <c:lineChart>
        <c:grouping val="standard"/>
        <c:varyColors val="0"/>
        <c:ser>
          <c:idx val="0"/>
          <c:order val="0"/>
          <c:tx>
            <c:v>one-hit P10</c:v>
          </c:tx>
          <c:spPr>
            <a:solidFill xmlns:a="http://schemas.openxmlformats.org/drawingml/2006/main">
              <a:srgbClr val="236B8E"/>
            </a:solidFill>
            <a:ln xmlns:a="http://schemas.openxmlformats.org/drawingml/2006/main" w="12383">
              <a:solidFill>
                <a:srgbClr val="236B8E"/>
              </a:solidFill>
              <a:prstDash val="dash"/>
            </a:ln>
          </c:spPr>
          <c:marker>
            <c:symbol val="none"/>
          </c:marker>
          <c:cat>
            <c:numLit>
              <c:formatCode>General</c:formatCode>
              <c:ptCount val="19"/>
              <c:pt idx="0">
                <c:v>0</c:v>
              </c:pt>
              <c:pt idx="1">
                <c:v>1</c:v>
              </c:pt>
              <c:pt idx="2">
                <c:v>2</c:v>
              </c:pt>
              <c:pt idx="3">
                <c:v>3</c:v>
              </c:pt>
              <c:pt idx="4">
                <c:v>4</c:v>
              </c:pt>
              <c:pt idx="5">
                <c:v>5</c:v>
              </c:pt>
              <c:pt idx="6">
                <c:v>6</c:v>
              </c:pt>
              <c:pt idx="7">
                <c:v>7</c:v>
              </c:pt>
              <c:pt idx="8">
                <c:v>8</c:v>
              </c:pt>
              <c:pt idx="9">
                <c:v>9</c:v>
              </c:pt>
              <c:pt idx="10">
                <c:v>10</c:v>
              </c:pt>
              <c:pt idx="11">
                <c:v>11</c:v>
              </c:pt>
              <c:pt idx="12">
                <c:v>12</c:v>
              </c:pt>
              <c:pt idx="13">
                <c:v>13</c:v>
              </c:pt>
              <c:pt idx="14">
                <c:v>14</c:v>
              </c:pt>
              <c:pt idx="15">
                <c:v>15</c:v>
              </c:pt>
              <c:pt idx="16">
                <c:v>16</c:v>
              </c:pt>
              <c:pt idx="17">
                <c:v>17</c:v>
              </c:pt>
              <c:pt idx="18">
                <c:v>18</c:v>
              </c:pt>
            </c:numLit>
          </c:cat>
          <c:val>
            <c:numLit>
              <c:formatCode>#,##0</c:formatCode>
              <c:ptCount val="19"/>
              <c:pt idx="0">
                <c:v>100</c:v>
              </c:pt>
              <c:pt idx="1">
                <c:v>132.7</c:v>
              </c:pt>
              <c:pt idx="2">
                <c:v>178.7</c:v>
              </c:pt>
              <c:pt idx="3">
                <c:v>256</c:v>
              </c:pt>
              <c:pt idx="4">
                <c:v>370.5</c:v>
              </c:pt>
              <c:pt idx="5">
                <c:v>533.3</c:v>
              </c:pt>
              <c:pt idx="6">
                <c:v>756.3</c:v>
              </c:pt>
              <c:pt idx="7">
                <c:v>1079.7</c:v>
              </c:pt>
              <c:pt idx="8">
                <c:v>1572.8</c:v>
              </c:pt>
              <c:pt idx="9">
                <c:v>2331.6</c:v>
              </c:pt>
              <c:pt idx="10">
                <c:v>3375.5</c:v>
              </c:pt>
              <c:pt idx="11">
                <c:v>4890.9</c:v>
              </c:pt>
              <c:pt idx="12">
                <c:v>7254.8</c:v>
              </c:pt>
              <c:pt idx="13">
                <c:v>10640.7</c:v>
              </c:pt>
              <c:pt idx="14">
                <c:v>15780.7</c:v>
              </c:pt>
              <c:pt idx="15">
                <c:v>23577.1</c:v>
              </c:pt>
              <c:pt idx="16">
                <c:v>35262.5</c:v>
              </c:pt>
              <c:pt idx="17">
                <c:v>53111.3</c:v>
              </c:pt>
              <c:pt idx="18">
                <c:v>81349.8</c:v>
              </c:pt>
            </c:numLit>
          </c:val>
          <c:smooth val="0"/>
        </c:ser>
        <c:ser>
          <c:idx val="1"/>
          <c:order val="1"/>
          <c:tx>
            <c:v>one-hit 中位</c:v>
          </c:tx>
          <c:spPr>
            <a:solidFill xmlns:a="http://schemas.openxmlformats.org/drawingml/2006/main">
              <a:srgbClr val="236B8E"/>
            </a:solidFill>
            <a:ln xmlns:a="http://schemas.openxmlformats.org/drawingml/2006/main" w="28575">
              <a:solidFill>
                <a:srgbClr val="236B8E"/>
              </a:solidFill>
              <a:prstDash val="solid"/>
            </a:ln>
          </c:spPr>
          <c:marker>
            <c:symbol val="none"/>
          </c:marker>
          <c:cat>
            <c:numLit>
              <c:formatCode>General</c:formatCode>
              <c:ptCount val="19"/>
              <c:pt idx="0">
                <c:v>0</c:v>
              </c:pt>
              <c:pt idx="1">
                <c:v>1</c:v>
              </c:pt>
              <c:pt idx="2">
                <c:v>2</c:v>
              </c:pt>
              <c:pt idx="3">
                <c:v>3</c:v>
              </c:pt>
              <c:pt idx="4">
                <c:v>4</c:v>
              </c:pt>
              <c:pt idx="5">
                <c:v>5</c:v>
              </c:pt>
              <c:pt idx="6">
                <c:v>6</c:v>
              </c:pt>
              <c:pt idx="7">
                <c:v>7</c:v>
              </c:pt>
              <c:pt idx="8">
                <c:v>8</c:v>
              </c:pt>
              <c:pt idx="9">
                <c:v>9</c:v>
              </c:pt>
              <c:pt idx="10">
                <c:v>10</c:v>
              </c:pt>
              <c:pt idx="11">
                <c:v>11</c:v>
              </c:pt>
              <c:pt idx="12">
                <c:v>12</c:v>
              </c:pt>
              <c:pt idx="13">
                <c:v>13</c:v>
              </c:pt>
              <c:pt idx="14">
                <c:v>14</c:v>
              </c:pt>
              <c:pt idx="15">
                <c:v>15</c:v>
              </c:pt>
              <c:pt idx="16">
                <c:v>16</c:v>
              </c:pt>
              <c:pt idx="17">
                <c:v>17</c:v>
              </c:pt>
              <c:pt idx="18">
                <c:v>18</c:v>
              </c:pt>
            </c:numLit>
          </c:cat>
          <c:val>
            <c:numLit>
              <c:formatCode>#,##0</c:formatCode>
              <c:ptCount val="19"/>
              <c:pt idx="0">
                <c:v>100</c:v>
              </c:pt>
              <c:pt idx="1">
                <c:v>140</c:v>
              </c:pt>
              <c:pt idx="2">
                <c:v>197</c:v>
              </c:pt>
              <c:pt idx="3">
                <c:v>284.5</c:v>
              </c:pt>
              <c:pt idx="4">
                <c:v>410</c:v>
              </c:pt>
              <c:pt idx="5">
                <c:v>583.5</c:v>
              </c:pt>
              <c:pt idx="6">
                <c:v>831</c:v>
              </c:pt>
              <c:pt idx="7">
                <c:v>1205</c:v>
              </c:pt>
              <c:pt idx="8">
                <c:v>1729.5</c:v>
              </c:pt>
              <c:pt idx="9">
                <c:v>2512.5</c:v>
              </c:pt>
              <c:pt idx="10">
                <c:v>3694.5</c:v>
              </c:pt>
              <c:pt idx="11">
                <c:v>5422.5</c:v>
              </c:pt>
              <c:pt idx="12">
                <c:v>8086.5</c:v>
              </c:pt>
              <c:pt idx="13">
                <c:v>12064.5</c:v>
              </c:pt>
              <c:pt idx="14">
                <c:v>17911.5</c:v>
              </c:pt>
              <c:pt idx="15">
                <c:v>27139</c:v>
              </c:pt>
              <c:pt idx="16">
                <c:v>40731</c:v>
              </c:pt>
              <c:pt idx="17">
                <c:v>61654</c:v>
              </c:pt>
              <c:pt idx="18">
                <c:v>94617.5</c:v>
              </c:pt>
            </c:numLit>
          </c:val>
          <c:smooth val="0"/>
        </c:ser>
        <c:ser>
          <c:idx val="2"/>
          <c:order val="2"/>
          <c:tx>
            <c:v>one-hit P90</c:v>
          </c:tx>
          <c:spPr>
            <a:solidFill xmlns:a="http://schemas.openxmlformats.org/drawingml/2006/main">
              <a:srgbClr val="236B8E"/>
            </a:solidFill>
            <a:ln xmlns:a="http://schemas.openxmlformats.org/drawingml/2006/main" w="12383">
              <a:solidFill>
                <a:srgbClr val="236B8E"/>
              </a:solidFill>
              <a:prstDash val="dash"/>
            </a:ln>
          </c:spPr>
          <c:marker>
            <c:symbol val="none"/>
          </c:marker>
          <c:cat>
            <c:numLit>
              <c:formatCode>General</c:formatCode>
              <c:ptCount val="19"/>
              <c:pt idx="0">
                <c:v>0</c:v>
              </c:pt>
              <c:pt idx="1">
                <c:v>1</c:v>
              </c:pt>
              <c:pt idx="2">
                <c:v>2</c:v>
              </c:pt>
              <c:pt idx="3">
                <c:v>3</c:v>
              </c:pt>
              <c:pt idx="4">
                <c:v>4</c:v>
              </c:pt>
              <c:pt idx="5">
                <c:v>5</c:v>
              </c:pt>
              <c:pt idx="6">
                <c:v>6</c:v>
              </c:pt>
              <c:pt idx="7">
                <c:v>7</c:v>
              </c:pt>
              <c:pt idx="8">
                <c:v>8</c:v>
              </c:pt>
              <c:pt idx="9">
                <c:v>9</c:v>
              </c:pt>
              <c:pt idx="10">
                <c:v>10</c:v>
              </c:pt>
              <c:pt idx="11">
                <c:v>11</c:v>
              </c:pt>
              <c:pt idx="12">
                <c:v>12</c:v>
              </c:pt>
              <c:pt idx="13">
                <c:v>13</c:v>
              </c:pt>
              <c:pt idx="14">
                <c:v>14</c:v>
              </c:pt>
              <c:pt idx="15">
                <c:v>15</c:v>
              </c:pt>
              <c:pt idx="16">
                <c:v>16</c:v>
              </c:pt>
              <c:pt idx="17">
                <c:v>17</c:v>
              </c:pt>
              <c:pt idx="18">
                <c:v>18</c:v>
              </c:pt>
            </c:numLit>
          </c:cat>
          <c:val>
            <c:numLit>
              <c:formatCode>#,##0</c:formatCode>
              <c:ptCount val="19"/>
              <c:pt idx="0">
                <c:v>100</c:v>
              </c:pt>
              <c:pt idx="1">
                <c:v>153.3</c:v>
              </c:pt>
              <c:pt idx="2">
                <c:v>219</c:v>
              </c:pt>
              <c:pt idx="3">
                <c:v>330.5</c:v>
              </c:pt>
              <c:pt idx="4">
                <c:v>484.1</c:v>
              </c:pt>
              <c:pt idx="5">
                <c:v>704.9</c:v>
              </c:pt>
              <c:pt idx="6">
                <c:v>1021.5</c:v>
              </c:pt>
              <c:pt idx="7">
                <c:v>1438.6000000000001</c:v>
              </c:pt>
              <c:pt idx="8">
                <c:v>2125.4</c:v>
              </c:pt>
              <c:pt idx="9">
                <c:v>3047.1000000000004</c:v>
              </c:pt>
              <c:pt idx="10">
                <c:v>4439.1</c:v>
              </c:pt>
              <c:pt idx="11">
                <c:v>6457.000000000001</c:v>
              </c:pt>
              <c:pt idx="12">
                <c:v>9533.2</c:v>
              </c:pt>
              <c:pt idx="13">
                <c:v>14161.200000000003</c:v>
              </c:pt>
              <c:pt idx="14">
                <c:v>20945.500000000004</c:v>
              </c:pt>
              <c:pt idx="15">
                <c:v>31556.100000000006</c:v>
              </c:pt>
              <c:pt idx="16">
                <c:v>48581.00000000001</c:v>
              </c:pt>
              <c:pt idx="17">
                <c:v>77948</c:v>
              </c:pt>
              <c:pt idx="18">
                <c:v>121569.40000000001</c:v>
              </c:pt>
            </c:numLit>
          </c:val>
          <c:smooth val="0"/>
        </c:ser>
        <c:ser>
          <c:idx val="3"/>
          <c:order val="3"/>
          <c:tx>
            <c:v>two-hit P10</c:v>
          </c:tx>
          <c:spPr>
            <a:solidFill xmlns:a="http://schemas.openxmlformats.org/drawingml/2006/main">
              <a:srgbClr val="A74F3D"/>
            </a:solidFill>
            <a:ln xmlns:a="http://schemas.openxmlformats.org/drawingml/2006/main" w="12383">
              <a:solidFill>
                <a:srgbClr val="A74F3D"/>
              </a:solidFill>
              <a:prstDash val="dash"/>
            </a:ln>
          </c:spPr>
          <c:marker>
            <c:symbol val="none"/>
          </c:marker>
          <c:cat>
            <c:numLit>
              <c:formatCode>General</c:formatCode>
              <c:ptCount val="19"/>
              <c:pt idx="0">
                <c:v>0</c:v>
              </c:pt>
              <c:pt idx="1">
                <c:v>1</c:v>
              </c:pt>
              <c:pt idx="2">
                <c:v>2</c:v>
              </c:pt>
              <c:pt idx="3">
                <c:v>3</c:v>
              </c:pt>
              <c:pt idx="4">
                <c:v>4</c:v>
              </c:pt>
              <c:pt idx="5">
                <c:v>5</c:v>
              </c:pt>
              <c:pt idx="6">
                <c:v>6</c:v>
              </c:pt>
              <c:pt idx="7">
                <c:v>7</c:v>
              </c:pt>
              <c:pt idx="8">
                <c:v>8</c:v>
              </c:pt>
              <c:pt idx="9">
                <c:v>9</c:v>
              </c:pt>
              <c:pt idx="10">
                <c:v>10</c:v>
              </c:pt>
              <c:pt idx="11">
                <c:v>11</c:v>
              </c:pt>
              <c:pt idx="12">
                <c:v>12</c:v>
              </c:pt>
              <c:pt idx="13">
                <c:v>13</c:v>
              </c:pt>
              <c:pt idx="14">
                <c:v>14</c:v>
              </c:pt>
              <c:pt idx="15">
                <c:v>15</c:v>
              </c:pt>
              <c:pt idx="16">
                <c:v>16</c:v>
              </c:pt>
              <c:pt idx="17">
                <c:v>17</c:v>
              </c:pt>
              <c:pt idx="18">
                <c:v>18</c:v>
              </c:pt>
            </c:numLit>
          </c:cat>
          <c:val>
            <c:numLit>
              <c:formatCode>#,##0</c:formatCode>
              <c:ptCount val="19"/>
              <c:pt idx="0">
                <c:v>100</c:v>
              </c:pt>
              <c:pt idx="1">
                <c:v>130.7</c:v>
              </c:pt>
              <c:pt idx="2">
                <c:v>182.6</c:v>
              </c:pt>
              <c:pt idx="3">
                <c:v>246</c:v>
              </c:pt>
              <c:pt idx="4">
                <c:v>361.9</c:v>
              </c:pt>
              <c:pt idx="5">
                <c:v>501.6</c:v>
              </c:pt>
              <c:pt idx="6">
                <c:v>730.8</c:v>
              </c:pt>
              <c:pt idx="7">
                <c:v>1047.7</c:v>
              </c:pt>
              <c:pt idx="8">
                <c:v>1486</c:v>
              </c:pt>
              <c:pt idx="9">
                <c:v>2132.6</c:v>
              </c:pt>
              <c:pt idx="10">
                <c:v>3041.6</c:v>
              </c:pt>
              <c:pt idx="11">
                <c:v>4395.7</c:v>
              </c:pt>
              <c:pt idx="12">
                <c:v>6343</c:v>
              </c:pt>
              <c:pt idx="13">
                <c:v>9139.5</c:v>
              </c:pt>
              <c:pt idx="14">
                <c:v>13210.6</c:v>
              </c:pt>
              <c:pt idx="15">
                <c:v>19225.6</c:v>
              </c:pt>
              <c:pt idx="16">
                <c:v>27830.8</c:v>
              </c:pt>
              <c:pt idx="17">
                <c:v>40613.4</c:v>
              </c:pt>
              <c:pt idx="18">
                <c:v>59720.5</c:v>
              </c:pt>
            </c:numLit>
          </c:val>
          <c:smooth val="0"/>
        </c:ser>
        <c:ser>
          <c:idx val="4"/>
          <c:order val="4"/>
          <c:tx>
            <c:v>two-hit 中位</c:v>
          </c:tx>
          <c:spPr>
            <a:solidFill xmlns:a="http://schemas.openxmlformats.org/drawingml/2006/main">
              <a:srgbClr val="A74F3D"/>
            </a:solidFill>
            <a:ln xmlns:a="http://schemas.openxmlformats.org/drawingml/2006/main" w="28575">
              <a:solidFill>
                <a:srgbClr val="A74F3D"/>
              </a:solidFill>
              <a:prstDash val="solid"/>
            </a:ln>
          </c:spPr>
          <c:marker>
            <c:symbol val="none"/>
          </c:marker>
          <c:cat>
            <c:numLit>
              <c:formatCode>General</c:formatCode>
              <c:ptCount val="19"/>
              <c:pt idx="0">
                <c:v>0</c:v>
              </c:pt>
              <c:pt idx="1">
                <c:v>1</c:v>
              </c:pt>
              <c:pt idx="2">
                <c:v>2</c:v>
              </c:pt>
              <c:pt idx="3">
                <c:v>3</c:v>
              </c:pt>
              <c:pt idx="4">
                <c:v>4</c:v>
              </c:pt>
              <c:pt idx="5">
                <c:v>5</c:v>
              </c:pt>
              <c:pt idx="6">
                <c:v>6</c:v>
              </c:pt>
              <c:pt idx="7">
                <c:v>7</c:v>
              </c:pt>
              <c:pt idx="8">
                <c:v>8</c:v>
              </c:pt>
              <c:pt idx="9">
                <c:v>9</c:v>
              </c:pt>
              <c:pt idx="10">
                <c:v>10</c:v>
              </c:pt>
              <c:pt idx="11">
                <c:v>11</c:v>
              </c:pt>
              <c:pt idx="12">
                <c:v>12</c:v>
              </c:pt>
              <c:pt idx="13">
                <c:v>13</c:v>
              </c:pt>
              <c:pt idx="14">
                <c:v>14</c:v>
              </c:pt>
              <c:pt idx="15">
                <c:v>15</c:v>
              </c:pt>
              <c:pt idx="16">
                <c:v>16</c:v>
              </c:pt>
              <c:pt idx="17">
                <c:v>17</c:v>
              </c:pt>
              <c:pt idx="18">
                <c:v>18</c:v>
              </c:pt>
            </c:numLit>
          </c:cat>
          <c:val>
            <c:numLit>
              <c:formatCode>#,##0</c:formatCode>
              <c:ptCount val="19"/>
              <c:pt idx="0">
                <c:v>100</c:v>
              </c:pt>
              <c:pt idx="1">
                <c:v>140</c:v>
              </c:pt>
              <c:pt idx="2">
                <c:v>198</c:v>
              </c:pt>
              <c:pt idx="3">
                <c:v>286.5</c:v>
              </c:pt>
              <c:pt idx="4">
                <c:v>406</c:v>
              </c:pt>
              <c:pt idx="5">
                <c:v>573</c:v>
              </c:pt>
              <c:pt idx="6">
                <c:v>833.5</c:v>
              </c:pt>
              <c:pt idx="7">
                <c:v>1200.5</c:v>
              </c:pt>
              <c:pt idx="8">
                <c:v>1755.5</c:v>
              </c:pt>
              <c:pt idx="9">
                <c:v>2518</c:v>
              </c:pt>
              <c:pt idx="10">
                <c:v>3597</c:v>
              </c:pt>
              <c:pt idx="11">
                <c:v>5176</c:v>
              </c:pt>
              <c:pt idx="12">
                <c:v>7480</c:v>
              </c:pt>
              <c:pt idx="13">
                <c:v>10883</c:v>
              </c:pt>
              <c:pt idx="14">
                <c:v>15894</c:v>
              </c:pt>
              <c:pt idx="15">
                <c:v>23030</c:v>
              </c:pt>
              <c:pt idx="16">
                <c:v>33809</c:v>
              </c:pt>
              <c:pt idx="17">
                <c:v>49886</c:v>
              </c:pt>
              <c:pt idx="18">
                <c:v>73879</c:v>
              </c:pt>
            </c:numLit>
          </c:val>
          <c:smooth val="0"/>
        </c:ser>
        <c:ser>
          <c:idx val="5"/>
          <c:order val="5"/>
          <c:tx>
            <c:v>two-hit P90</c:v>
          </c:tx>
          <c:spPr>
            <a:solidFill xmlns:a="http://schemas.openxmlformats.org/drawingml/2006/main">
              <a:srgbClr val="A74F3D"/>
            </a:solidFill>
            <a:ln xmlns:a="http://schemas.openxmlformats.org/drawingml/2006/main" w="12383">
              <a:solidFill>
                <a:srgbClr val="A74F3D"/>
              </a:solidFill>
              <a:prstDash val="dash"/>
            </a:ln>
          </c:spPr>
          <c:marker>
            <c:symbol val="none"/>
          </c:marker>
          <c:cat>
            <c:numLit>
              <c:formatCode>General</c:formatCode>
              <c:ptCount val="19"/>
              <c:pt idx="0">
                <c:v>0</c:v>
              </c:pt>
              <c:pt idx="1">
                <c:v>1</c:v>
              </c:pt>
              <c:pt idx="2">
                <c:v>2</c:v>
              </c:pt>
              <c:pt idx="3">
                <c:v>3</c:v>
              </c:pt>
              <c:pt idx="4">
                <c:v>4</c:v>
              </c:pt>
              <c:pt idx="5">
                <c:v>5</c:v>
              </c:pt>
              <c:pt idx="6">
                <c:v>6</c:v>
              </c:pt>
              <c:pt idx="7">
                <c:v>7</c:v>
              </c:pt>
              <c:pt idx="8">
                <c:v>8</c:v>
              </c:pt>
              <c:pt idx="9">
                <c:v>9</c:v>
              </c:pt>
              <c:pt idx="10">
                <c:v>10</c:v>
              </c:pt>
              <c:pt idx="11">
                <c:v>11</c:v>
              </c:pt>
              <c:pt idx="12">
                <c:v>12</c:v>
              </c:pt>
              <c:pt idx="13">
                <c:v>13</c:v>
              </c:pt>
              <c:pt idx="14">
                <c:v>14</c:v>
              </c:pt>
              <c:pt idx="15">
                <c:v>15</c:v>
              </c:pt>
              <c:pt idx="16">
                <c:v>16</c:v>
              </c:pt>
              <c:pt idx="17">
                <c:v>17</c:v>
              </c:pt>
              <c:pt idx="18">
                <c:v>18</c:v>
              </c:pt>
            </c:numLit>
          </c:cat>
          <c:val>
            <c:numLit>
              <c:formatCode>#,##0</c:formatCode>
              <c:ptCount val="19"/>
              <c:pt idx="0">
                <c:v>100</c:v>
              </c:pt>
              <c:pt idx="1">
                <c:v>154</c:v>
              </c:pt>
              <c:pt idx="2">
                <c:v>218</c:v>
              </c:pt>
              <c:pt idx="3">
                <c:v>314.4</c:v>
              </c:pt>
              <c:pt idx="4">
                <c:v>466.1</c:v>
              </c:pt>
              <c:pt idx="5">
                <c:v>658.5</c:v>
              </c:pt>
              <c:pt idx="6">
                <c:v>956.1</c:v>
              </c:pt>
              <c:pt idx="7">
                <c:v>1364.4</c:v>
              </c:pt>
              <c:pt idx="8">
                <c:v>1941.4</c:v>
              </c:pt>
              <c:pt idx="9">
                <c:v>2801.4</c:v>
              </c:pt>
              <c:pt idx="10">
                <c:v>4065.2000000000003</c:v>
              </c:pt>
              <c:pt idx="11">
                <c:v>5887.6</c:v>
              </c:pt>
              <c:pt idx="12">
                <c:v>8551.2</c:v>
              </c:pt>
              <c:pt idx="13">
                <c:v>12328.5</c:v>
              </c:pt>
              <c:pt idx="14">
                <c:v>18059</c:v>
              </c:pt>
              <c:pt idx="15">
                <c:v>26616.6</c:v>
              </c:pt>
              <c:pt idx="16">
                <c:v>39331</c:v>
              </c:pt>
              <c:pt idx="17">
                <c:v>58193.700000000004</c:v>
              </c:pt>
              <c:pt idx="18">
                <c:v>86805.3</c:v>
              </c:pt>
            </c:numLit>
          </c:val>
          <c:smooth val="0"/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650">
                  <a:solidFill>
                    <a:srgbClr val="173042"/>
                  </a:solidFill>
                  <a:latin typeface="Arial Unicode MS"/>
                  <a:ea typeface="Arial Unicode MS"/>
                  <a:cs typeface="Arial Unicode MS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650">
                    <a:solidFill>
                      <a:srgbClr val="173042"/>
                    </a:solidFill>
                    <a:latin typeface="Arial Unicode MS"/>
                    <a:ea typeface="Arial Unicode MS"/>
                    <a:cs typeface="Arial Unicode MS"/>
                  </a:rPr>
                  <a:t>世代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650">
                  <a:solidFill>
                    <a:srgbClr val="173042"/>
                  </a:solidFill>
                  <a:latin typeface="Arial Unicode MS"/>
                  <a:ea typeface="Arial Unicode MS"/>
                  <a:cs typeface="Arial Unicode MS"/>
                </a:defRPr>
              </a:pPr>
            </a:p>
          </c:txPr>
        </c:title>
        <c:numFmt formatCode="General"/>
        <c:majorTickMark val="none"/>
        <c:minorTickMark val="none"/>
        <c:tickLblPos val="low"/>
        <c:spPr>
          <a:ln xmlns:a="http://schemas.openxmlformats.org/drawingml/2006/main" w="9525">
            <a:solidFill>
              <a:srgbClr val="657580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</a:p>
        </c:txPr>
        <c:crossAx val="48672768"/>
      </c:catAx>
      <c:valAx>
        <c:axId val="48672768"/>
        <c:scaling>
          <c:orientation val="minMax"/>
          <c:max val="160000"/>
          <c:min val="0"/>
        </c:scaling>
        <c:delete val="0"/>
        <c:axPos val="l"/>
        <c:majorGridlines>
          <c:spPr>
            <a:ln xmlns:a="http://schemas.openxmlformats.org/drawingml/2006/main" w="5715">
              <a:solidFill>
                <a:srgbClr val="E0E5E8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650">
                    <a:solidFill>
                      <a:srgbClr val="173042"/>
                    </a:solidFill>
                    <a:latin typeface="Arial Unicode MS"/>
                    <a:ea typeface="Arial Unicode MS"/>
                    <a:cs typeface="Arial Unicode MS"/>
                  </a:rPr>
                  <a:t>細胞數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650">
                  <a:solidFill>
                    <a:srgbClr val="173042"/>
                  </a:solidFill>
                  <a:latin typeface="Arial Unicode MS"/>
                  <a:ea typeface="Arial Unicode MS"/>
                  <a:cs typeface="Arial Unicode MS"/>
                </a:defRPr>
              </a:pPr>
            </a:p>
          </c:txPr>
        </c:title>
        <c:numFmt formatCode="#,##0"/>
        <c:majorTickMark val="none"/>
        <c:minorTickMark val="none"/>
        <c:spPr>
          <a:ln xmlns:a="http://schemas.openxmlformats.org/drawingml/2006/main" w="9525">
            <a:solidFill>
              <a:srgbClr val="657580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CFBF8"/>
        </a:solidFill>
        <a:ln xmlns:a="http://schemas.openxmlformats.org/drawingml/2006/main" w="0">
          <a:noFill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425">
              <a:solidFill>
                <a:srgbClr val="173042"/>
              </a:solidFill>
              <a:latin typeface="Arial Unicode MS"/>
              <a:ea typeface="Arial Unicode MS"/>
              <a:cs typeface="Arial Unicode MS"/>
            </a:defRPr>
          </a:pPr>
        </a:p>
      </c:txPr>
    </c:legend>
    <c:plotVisOnly val="1"/>
  </c:chart>
  <c:spPr>
    <a:solidFill xmlns:a="http://schemas.openxmlformats.org/drawingml/2006/main">
      <a:srgbClr val="FCFBF8"/>
    </a:solidFill>
    <a:ln xmlns:a="http://schemas.openxmlformats.org/drawingml/2006/main" w="0">
      <a:noFill/>
    </a:ln>
  </c:spPr>
</c:chartSpace>
</file>

<file path=ppt/slides/charts/chart9.xml><?xml version="1.0" encoding="utf-8"?>
<c:chartSpace xmlns:c="http://schemas.openxmlformats.org/drawingml/2006/chart">
  <c:lang val="en-US"/>
  <c:chart>
    <c:plotArea>
      <c:lineChart>
        <c:grouping val="standard"/>
        <c:varyColors val="0"/>
        <c:ser>
          <c:idx val="0"/>
          <c:order val="0"/>
          <c:tx>
            <c:v>one-hit 中位</c:v>
          </c:tx>
          <c:spPr>
            <a:solidFill xmlns:a="http://schemas.openxmlformats.org/drawingml/2006/main">
              <a:srgbClr val="236B8E"/>
            </a:solidFill>
            <a:ln xmlns:a="http://schemas.openxmlformats.org/drawingml/2006/main" w="28575">
              <a:solidFill>
                <a:srgbClr val="236B8E"/>
              </a:solidFill>
              <a:prstDash val="solid"/>
            </a:ln>
          </c:spPr>
          <c:marker>
            <c:symbol val="none"/>
          </c:marker>
          <c:cat>
            <c:numLit>
              <c:formatCode>General</c:formatCode>
              <c:ptCount val="19"/>
              <c:pt idx="0">
                <c:v>0</c:v>
              </c:pt>
              <c:pt idx="1">
                <c:v>1</c:v>
              </c:pt>
              <c:pt idx="2">
                <c:v>2</c:v>
              </c:pt>
              <c:pt idx="3">
                <c:v>3</c:v>
              </c:pt>
              <c:pt idx="4">
                <c:v>4</c:v>
              </c:pt>
              <c:pt idx="5">
                <c:v>5</c:v>
              </c:pt>
              <c:pt idx="6">
                <c:v>6</c:v>
              </c:pt>
              <c:pt idx="7">
                <c:v>7</c:v>
              </c:pt>
              <c:pt idx="8">
                <c:v>8</c:v>
              </c:pt>
              <c:pt idx="9">
                <c:v>9</c:v>
              </c:pt>
              <c:pt idx="10">
                <c:v>10</c:v>
              </c:pt>
              <c:pt idx="11">
                <c:v>11</c:v>
              </c:pt>
              <c:pt idx="12">
                <c:v>12</c:v>
              </c:pt>
              <c:pt idx="13">
                <c:v>13</c:v>
              </c:pt>
              <c:pt idx="14">
                <c:v>14</c:v>
              </c:pt>
              <c:pt idx="15">
                <c:v>15</c:v>
              </c:pt>
              <c:pt idx="16">
                <c:v>16</c:v>
              </c:pt>
              <c:pt idx="17">
                <c:v>17</c:v>
              </c:pt>
              <c:pt idx="18">
                <c:v>18</c:v>
              </c:pt>
            </c:numLit>
          </c:cat>
          <c:val>
            <c:numLit>
              <c:formatCode>0.0</c:formatCode>
              <c:ptCount val="19"/>
              <c:pt idx="0">
                <c:v>-2</c:v>
              </c:pt>
              <c:pt idx="1">
                <c:v>-2</c:v>
              </c:pt>
              <c:pt idx="2">
                <c:v>-0.031711375136247395</c:v>
              </c:pt>
              <c:pt idx="3">
                <c:v>0.1732209844022645</c:v>
              </c:pt>
              <c:pt idx="4">
                <c:v>0.33560159517360155</c:v>
              </c:pt>
              <c:pt idx="5">
                <c:v>0.41759012821002256</c:v>
              </c:pt>
              <c:pt idx="6">
                <c:v>0.5166123821208795</c:v>
              </c:pt>
              <c:pt idx="7">
                <c:v>0.6286963575783553</c:v>
              </c:pt>
              <c:pt idx="8">
                <c:v>0.7502415151517066</c:v>
              </c:pt>
              <c:pt idx="9">
                <c:v>0.8390228749386778</c:v>
              </c:pt>
              <c:pt idx="10">
                <c:v>0.9223013274512127</c:v>
              </c:pt>
              <c:pt idx="11">
                <c:v>0.9990393191627809</c:v>
              </c:pt>
              <c:pt idx="12">
                <c:v>1.0727993789753105</c:v>
              </c:pt>
              <c:pt idx="13">
                <c:v>1.147547213990546</c:v>
              </c:pt>
              <c:pt idx="14">
                <c:v>1.2161487759422436</c:v>
              </c:pt>
              <c:pt idx="15">
                <c:v>1.2780457068039561</c:v>
              </c:pt>
              <c:pt idx="16">
                <c:v>1.335679326884064</c:v>
              </c:pt>
              <c:pt idx="17">
                <c:v>1.3902233771529904</c:v>
              </c:pt>
              <c:pt idx="18">
                <c:v>1.4455124679056475</c:v>
              </c:pt>
            </c:numLit>
          </c:val>
          <c:smooth val="0"/>
        </c:ser>
        <c:ser>
          <c:idx val="1"/>
          <c:order val="1"/>
          <c:tx>
            <c:v>two-hit 中位</c:v>
          </c:tx>
          <c:spPr>
            <a:solidFill xmlns:a="http://schemas.openxmlformats.org/drawingml/2006/main">
              <a:srgbClr val="A74F3D"/>
            </a:solidFill>
            <a:ln xmlns:a="http://schemas.openxmlformats.org/drawingml/2006/main" w="28575">
              <a:solidFill>
                <a:srgbClr val="A74F3D"/>
              </a:solidFill>
              <a:prstDash val="solid"/>
            </a:ln>
          </c:spPr>
          <c:marker>
            <c:symbol val="none"/>
          </c:marker>
          <c:cat>
            <c:numLit>
              <c:formatCode>General</c:formatCode>
              <c:ptCount val="19"/>
              <c:pt idx="0">
                <c:v>0</c:v>
              </c:pt>
              <c:pt idx="1">
                <c:v>1</c:v>
              </c:pt>
              <c:pt idx="2">
                <c:v>2</c:v>
              </c:pt>
              <c:pt idx="3">
                <c:v>3</c:v>
              </c:pt>
              <c:pt idx="4">
                <c:v>4</c:v>
              </c:pt>
              <c:pt idx="5">
                <c:v>5</c:v>
              </c:pt>
              <c:pt idx="6">
                <c:v>6</c:v>
              </c:pt>
              <c:pt idx="7">
                <c:v>7</c:v>
              </c:pt>
              <c:pt idx="8">
                <c:v>8</c:v>
              </c:pt>
              <c:pt idx="9">
                <c:v>9</c:v>
              </c:pt>
              <c:pt idx="10">
                <c:v>10</c:v>
              </c:pt>
              <c:pt idx="11">
                <c:v>11</c:v>
              </c:pt>
              <c:pt idx="12">
                <c:v>12</c:v>
              </c:pt>
              <c:pt idx="13">
                <c:v>13</c:v>
              </c:pt>
              <c:pt idx="14">
                <c:v>14</c:v>
              </c:pt>
              <c:pt idx="15">
                <c:v>15</c:v>
              </c:pt>
              <c:pt idx="16">
                <c:v>16</c:v>
              </c:pt>
              <c:pt idx="17">
                <c:v>17</c:v>
              </c:pt>
              <c:pt idx="18">
                <c:v>18</c:v>
              </c:pt>
            </c:numLit>
          </c:cat>
          <c:val>
            <c:numLit>
              <c:formatCode>0.0</c:formatCode>
              <c:ptCount val="19"/>
              <c:pt idx="0">
                <c:v>-2</c:v>
              </c:pt>
              <c:pt idx="1">
                <c:v>-2</c:v>
              </c:pt>
              <c:pt idx="2">
                <c:v>-2</c:v>
              </c:pt>
              <c:pt idx="3">
                <c:v>-2</c:v>
              </c:pt>
              <c:pt idx="4">
                <c:v>-2</c:v>
              </c:pt>
              <c:pt idx="5">
                <c:v>-2</c:v>
              </c:pt>
              <c:pt idx="6">
                <c:v>-2</c:v>
              </c:pt>
              <c:pt idx="7">
                <c:v>-2</c:v>
              </c:pt>
              <c:pt idx="8">
                <c:v>-2</c:v>
              </c:pt>
              <c:pt idx="9">
                <c:v>-2</c:v>
              </c:pt>
              <c:pt idx="10">
                <c:v>-2</c:v>
              </c:pt>
              <c:pt idx="11">
                <c:v>-2</c:v>
              </c:pt>
              <c:pt idx="12">
                <c:v>-1.6586779561525875</c:v>
              </c:pt>
              <c:pt idx="13">
                <c:v>-1.5636298228168868</c:v>
              </c:pt>
              <c:pt idx="14">
                <c:v>-1.481466038068009</c:v>
              </c:pt>
              <c:pt idx="15">
                <c:v>-1.4050345730007565</c:v>
              </c:pt>
              <c:pt idx="16">
                <c:v>-1.2923144127261734</c:v>
              </c:pt>
              <c:pt idx="17">
                <c:v>-1.1827160548766085</c:v>
              </c:pt>
              <c:pt idx="18">
                <c:v>-1.0929716522097106</c:v>
              </c:pt>
            </c:numLit>
          </c:val>
          <c:smooth val="0"/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650">
                  <a:solidFill>
                    <a:srgbClr val="173042"/>
                  </a:solidFill>
                  <a:latin typeface="Arial Unicode MS"/>
                  <a:ea typeface="Arial Unicode MS"/>
                  <a:cs typeface="Arial Unicode MS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650">
                    <a:solidFill>
                      <a:srgbClr val="173042"/>
                    </a:solidFill>
                    <a:latin typeface="Arial Unicode MS"/>
                    <a:ea typeface="Arial Unicode MS"/>
                    <a:cs typeface="Arial Unicode MS"/>
                  </a:rPr>
                  <a:t>世代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650">
                  <a:solidFill>
                    <a:srgbClr val="173042"/>
                  </a:solidFill>
                  <a:latin typeface="Arial Unicode MS"/>
                  <a:ea typeface="Arial Unicode MS"/>
                  <a:cs typeface="Arial Unicode MS"/>
                </a:defRPr>
              </a:pPr>
            </a:p>
          </c:txPr>
        </c:title>
        <c:numFmt formatCode="General"/>
        <c:majorTickMark val="none"/>
        <c:minorTickMark val="none"/>
        <c:tickLblPos val="low"/>
        <c:spPr>
          <a:ln xmlns:a="http://schemas.openxmlformats.org/drawingml/2006/main" w="9525">
            <a:solidFill>
              <a:srgbClr val="657580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</a:p>
        </c:txPr>
        <c:crossAx val="48672768"/>
      </c:catAx>
      <c:valAx>
        <c:axId val="48672768"/>
        <c:scaling>
          <c:orientation val="minMax"/>
          <c:max val="2"/>
          <c:min val="-2"/>
        </c:scaling>
        <c:delete val="0"/>
        <c:axPos val="l"/>
        <c:majorGridlines>
          <c:spPr>
            <a:ln xmlns:a="http://schemas.openxmlformats.org/drawingml/2006/main" w="5715">
              <a:solidFill>
                <a:srgbClr val="E0E5E8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650">
                    <a:solidFill>
                      <a:srgbClr val="173042"/>
                    </a:solidFill>
                    <a:latin typeface="Arial Unicode MS"/>
                    <a:ea typeface="Arial Unicode MS"/>
                    <a:cs typeface="Arial Unicode MS"/>
                  </a:rPr>
                  <a:t>log₁₀(TSG 達標 %+0.01)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650">
                  <a:solidFill>
                    <a:srgbClr val="173042"/>
                  </a:solidFill>
                  <a:latin typeface="Arial Unicode MS"/>
                  <a:ea typeface="Arial Unicode MS"/>
                  <a:cs typeface="Arial Unicode MS"/>
                </a:defRPr>
              </a:pPr>
            </a:p>
          </c:txPr>
        </c:title>
        <c:numFmt formatCode="0.0"/>
        <c:majorTickMark val="none"/>
        <c:minorTickMark val="none"/>
        <c:spPr>
          <a:ln xmlns:a="http://schemas.openxmlformats.org/drawingml/2006/main" w="9525">
            <a:solidFill>
              <a:srgbClr val="657580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</a:p>
        </c:txPr>
        <c:crossAx val="48650112"/>
        <c:crossBetween val="between"/>
        <c:majorUnit val="1"/>
      </c:valAx>
      <c:spPr>
        <a:solidFill xmlns:a="http://schemas.openxmlformats.org/drawingml/2006/main">
          <a:srgbClr val="FCFBF8"/>
        </a:solidFill>
        <a:ln xmlns:a="http://schemas.openxmlformats.org/drawingml/2006/main" w="0">
          <a:noFill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425">
              <a:solidFill>
                <a:srgbClr val="173042"/>
              </a:solidFill>
              <a:latin typeface="Arial Unicode MS"/>
              <a:ea typeface="Arial Unicode MS"/>
              <a:cs typeface="Arial Unicode MS"/>
            </a:defRPr>
          </a:pPr>
        </a:p>
      </c:txPr>
    </c:legend>
    <c:plotVisOnly val="1"/>
  </c:chart>
  <c:spPr>
    <a:solidFill xmlns:a="http://schemas.openxmlformats.org/drawingml/2006/main">
      <a:srgbClr val="FCFBF8"/>
    </a:solidFill>
    <a:ln xmlns:a="http://schemas.openxmlformats.org/drawingml/2006/main" w="0">
      <a:noFill/>
    </a:ln>
  </c:spPr>
</c:chartSpace>
</file>

<file path=ppt/slides/charts/chart10.xml><?xml version="1.0" encoding="utf-8"?>
<c:chartSpace xmlns:c="http://schemas.openxmlformats.org/drawingml/2006/chart">
  <c:lang val="en-US"/>
  <c:chart>
    <c:plotArea>
      <c:scatterChart>
        <c:scatterStyle val="marker"/>
        <c:ser>
          <c:idx val="0"/>
          <c:order val="0"/>
          <c:tx>
            <c:v>TSG one-hit</c:v>
          </c:tx>
          <c:spPr>
            <a:solidFill xmlns:a="http://schemas.openxmlformats.org/drawingml/2006/main">
              <a:srgbClr val="236B8E"/>
            </a:solidFill>
            <a:ln xmlns:a="http://schemas.openxmlformats.org/drawingml/2006/main" w="0">
              <a:noFill/>
            </a:ln>
          </c:spPr>
          <c:marker>
            <c:symbol val="circle"/>
            <c:size val="6"/>
            <c:spPr>
              <a:noFill xmlns:a="http://schemas.openxmlformats.org/drawingml/2006/main"/>
            </c:spPr>
          </c:marker>
          <c:xVal>
            <c:numLit>
              <c:formatCode>General</c:formatCode>
              <c:ptCount val="30"/>
              <c:pt idx="0">
                <c:v>-0.07500000000000001</c:v>
              </c:pt>
              <c:pt idx="1">
                <c:v>-0.05</c:v>
              </c:pt>
              <c:pt idx="2">
                <c:v>-0.025</c:v>
              </c:pt>
              <c:pt idx="3">
                <c:v>0</c:v>
              </c:pt>
              <c:pt idx="4">
                <c:v>0.025</c:v>
              </c:pt>
              <c:pt idx="5">
                <c:v>0.05</c:v>
              </c:pt>
              <c:pt idx="6">
                <c:v>0.07500000000000001</c:v>
              </c:pt>
              <c:pt idx="7">
                <c:v>-0.07500000000000001</c:v>
              </c:pt>
              <c:pt idx="8">
                <c:v>-0.05</c:v>
              </c:pt>
              <c:pt idx="9">
                <c:v>-0.025</c:v>
              </c:pt>
              <c:pt idx="10">
                <c:v>0</c:v>
              </c:pt>
              <c:pt idx="11">
                <c:v>0.025</c:v>
              </c:pt>
              <c:pt idx="12">
                <c:v>0.05</c:v>
              </c:pt>
              <c:pt idx="13">
                <c:v>0.07500000000000001</c:v>
              </c:pt>
              <c:pt idx="14">
                <c:v>-0.07500000000000001</c:v>
              </c:pt>
              <c:pt idx="15">
                <c:v>-0.05</c:v>
              </c:pt>
              <c:pt idx="16">
                <c:v>-0.025</c:v>
              </c:pt>
              <c:pt idx="17">
                <c:v>0</c:v>
              </c:pt>
              <c:pt idx="18">
                <c:v>0.025</c:v>
              </c:pt>
              <c:pt idx="19">
                <c:v>0.05</c:v>
              </c:pt>
              <c:pt idx="20">
                <c:v>0.07500000000000001</c:v>
              </c:pt>
              <c:pt idx="21">
                <c:v>-0.07500000000000001</c:v>
              </c:pt>
              <c:pt idx="22">
                <c:v>-0.05</c:v>
              </c:pt>
              <c:pt idx="23">
                <c:v>-0.025</c:v>
              </c:pt>
              <c:pt idx="24">
                <c:v>0</c:v>
              </c:pt>
              <c:pt idx="25">
                <c:v>0.025</c:v>
              </c:pt>
              <c:pt idx="26">
                <c:v>0.05</c:v>
              </c:pt>
              <c:pt idx="27">
                <c:v>0.07500000000000001</c:v>
              </c:pt>
              <c:pt idx="28">
                <c:v>-0.07500000000000001</c:v>
              </c:pt>
              <c:pt idx="29">
                <c:v>-0.05</c:v>
              </c:pt>
            </c:numLit>
          </c:xVal>
          <c:yVal>
            <c:numLit>
              <c:formatCode>#,##0</c:formatCode>
              <c:ptCount val="30"/>
              <c:pt idx="0">
                <c:v>81413</c:v>
              </c:pt>
              <c:pt idx="1">
                <c:v>103594</c:v>
              </c:pt>
              <c:pt idx="2">
                <c:v>80781</c:v>
              </c:pt>
              <c:pt idx="3">
                <c:v>82979</c:v>
              </c:pt>
              <c:pt idx="4">
                <c:v>92501</c:v>
              </c:pt>
              <c:pt idx="5">
                <c:v>102714</c:v>
              </c:pt>
              <c:pt idx="6">
                <c:v>82275</c:v>
              </c:pt>
              <c:pt idx="7">
                <c:v>110529</c:v>
              </c:pt>
              <c:pt idx="8">
                <c:v>87142</c:v>
              </c:pt>
              <c:pt idx="9">
                <c:v>92149</c:v>
              </c:pt>
              <c:pt idx="10">
                <c:v>78930</c:v>
              </c:pt>
              <c:pt idx="11">
                <c:v>79794</c:v>
              </c:pt>
              <c:pt idx="12">
                <c:v>90782</c:v>
              </c:pt>
              <c:pt idx="13">
                <c:v>120934</c:v>
              </c:pt>
              <c:pt idx="14">
                <c:v>157239</c:v>
              </c:pt>
              <c:pt idx="15">
                <c:v>100138</c:v>
              </c:pt>
              <c:pt idx="16">
                <c:v>93307</c:v>
              </c:pt>
              <c:pt idx="17">
                <c:v>113742</c:v>
              </c:pt>
              <c:pt idx="18">
                <c:v>82988</c:v>
              </c:pt>
              <c:pt idx="19">
                <c:v>84122</c:v>
              </c:pt>
              <c:pt idx="20">
                <c:v>139291</c:v>
              </c:pt>
              <c:pt idx="21">
                <c:v>91668</c:v>
              </c:pt>
              <c:pt idx="22">
                <c:v>112387</c:v>
              </c:pt>
              <c:pt idx="23">
                <c:v>105883</c:v>
              </c:pt>
              <c:pt idx="24">
                <c:v>95928</c:v>
              </c:pt>
              <c:pt idx="25">
                <c:v>82810</c:v>
              </c:pt>
              <c:pt idx="26">
                <c:v>107366</c:v>
              </c:pt>
              <c:pt idx="27">
                <c:v>127288</c:v>
              </c:pt>
              <c:pt idx="28">
                <c:v>98867</c:v>
              </c:pt>
              <c:pt idx="29">
                <c:v>110972</c:v>
              </c:pt>
            </c:numLit>
          </c:yVal>
        </c:ser>
        <c:ser>
          <c:idx val="1"/>
          <c:order val="1"/>
          <c:tx>
            <c:v>TSG two-hit</c:v>
          </c:tx>
          <c:spPr>
            <a:solidFill xmlns:a="http://schemas.openxmlformats.org/drawingml/2006/main">
              <a:srgbClr val="A74F3D"/>
            </a:solidFill>
            <a:ln xmlns:a="http://schemas.openxmlformats.org/drawingml/2006/main" w="0">
              <a:noFill/>
            </a:ln>
          </c:spPr>
          <c:marker>
            <c:symbol val="circle"/>
            <c:size val="6"/>
            <c:spPr>
              <a:noFill xmlns:a="http://schemas.openxmlformats.org/drawingml/2006/main"/>
            </c:spPr>
          </c:marker>
          <c:xVal>
            <c:numLit>
              <c:formatCode>General</c:formatCode>
              <c:ptCount val="30"/>
              <c:pt idx="0">
                <c:v>0.925</c:v>
              </c:pt>
              <c:pt idx="1">
                <c:v>0.95</c:v>
              </c:pt>
              <c:pt idx="2">
                <c:v>0.975</c:v>
              </c:pt>
              <c:pt idx="3">
                <c:v>1</c:v>
              </c:pt>
              <c:pt idx="4">
                <c:v>1.025</c:v>
              </c:pt>
              <c:pt idx="5">
                <c:v>1.05</c:v>
              </c:pt>
              <c:pt idx="6">
                <c:v>1.075</c:v>
              </c:pt>
              <c:pt idx="7">
                <c:v>0.925</c:v>
              </c:pt>
              <c:pt idx="8">
                <c:v>0.95</c:v>
              </c:pt>
              <c:pt idx="9">
                <c:v>0.975</c:v>
              </c:pt>
              <c:pt idx="10">
                <c:v>1</c:v>
              </c:pt>
              <c:pt idx="11">
                <c:v>1.025</c:v>
              </c:pt>
              <c:pt idx="12">
                <c:v>1.05</c:v>
              </c:pt>
              <c:pt idx="13">
                <c:v>1.075</c:v>
              </c:pt>
              <c:pt idx="14">
                <c:v>0.925</c:v>
              </c:pt>
              <c:pt idx="15">
                <c:v>0.95</c:v>
              </c:pt>
              <c:pt idx="16">
                <c:v>0.975</c:v>
              </c:pt>
              <c:pt idx="17">
                <c:v>1</c:v>
              </c:pt>
              <c:pt idx="18">
                <c:v>1.025</c:v>
              </c:pt>
              <c:pt idx="19">
                <c:v>1.05</c:v>
              </c:pt>
              <c:pt idx="20">
                <c:v>1.075</c:v>
              </c:pt>
              <c:pt idx="21">
                <c:v>0.925</c:v>
              </c:pt>
              <c:pt idx="22">
                <c:v>0.95</c:v>
              </c:pt>
              <c:pt idx="23">
                <c:v>0.975</c:v>
              </c:pt>
              <c:pt idx="24">
                <c:v>1</c:v>
              </c:pt>
              <c:pt idx="25">
                <c:v>1.025</c:v>
              </c:pt>
              <c:pt idx="26">
                <c:v>1.05</c:v>
              </c:pt>
              <c:pt idx="27">
                <c:v>1.075</c:v>
              </c:pt>
              <c:pt idx="28">
                <c:v>0.925</c:v>
              </c:pt>
              <c:pt idx="29">
                <c:v>0.95</c:v>
              </c:pt>
            </c:numLit>
          </c:xVal>
          <c:yVal>
            <c:numLit>
              <c:formatCode>#,##0</c:formatCode>
              <c:ptCount val="30"/>
              <c:pt idx="0">
                <c:v>86767</c:v>
              </c:pt>
              <c:pt idx="1">
                <c:v>87150</c:v>
              </c:pt>
              <c:pt idx="2">
                <c:v>73455</c:v>
              </c:pt>
              <c:pt idx="3">
                <c:v>64576</c:v>
              </c:pt>
              <c:pt idx="4">
                <c:v>75910</c:v>
              </c:pt>
              <c:pt idx="5">
                <c:v>102187</c:v>
              </c:pt>
              <c:pt idx="6">
                <c:v>83966</c:v>
              </c:pt>
              <c:pt idx="7">
                <c:v>77470</c:v>
              </c:pt>
              <c:pt idx="8">
                <c:v>64446</c:v>
              </c:pt>
              <c:pt idx="9">
                <c:v>84209</c:v>
              </c:pt>
              <c:pt idx="10">
                <c:v>67685</c:v>
              </c:pt>
              <c:pt idx="11">
                <c:v>86435</c:v>
              </c:pt>
              <c:pt idx="12">
                <c:v>59993</c:v>
              </c:pt>
              <c:pt idx="13">
                <c:v>66965</c:v>
              </c:pt>
              <c:pt idx="14">
                <c:v>77786</c:v>
              </c:pt>
              <c:pt idx="15">
                <c:v>59910</c:v>
              </c:pt>
              <c:pt idx="16">
                <c:v>56430</c:v>
              </c:pt>
              <c:pt idx="17">
                <c:v>64725</c:v>
              </c:pt>
              <c:pt idx="18">
                <c:v>57284</c:v>
              </c:pt>
              <c:pt idx="19">
                <c:v>74303</c:v>
              </c:pt>
              <c:pt idx="20">
                <c:v>89595</c:v>
              </c:pt>
              <c:pt idx="21">
                <c:v>73184</c:v>
              </c:pt>
              <c:pt idx="22">
                <c:v>74773</c:v>
              </c:pt>
              <c:pt idx="23">
                <c:v>77732</c:v>
              </c:pt>
              <c:pt idx="24">
                <c:v>67734</c:v>
              </c:pt>
              <c:pt idx="25">
                <c:v>73125</c:v>
              </c:pt>
              <c:pt idx="26">
                <c:v>84828</c:v>
              </c:pt>
              <c:pt idx="27">
                <c:v>74838</c:v>
              </c:pt>
              <c:pt idx="28">
                <c:v>58015</c:v>
              </c:pt>
              <c:pt idx="29">
                <c:v>72986</c:v>
              </c:pt>
            </c:numLit>
          </c:yVal>
        </c:ser>
        <c:ser>
          <c:idx val="2"/>
          <c:order val="2"/>
          <c:tx>
            <c:v>中位數</c:v>
          </c:tx>
          <c:spPr>
            <a:solidFill xmlns:a="http://schemas.openxmlformats.org/drawingml/2006/main">
              <a:srgbClr val="173042"/>
            </a:solidFill>
            <a:ln xmlns:a="http://schemas.openxmlformats.org/drawingml/2006/main" w="0">
              <a:noFill/>
            </a:ln>
          </c:spPr>
          <c:marker>
            <c:symbol val="circle"/>
            <c:size val="13"/>
            <c:spPr>
              <a:noFill xmlns:a="http://schemas.openxmlformats.org/drawingml/2006/main"/>
            </c:spPr>
          </c:marker>
          <c:xVal>
            <c:numLit>
              <c:formatCode>General</c:formatCode>
              <c:ptCount val="2"/>
              <c:pt idx="0">
                <c:v>0</c:v>
              </c:pt>
              <c:pt idx="1">
                <c:v>1</c:v>
              </c:pt>
            </c:numLit>
          </c:xVal>
          <c:yVal>
            <c:numLit>
              <c:formatCode>#,##0</c:formatCode>
              <c:ptCount val="2"/>
              <c:pt idx="0">
                <c:v>94617.5</c:v>
              </c:pt>
              <c:pt idx="1">
                <c:v>73879</c:v>
              </c:pt>
            </c:numLit>
          </c:y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650">
                  <a:solidFill>
                    <a:srgbClr val="173042"/>
                  </a:solidFill>
                  <a:latin typeface="Arial Unicode MS"/>
                  <a:ea typeface="Arial Unicode MS"/>
                  <a:cs typeface="Arial Unicode MS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in val="0"/>
        </c:scaling>
        <c:delete val="0"/>
        <c:axPos val="l"/>
        <c:majorGridlines>
          <c:spPr>
            <a:ln xmlns:a="http://schemas.openxmlformats.org/drawingml/2006/main" w="5715">
              <a:solidFill>
                <a:srgbClr val="E0E5E8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650">
                    <a:solidFill>
                      <a:srgbClr val="173042"/>
                    </a:solidFill>
                    <a:latin typeface="Arial Unicode MS"/>
                    <a:ea typeface="Arial Unicode MS"/>
                    <a:cs typeface="Arial Unicode MS"/>
                  </a:rPr>
                  <a:t>第 18 代細胞數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650">
                  <a:solidFill>
                    <a:srgbClr val="173042"/>
                  </a:solidFill>
                  <a:latin typeface="Arial Unicode MS"/>
                  <a:ea typeface="Arial Unicode MS"/>
                  <a:cs typeface="Arial Unicode MS"/>
                </a:defRPr>
              </a:pPr>
            </a:p>
          </c:txPr>
        </c:title>
        <c:numFmt formatCode="#,##0"/>
        <c:majorTickMark val="none"/>
        <c:minorTickMark val="none"/>
        <c:spPr>
          <a:ln xmlns:a="http://schemas.openxmlformats.org/drawingml/2006/main" w="9525">
            <a:solidFill>
              <a:srgbClr val="657580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</a:p>
        </c:txPr>
        <c:crossAx val="48650112"/>
      </c:valAx>
      <c:valAx>
        <c:axId val="48650112"/>
        <c:scaling>
          <c:orientation val="minMax"/>
          <c:max val="1.2"/>
          <c:min val="-0.2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650">
                    <a:solidFill>
                      <a:srgbClr val="173042"/>
                    </a:solidFill>
                    <a:latin typeface="Arial Unicode MS"/>
                    <a:ea typeface="Arial Unicode MS"/>
                    <a:cs typeface="Arial Unicode MS"/>
                  </a:rPr>
                  <a:t>條件：0 與 1 對照上方圖例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650">
                  <a:solidFill>
                    <a:srgbClr val="173042"/>
                  </a:solidFill>
                  <a:latin typeface="Arial Unicode MS"/>
                  <a:ea typeface="Arial Unicode MS"/>
                  <a:cs typeface="Arial Unicode MS"/>
                </a:defRPr>
              </a:pPr>
            </a:p>
          </c:txPr>
        </c:title>
        <c:numFmt formatCode="0.0"/>
        <c:majorTickMark val="none"/>
        <c:minorTickMark val="none"/>
        <c:tickLblPos val="low"/>
        <c:spPr>
          <a:ln xmlns:a="http://schemas.openxmlformats.org/drawingml/2006/main" w="9525">
            <a:solidFill>
              <a:srgbClr val="657580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</a:p>
        </c:txPr>
        <c:crossAx val="48672768"/>
        <c:majorUnit val="0.2"/>
      </c:valAx>
      <c:spPr>
        <a:solidFill xmlns:a="http://schemas.openxmlformats.org/drawingml/2006/main">
          <a:srgbClr val="FCFBF8"/>
        </a:solidFill>
        <a:ln xmlns:a="http://schemas.openxmlformats.org/drawingml/2006/main" w="0">
          <a:noFill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425">
              <a:solidFill>
                <a:srgbClr val="173042"/>
              </a:solidFill>
              <a:latin typeface="Arial Unicode MS"/>
              <a:ea typeface="Arial Unicode MS"/>
              <a:cs typeface="Arial Unicode MS"/>
            </a:defRPr>
          </a:pPr>
        </a:p>
      </c:txPr>
    </c:legend>
    <c:plotVisOnly val="1"/>
  </c:chart>
  <c:spPr>
    <a:solidFill xmlns:a="http://schemas.openxmlformats.org/drawingml/2006/main">
      <a:srgbClr val="FCFBF8"/>
    </a:solidFill>
    <a:ln xmlns:a="http://schemas.openxmlformats.org/drawingml/2006/main" w="0">
      <a:noFill/>
    </a:ln>
  </c:spPr>
</c:chartSpace>
</file>

<file path=ppt/slides/charts/chart11.xml><?xml version="1.0" encoding="utf-8"?>
<c:chartSpace xmlns:c="http://schemas.openxmlformats.org/drawingml/2006/chart">
  <c:lang val="en-US"/>
  <c:chart>
    <c:plotArea>
      <c:lineChart>
        <c:grouping val="standard"/>
        <c:varyColors val="0"/>
        <c:ser>
          <c:idx val="0"/>
          <c:order val="0"/>
          <c:tx>
            <c:v>共享死亡降低</c:v>
          </c:tx>
          <c:spPr>
            <a:solidFill xmlns:a="http://schemas.openxmlformats.org/drawingml/2006/main">
              <a:srgbClr val="236B8E"/>
            </a:solidFill>
            <a:ln xmlns:a="http://schemas.openxmlformats.org/drawingml/2006/main" w="28575">
              <a:solidFill>
                <a:srgbClr val="236B8E"/>
              </a:solidFill>
              <a:prstDash val="solid"/>
            </a:ln>
          </c:spPr>
          <c:marker>
            <c:symbol val="none"/>
          </c:marker>
          <c:cat>
            <c:numLit>
              <c:formatCode>General</c:formatCode>
              <c:ptCount val="21"/>
              <c:pt idx="0">
                <c:v>0</c:v>
              </c:pt>
              <c:pt idx="1">
                <c:v>5</c:v>
              </c:pt>
              <c:pt idx="2">
                <c:v>10</c:v>
              </c:pt>
              <c:pt idx="3">
                <c:v>15</c:v>
              </c:pt>
              <c:pt idx="4">
                <c:v>20</c:v>
              </c:pt>
              <c:pt idx="5">
                <c:v>25</c:v>
              </c:pt>
              <c:pt idx="6">
                <c:v>30</c:v>
              </c:pt>
              <c:pt idx="7">
                <c:v>35</c:v>
              </c:pt>
              <c:pt idx="8">
                <c:v>40</c:v>
              </c:pt>
              <c:pt idx="9">
                <c:v>45</c:v>
              </c:pt>
              <c:pt idx="10">
                <c:v>50</c:v>
              </c:pt>
              <c:pt idx="11">
                <c:v>55</c:v>
              </c:pt>
              <c:pt idx="12">
                <c:v>60</c:v>
              </c:pt>
              <c:pt idx="13">
                <c:v>65</c:v>
              </c:pt>
              <c:pt idx="14">
                <c:v>70</c:v>
              </c:pt>
              <c:pt idx="15">
                <c:v>75</c:v>
              </c:pt>
              <c:pt idx="16">
                <c:v>80</c:v>
              </c:pt>
              <c:pt idx="17">
                <c:v>85</c:v>
              </c:pt>
              <c:pt idx="18">
                <c:v>90</c:v>
              </c:pt>
              <c:pt idx="19">
                <c:v>95</c:v>
              </c:pt>
              <c:pt idx="20">
                <c:v>100</c:v>
              </c:pt>
            </c:numLit>
          </c:cat>
          <c:val>
            <c:numLit>
              <c:formatCode>#,##0</c:formatCode>
              <c:ptCount val="21"/>
              <c:pt idx="0">
                <c:v>0</c:v>
              </c:pt>
              <c:pt idx="1">
                <c:v>4.285714285714286</c:v>
              </c:pt>
              <c:pt idx="2">
                <c:v>5</c:v>
              </c:pt>
              <c:pt idx="3">
                <c:v>5.294117647058823</c:v>
              </c:pt>
              <c:pt idx="4">
                <c:v>5.454545454545455</c:v>
              </c:pt>
              <c:pt idx="5">
                <c:v>5.555555555555555</c:v>
              </c:pt>
              <c:pt idx="6">
                <c:v>5.624999999999999</c:v>
              </c:pt>
              <c:pt idx="7">
                <c:v>5.6756756756756745</c:v>
              </c:pt>
              <c:pt idx="8">
                <c:v>5.714285714285714</c:v>
              </c:pt>
              <c:pt idx="9">
                <c:v>5.74468085106383</c:v>
              </c:pt>
              <c:pt idx="10">
                <c:v>5.769230769230769</c:v>
              </c:pt>
              <c:pt idx="11">
                <c:v>5.7894736842105265</c:v>
              </c:pt>
              <c:pt idx="12">
                <c:v>5.806451612903225</c:v>
              </c:pt>
              <c:pt idx="13">
                <c:v>5.82089552238806</c:v>
              </c:pt>
              <c:pt idx="14">
                <c:v>5.833333333333332</c:v>
              </c:pt>
              <c:pt idx="15">
                <c:v>5.844155844155844</c:v>
              </c:pt>
              <c:pt idx="16">
                <c:v>5.853658536585367</c:v>
              </c:pt>
              <c:pt idx="17">
                <c:v>5.862068965517241</c:v>
              </c:pt>
              <c:pt idx="18">
                <c:v>5.869565217391305</c:v>
              </c:pt>
              <c:pt idx="19">
                <c:v>5.876288659793814</c:v>
              </c:pt>
              <c:pt idx="20">
                <c:v>5.88235294117647</c:v>
              </c:pt>
            </c:numLit>
          </c:val>
          <c:smooth val="0"/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650">
                  <a:solidFill>
                    <a:srgbClr val="173042"/>
                  </a:solidFill>
                  <a:latin typeface="Arial Unicode MS"/>
                  <a:ea typeface="Arial Unicode MS"/>
                  <a:cs typeface="Arial Unicode MS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650">
                    <a:solidFill>
                      <a:srgbClr val="173042"/>
                    </a:solidFill>
                    <a:latin typeface="Arial Unicode MS"/>
                    <a:ea typeface="Arial Unicode MS"/>
                    <a:cs typeface="Arial Unicode MS"/>
                  </a:rPr>
                  <a:t>IL11⁺ 生產者比例 (%)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650">
                  <a:solidFill>
                    <a:srgbClr val="173042"/>
                  </a:solidFill>
                  <a:latin typeface="Arial Unicode MS"/>
                  <a:ea typeface="Arial Unicode MS"/>
                  <a:cs typeface="Arial Unicode MS"/>
                </a:defRPr>
              </a:pPr>
            </a:p>
          </c:txPr>
        </c:title>
        <c:numFmt formatCode="General"/>
        <c:majorTickMark val="none"/>
        <c:minorTickMark val="none"/>
        <c:tickLblPos val="low"/>
        <c:spPr>
          <a:ln xmlns:a="http://schemas.openxmlformats.org/drawingml/2006/main" w="9525">
            <a:solidFill>
              <a:srgbClr val="657580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</a:p>
        </c:txPr>
        <c:crossAx val="48672768"/>
      </c:catAx>
      <c:valAx>
        <c:axId val="48672768"/>
        <c:scaling>
          <c:orientation val="minMax"/>
          <c:max val="6"/>
          <c:min val="0"/>
        </c:scaling>
        <c:delete val="0"/>
        <c:axPos val="l"/>
        <c:majorGridlines>
          <c:spPr>
            <a:ln xmlns:a="http://schemas.openxmlformats.org/drawingml/2006/main" w="5715">
              <a:solidFill>
                <a:srgbClr val="E0E5E8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650">
                    <a:solidFill>
                      <a:srgbClr val="173042"/>
                    </a:solidFill>
                    <a:latin typeface="Arial Unicode MS"/>
                    <a:ea typeface="Arial Unicode MS"/>
                    <a:cs typeface="Arial Unicode MS"/>
                  </a:rPr>
                  <a:t>死亡率降低 (百分點)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650">
                  <a:solidFill>
                    <a:srgbClr val="173042"/>
                  </a:solidFill>
                  <a:latin typeface="Arial Unicode MS"/>
                  <a:ea typeface="Arial Unicode MS"/>
                  <a:cs typeface="Arial Unicode MS"/>
                </a:defRPr>
              </a:pPr>
            </a:p>
          </c:txPr>
        </c:title>
        <c:numFmt formatCode="#,##0"/>
        <c:majorTickMark val="none"/>
        <c:minorTickMark val="none"/>
        <c:spPr>
          <a:ln xmlns:a="http://schemas.openxmlformats.org/drawingml/2006/main" w="9525">
            <a:solidFill>
              <a:srgbClr val="657580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CFBF8"/>
        </a:solidFill>
        <a:ln xmlns:a="http://schemas.openxmlformats.org/drawingml/2006/main" w="0">
          <a:noFill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425">
              <a:solidFill>
                <a:srgbClr val="173042"/>
              </a:solidFill>
              <a:latin typeface="Arial Unicode MS"/>
              <a:ea typeface="Arial Unicode MS"/>
              <a:cs typeface="Arial Unicode MS"/>
            </a:defRPr>
          </a:pPr>
        </a:p>
      </c:txPr>
    </c:legend>
    <c:plotVisOnly val="1"/>
  </c:chart>
  <c:spPr>
    <a:solidFill xmlns:a="http://schemas.openxmlformats.org/drawingml/2006/main">
      <a:srgbClr val="FCFBF8"/>
    </a:solidFill>
    <a:ln xmlns:a="http://schemas.openxmlformats.org/drawingml/2006/main" w="0">
      <a:noFill/>
    </a:ln>
  </c:spPr>
</c:chartSpace>
</file>

<file path=ppt/slides/charts/chart12.xml><?xml version="1.0" encoding="utf-8"?>
<c:chartSpace xmlns:c="http://schemas.openxmlformats.org/drawingml/2006/chart">
  <c:lang val="en-US"/>
  <c:chart>
    <c:plotArea>
      <c:lineChart>
        <c:grouping val="standard"/>
        <c:varyColors val="0"/>
        <c:ser>
          <c:idx val="0"/>
          <c:order val="0"/>
          <c:tx>
            <c:v>共享死亡降低</c:v>
          </c:tx>
          <c:spPr>
            <a:solidFill xmlns:a="http://schemas.openxmlformats.org/drawingml/2006/main">
              <a:srgbClr val="236B8E"/>
            </a:solidFill>
            <a:ln xmlns:a="http://schemas.openxmlformats.org/drawingml/2006/main" w="28575">
              <a:solidFill>
                <a:srgbClr val="236B8E"/>
              </a:solidFill>
              <a:prstDash val="solid"/>
            </a:ln>
          </c:spPr>
          <c:marker>
            <c:symbol val="none"/>
          </c:marker>
          <c:cat>
            <c:numLit>
              <c:formatCode>General</c:formatCode>
              <c:ptCount val="21"/>
              <c:pt idx="0">
                <c:v>0</c:v>
              </c:pt>
              <c:pt idx="1">
                <c:v>0.5</c:v>
              </c:pt>
              <c:pt idx="2">
                <c:v>1</c:v>
              </c:pt>
              <c:pt idx="3">
                <c:v>1.5</c:v>
              </c:pt>
              <c:pt idx="4">
                <c:v>2</c:v>
              </c:pt>
              <c:pt idx="5">
                <c:v>2.5</c:v>
              </c:pt>
              <c:pt idx="6">
                <c:v>3</c:v>
              </c:pt>
              <c:pt idx="7">
                <c:v>3.5</c:v>
              </c:pt>
              <c:pt idx="8">
                <c:v>4</c:v>
              </c:pt>
              <c:pt idx="9">
                <c:v>4.5</c:v>
              </c:pt>
              <c:pt idx="10">
                <c:v>5</c:v>
              </c:pt>
              <c:pt idx="11">
                <c:v>5.5</c:v>
              </c:pt>
              <c:pt idx="12">
                <c:v>6</c:v>
              </c:pt>
              <c:pt idx="13">
                <c:v>6.5</c:v>
              </c:pt>
              <c:pt idx="14">
                <c:v>7</c:v>
              </c:pt>
              <c:pt idx="15">
                <c:v>7.5</c:v>
              </c:pt>
              <c:pt idx="16">
                <c:v>8</c:v>
              </c:pt>
              <c:pt idx="17">
                <c:v>8.5</c:v>
              </c:pt>
              <c:pt idx="18">
                <c:v>9</c:v>
              </c:pt>
              <c:pt idx="19">
                <c:v>9.5</c:v>
              </c:pt>
              <c:pt idx="20">
                <c:v>10</c:v>
              </c:pt>
            </c:numLit>
          </c:cat>
          <c:val>
            <c:numLit>
              <c:formatCode>#,##0</c:formatCode>
              <c:ptCount val="21"/>
              <c:pt idx="0">
                <c:v>0</c:v>
              </c:pt>
              <c:pt idx="1">
                <c:v>1.2</c:v>
              </c:pt>
              <c:pt idx="2">
                <c:v>2</c:v>
              </c:pt>
              <c:pt idx="3">
                <c:v>2.571428571428571</c:v>
              </c:pt>
              <c:pt idx="4">
                <c:v>3</c:v>
              </c:pt>
              <c:pt idx="5">
                <c:v>3.333333333333334</c:v>
              </c:pt>
              <c:pt idx="6">
                <c:v>3.5999999999999996</c:v>
              </c:pt>
              <c:pt idx="7">
                <c:v>3.818181818181818</c:v>
              </c:pt>
              <c:pt idx="8">
                <c:v>4</c:v>
              </c:pt>
              <c:pt idx="9">
                <c:v>4.153846153846154</c:v>
              </c:pt>
              <c:pt idx="10">
                <c:v>4.285714285714286</c:v>
              </c:pt>
              <c:pt idx="11">
                <c:v>4.4</c:v>
              </c:pt>
              <c:pt idx="12">
                <c:v>4.5</c:v>
              </c:pt>
              <c:pt idx="13">
                <c:v>4.588235294117647</c:v>
              </c:pt>
              <c:pt idx="14">
                <c:v>4.666666666666667</c:v>
              </c:pt>
              <c:pt idx="15">
                <c:v>4.7368421052631575</c:v>
              </c:pt>
              <c:pt idx="16">
                <c:v>4.8</c:v>
              </c:pt>
              <c:pt idx="17">
                <c:v>4.857142857142857</c:v>
              </c:pt>
              <c:pt idx="18">
                <c:v>4.909090909090909</c:v>
              </c:pt>
              <c:pt idx="19">
                <c:v>4.9565217391304355</c:v>
              </c:pt>
              <c:pt idx="20">
                <c:v>5</c:v>
              </c:pt>
            </c:numLit>
          </c:val>
          <c:smooth val="0"/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650">
                  <a:solidFill>
                    <a:srgbClr val="173042"/>
                  </a:solidFill>
                  <a:latin typeface="Arial Unicode MS"/>
                  <a:ea typeface="Arial Unicode MS"/>
                  <a:cs typeface="Arial Unicode MS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650">
                    <a:solidFill>
                      <a:srgbClr val="173042"/>
                    </a:solidFill>
                    <a:latin typeface="Arial Unicode MS"/>
                    <a:ea typeface="Arial Unicode MS"/>
                    <a:cs typeface="Arial Unicode MS"/>
                  </a:rPr>
                  <a:t>IL11⁺ 生產者比例 (%)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650">
                  <a:solidFill>
                    <a:srgbClr val="173042"/>
                  </a:solidFill>
                  <a:latin typeface="Arial Unicode MS"/>
                  <a:ea typeface="Arial Unicode MS"/>
                  <a:cs typeface="Arial Unicode MS"/>
                </a:defRPr>
              </a:pPr>
            </a:p>
          </c:txPr>
        </c:title>
        <c:numFmt formatCode="General"/>
        <c:majorTickMark val="none"/>
        <c:minorTickMark val="none"/>
        <c:tickLblPos val="low"/>
        <c:spPr>
          <a:ln xmlns:a="http://schemas.openxmlformats.org/drawingml/2006/main" w="9525">
            <a:solidFill>
              <a:srgbClr val="657580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</a:p>
        </c:txPr>
        <c:crossAx val="48672768"/>
      </c:catAx>
      <c:valAx>
        <c:axId val="48672768"/>
        <c:scaling>
          <c:orientation val="minMax"/>
          <c:max val="6"/>
          <c:min val="0"/>
        </c:scaling>
        <c:delete val="0"/>
        <c:axPos val="l"/>
        <c:majorGridlines>
          <c:spPr>
            <a:ln xmlns:a="http://schemas.openxmlformats.org/drawingml/2006/main" w="5715">
              <a:solidFill>
                <a:srgbClr val="E0E5E8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650">
                    <a:solidFill>
                      <a:srgbClr val="173042"/>
                    </a:solidFill>
                    <a:latin typeface="Arial Unicode MS"/>
                    <a:ea typeface="Arial Unicode MS"/>
                    <a:cs typeface="Arial Unicode MS"/>
                  </a:rPr>
                  <a:t>死亡率降低 (百分點)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650">
                  <a:solidFill>
                    <a:srgbClr val="173042"/>
                  </a:solidFill>
                  <a:latin typeface="Arial Unicode MS"/>
                  <a:ea typeface="Arial Unicode MS"/>
                  <a:cs typeface="Arial Unicode MS"/>
                </a:defRPr>
              </a:pPr>
            </a:p>
          </c:txPr>
        </c:title>
        <c:numFmt formatCode="#,##0"/>
        <c:majorTickMark val="none"/>
        <c:minorTickMark val="none"/>
        <c:spPr>
          <a:ln xmlns:a="http://schemas.openxmlformats.org/drawingml/2006/main" w="9525">
            <a:solidFill>
              <a:srgbClr val="657580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CFBF8"/>
        </a:solidFill>
        <a:ln xmlns:a="http://schemas.openxmlformats.org/drawingml/2006/main" w="0">
          <a:noFill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425">
              <a:solidFill>
                <a:srgbClr val="173042"/>
              </a:solidFill>
              <a:latin typeface="Arial Unicode MS"/>
              <a:ea typeface="Arial Unicode MS"/>
              <a:cs typeface="Arial Unicode MS"/>
            </a:defRPr>
          </a:pPr>
        </a:p>
      </c:txPr>
    </c:legend>
    <c:plotVisOnly val="1"/>
  </c:chart>
  <c:spPr>
    <a:solidFill xmlns:a="http://schemas.openxmlformats.org/drawingml/2006/main">
      <a:srgbClr val="FCFBF8"/>
    </a:solidFill>
    <a:ln xmlns:a="http://schemas.openxmlformats.org/drawingml/2006/main" w="0">
      <a:noFill/>
    </a:ln>
  </c:spPr>
</c:chartSpace>
</file>

<file path=ppt/slides/charts/chart13.xml><?xml version="1.0" encoding="utf-8"?>
<c:chartSpace xmlns:c="http://schemas.openxmlformats.org/drawingml/2006/chart">
  <c:lang val="en-US"/>
  <c:chart>
    <c:plotArea>
      <c:lineChart>
        <c:grouping val="standard"/>
        <c:varyColors val="0"/>
        <c:ser>
          <c:idx val="0"/>
          <c:order val="0"/>
          <c:tx>
            <c:v>OFF P10</c:v>
          </c:tx>
          <c:spPr>
            <a:solidFill xmlns:a="http://schemas.openxmlformats.org/drawingml/2006/main">
              <a:srgbClr val="236B8E"/>
            </a:solidFill>
            <a:ln xmlns:a="http://schemas.openxmlformats.org/drawingml/2006/main" w="12383">
              <a:solidFill>
                <a:srgbClr val="236B8E"/>
              </a:solidFill>
              <a:prstDash val="dash"/>
            </a:ln>
          </c:spPr>
          <c:marker>
            <c:symbol val="none"/>
          </c:marker>
          <c:cat>
            <c:numLit>
              <c:formatCode>General</c:formatCode>
              <c:ptCount val="19"/>
              <c:pt idx="0">
                <c:v>0</c:v>
              </c:pt>
              <c:pt idx="1">
                <c:v>1</c:v>
              </c:pt>
              <c:pt idx="2">
                <c:v>2</c:v>
              </c:pt>
              <c:pt idx="3">
                <c:v>3</c:v>
              </c:pt>
              <c:pt idx="4">
                <c:v>4</c:v>
              </c:pt>
              <c:pt idx="5">
                <c:v>5</c:v>
              </c:pt>
              <c:pt idx="6">
                <c:v>6</c:v>
              </c:pt>
              <c:pt idx="7">
                <c:v>7</c:v>
              </c:pt>
              <c:pt idx="8">
                <c:v>8</c:v>
              </c:pt>
              <c:pt idx="9">
                <c:v>9</c:v>
              </c:pt>
              <c:pt idx="10">
                <c:v>10</c:v>
              </c:pt>
              <c:pt idx="11">
                <c:v>11</c:v>
              </c:pt>
              <c:pt idx="12">
                <c:v>12</c:v>
              </c:pt>
              <c:pt idx="13">
                <c:v>13</c:v>
              </c:pt>
              <c:pt idx="14">
                <c:v>14</c:v>
              </c:pt>
              <c:pt idx="15">
                <c:v>15</c:v>
              </c:pt>
              <c:pt idx="16">
                <c:v>16</c:v>
              </c:pt>
              <c:pt idx="17">
                <c:v>17</c:v>
              </c:pt>
              <c:pt idx="18">
                <c:v>18</c:v>
              </c:pt>
            </c:numLit>
          </c:cat>
          <c:val>
            <c:numLit>
              <c:formatCode>#,##0</c:formatCode>
              <c:ptCount val="19"/>
              <c:pt idx="0">
                <c:v>100</c:v>
              </c:pt>
              <c:pt idx="1">
                <c:v>134.9</c:v>
              </c:pt>
              <c:pt idx="2">
                <c:v>191.6</c:v>
              </c:pt>
              <c:pt idx="3">
                <c:v>265.4</c:v>
              </c:pt>
              <c:pt idx="4">
                <c:v>376</c:v>
              </c:pt>
              <c:pt idx="5">
                <c:v>537.7</c:v>
              </c:pt>
              <c:pt idx="6">
                <c:v>748.7</c:v>
              </c:pt>
              <c:pt idx="7">
                <c:v>1105.3</c:v>
              </c:pt>
              <c:pt idx="8">
                <c:v>1576.9</c:v>
              </c:pt>
              <c:pt idx="9">
                <c:v>2254.3</c:v>
              </c:pt>
              <c:pt idx="10">
                <c:v>3185.4</c:v>
              </c:pt>
              <c:pt idx="11">
                <c:v>4623.6</c:v>
              </c:pt>
              <c:pt idx="12">
                <c:v>6591</c:v>
              </c:pt>
              <c:pt idx="13">
                <c:v>9501.3</c:v>
              </c:pt>
              <c:pt idx="14">
                <c:v>13846.6</c:v>
              </c:pt>
              <c:pt idx="15">
                <c:v>19974.5</c:v>
              </c:pt>
              <c:pt idx="16">
                <c:v>29159.3</c:v>
              </c:pt>
              <c:pt idx="17">
                <c:v>42647.3</c:v>
              </c:pt>
              <c:pt idx="18">
                <c:v>62907.3</c:v>
              </c:pt>
            </c:numLit>
          </c:val>
          <c:smooth val="0"/>
        </c:ser>
        <c:ser>
          <c:idx val="1"/>
          <c:order val="1"/>
          <c:tx>
            <c:v>OFF 中位</c:v>
          </c:tx>
          <c:spPr>
            <a:solidFill xmlns:a="http://schemas.openxmlformats.org/drawingml/2006/main">
              <a:srgbClr val="236B8E"/>
            </a:solidFill>
            <a:ln xmlns:a="http://schemas.openxmlformats.org/drawingml/2006/main" w="28575">
              <a:solidFill>
                <a:srgbClr val="236B8E"/>
              </a:solidFill>
              <a:prstDash val="solid"/>
            </a:ln>
          </c:spPr>
          <c:marker>
            <c:symbol val="none"/>
          </c:marker>
          <c:cat>
            <c:numLit>
              <c:formatCode>General</c:formatCode>
              <c:ptCount val="19"/>
              <c:pt idx="0">
                <c:v>0</c:v>
              </c:pt>
              <c:pt idx="1">
                <c:v>1</c:v>
              </c:pt>
              <c:pt idx="2">
                <c:v>2</c:v>
              </c:pt>
              <c:pt idx="3">
                <c:v>3</c:v>
              </c:pt>
              <c:pt idx="4">
                <c:v>4</c:v>
              </c:pt>
              <c:pt idx="5">
                <c:v>5</c:v>
              </c:pt>
              <c:pt idx="6">
                <c:v>6</c:v>
              </c:pt>
              <c:pt idx="7">
                <c:v>7</c:v>
              </c:pt>
              <c:pt idx="8">
                <c:v>8</c:v>
              </c:pt>
              <c:pt idx="9">
                <c:v>9</c:v>
              </c:pt>
              <c:pt idx="10">
                <c:v>10</c:v>
              </c:pt>
              <c:pt idx="11">
                <c:v>11</c:v>
              </c:pt>
              <c:pt idx="12">
                <c:v>12</c:v>
              </c:pt>
              <c:pt idx="13">
                <c:v>13</c:v>
              </c:pt>
              <c:pt idx="14">
                <c:v>14</c:v>
              </c:pt>
              <c:pt idx="15">
                <c:v>15</c:v>
              </c:pt>
              <c:pt idx="16">
                <c:v>16</c:v>
              </c:pt>
              <c:pt idx="17">
                <c:v>17</c:v>
              </c:pt>
              <c:pt idx="18">
                <c:v>18</c:v>
              </c:pt>
            </c:numLit>
          </c:cat>
          <c:val>
            <c:numLit>
              <c:formatCode>#,##0</c:formatCode>
              <c:ptCount val="19"/>
              <c:pt idx="0">
                <c:v>100</c:v>
              </c:pt>
              <c:pt idx="1">
                <c:v>143.5</c:v>
              </c:pt>
              <c:pt idx="2">
                <c:v>207.5</c:v>
              </c:pt>
              <c:pt idx="3">
                <c:v>288.5</c:v>
              </c:pt>
              <c:pt idx="4">
                <c:v>419</c:v>
              </c:pt>
              <c:pt idx="5">
                <c:v>584.5</c:v>
              </c:pt>
              <c:pt idx="6">
                <c:v>835</c:v>
              </c:pt>
              <c:pt idx="7">
                <c:v>1201.5</c:v>
              </c:pt>
              <c:pt idx="8">
                <c:v>1730.5</c:v>
              </c:pt>
              <c:pt idx="9">
                <c:v>2511</c:v>
              </c:pt>
              <c:pt idx="10">
                <c:v>3581.5</c:v>
              </c:pt>
              <c:pt idx="11">
                <c:v>5179.5</c:v>
              </c:pt>
              <c:pt idx="12">
                <c:v>7492.5</c:v>
              </c:pt>
              <c:pt idx="13">
                <c:v>10769.5</c:v>
              </c:pt>
              <c:pt idx="14">
                <c:v>15794.5</c:v>
              </c:pt>
              <c:pt idx="15">
                <c:v>23170</c:v>
              </c:pt>
              <c:pt idx="16">
                <c:v>34006.5</c:v>
              </c:pt>
              <c:pt idx="17">
                <c:v>49479</c:v>
              </c:pt>
              <c:pt idx="18">
                <c:v>72455.5</c:v>
              </c:pt>
            </c:numLit>
          </c:val>
          <c:smooth val="0"/>
        </c:ser>
        <c:ser>
          <c:idx val="2"/>
          <c:order val="2"/>
          <c:tx>
            <c:v>OFF P90</c:v>
          </c:tx>
          <c:spPr>
            <a:solidFill xmlns:a="http://schemas.openxmlformats.org/drawingml/2006/main">
              <a:srgbClr val="236B8E"/>
            </a:solidFill>
            <a:ln xmlns:a="http://schemas.openxmlformats.org/drawingml/2006/main" w="12383">
              <a:solidFill>
                <a:srgbClr val="236B8E"/>
              </a:solidFill>
              <a:prstDash val="dash"/>
            </a:ln>
          </c:spPr>
          <c:marker>
            <c:symbol val="none"/>
          </c:marker>
          <c:cat>
            <c:numLit>
              <c:formatCode>General</c:formatCode>
              <c:ptCount val="19"/>
              <c:pt idx="0">
                <c:v>0</c:v>
              </c:pt>
              <c:pt idx="1">
                <c:v>1</c:v>
              </c:pt>
              <c:pt idx="2">
                <c:v>2</c:v>
              </c:pt>
              <c:pt idx="3">
                <c:v>3</c:v>
              </c:pt>
              <c:pt idx="4">
                <c:v>4</c:v>
              </c:pt>
              <c:pt idx="5">
                <c:v>5</c:v>
              </c:pt>
              <c:pt idx="6">
                <c:v>6</c:v>
              </c:pt>
              <c:pt idx="7">
                <c:v>7</c:v>
              </c:pt>
              <c:pt idx="8">
                <c:v>8</c:v>
              </c:pt>
              <c:pt idx="9">
                <c:v>9</c:v>
              </c:pt>
              <c:pt idx="10">
                <c:v>10</c:v>
              </c:pt>
              <c:pt idx="11">
                <c:v>11</c:v>
              </c:pt>
              <c:pt idx="12">
                <c:v>12</c:v>
              </c:pt>
              <c:pt idx="13">
                <c:v>13</c:v>
              </c:pt>
              <c:pt idx="14">
                <c:v>14</c:v>
              </c:pt>
              <c:pt idx="15">
                <c:v>15</c:v>
              </c:pt>
              <c:pt idx="16">
                <c:v>16</c:v>
              </c:pt>
              <c:pt idx="17">
                <c:v>17</c:v>
              </c:pt>
              <c:pt idx="18">
                <c:v>18</c:v>
              </c:pt>
            </c:numLit>
          </c:cat>
          <c:val>
            <c:numLit>
              <c:formatCode>#,##0</c:formatCode>
              <c:ptCount val="19"/>
              <c:pt idx="0">
                <c:v>100</c:v>
              </c:pt>
              <c:pt idx="1">
                <c:v>154</c:v>
              </c:pt>
              <c:pt idx="2">
                <c:v>234.3</c:v>
              </c:pt>
              <c:pt idx="3">
                <c:v>334.20000000000005</c:v>
              </c:pt>
              <c:pt idx="4">
                <c:v>472.70000000000005</c:v>
              </c:pt>
              <c:pt idx="5">
                <c:v>711.7</c:v>
              </c:pt>
              <c:pt idx="6">
                <c:v>1034.4</c:v>
              </c:pt>
              <c:pt idx="7">
                <c:v>1483.8</c:v>
              </c:pt>
              <c:pt idx="8">
                <c:v>2129.7000000000003</c:v>
              </c:pt>
              <c:pt idx="9">
                <c:v>3048.8</c:v>
              </c:pt>
              <c:pt idx="10">
                <c:v>4479.900000000001</c:v>
              </c:pt>
              <c:pt idx="11">
                <c:v>6601.5</c:v>
              </c:pt>
              <c:pt idx="12">
                <c:v>9699.3</c:v>
              </c:pt>
              <c:pt idx="13">
                <c:v>14067.2</c:v>
              </c:pt>
              <c:pt idx="14">
                <c:v>20237.4</c:v>
              </c:pt>
              <c:pt idx="15">
                <c:v>29390</c:v>
              </c:pt>
              <c:pt idx="16">
                <c:v>42937.4</c:v>
              </c:pt>
              <c:pt idx="17">
                <c:v>63182.3</c:v>
              </c:pt>
              <c:pt idx="18">
                <c:v>97037.40000000001</c:v>
              </c:pt>
            </c:numLit>
          </c:val>
          <c:smooth val="0"/>
        </c:ser>
        <c:ser>
          <c:idx val="3"/>
          <c:order val="3"/>
          <c:tx>
            <c:v>ON P10</c:v>
          </c:tx>
          <c:spPr>
            <a:solidFill xmlns:a="http://schemas.openxmlformats.org/drawingml/2006/main">
              <a:srgbClr val="A74F3D"/>
            </a:solidFill>
            <a:ln xmlns:a="http://schemas.openxmlformats.org/drawingml/2006/main" w="12383">
              <a:solidFill>
                <a:srgbClr val="A74F3D"/>
              </a:solidFill>
              <a:prstDash val="dash"/>
            </a:ln>
          </c:spPr>
          <c:marker>
            <c:symbol val="none"/>
          </c:marker>
          <c:cat>
            <c:numLit>
              <c:formatCode>General</c:formatCode>
              <c:ptCount val="19"/>
              <c:pt idx="0">
                <c:v>0</c:v>
              </c:pt>
              <c:pt idx="1">
                <c:v>1</c:v>
              </c:pt>
              <c:pt idx="2">
                <c:v>2</c:v>
              </c:pt>
              <c:pt idx="3">
                <c:v>3</c:v>
              </c:pt>
              <c:pt idx="4">
                <c:v>4</c:v>
              </c:pt>
              <c:pt idx="5">
                <c:v>5</c:v>
              </c:pt>
              <c:pt idx="6">
                <c:v>6</c:v>
              </c:pt>
              <c:pt idx="7">
                <c:v>7</c:v>
              </c:pt>
              <c:pt idx="8">
                <c:v>8</c:v>
              </c:pt>
              <c:pt idx="9">
                <c:v>9</c:v>
              </c:pt>
              <c:pt idx="10">
                <c:v>10</c:v>
              </c:pt>
              <c:pt idx="11">
                <c:v>11</c:v>
              </c:pt>
              <c:pt idx="12">
                <c:v>12</c:v>
              </c:pt>
              <c:pt idx="13">
                <c:v>13</c:v>
              </c:pt>
              <c:pt idx="14">
                <c:v>14</c:v>
              </c:pt>
              <c:pt idx="15">
                <c:v>15</c:v>
              </c:pt>
              <c:pt idx="16">
                <c:v>16</c:v>
              </c:pt>
              <c:pt idx="17">
                <c:v>17</c:v>
              </c:pt>
              <c:pt idx="18">
                <c:v>18</c:v>
              </c:pt>
            </c:numLit>
          </c:cat>
          <c:val>
            <c:numLit>
              <c:formatCode>#,##0</c:formatCode>
              <c:ptCount val="19"/>
              <c:pt idx="0">
                <c:v>100</c:v>
              </c:pt>
              <c:pt idx="1">
                <c:v>134.9</c:v>
              </c:pt>
              <c:pt idx="2">
                <c:v>191.6</c:v>
              </c:pt>
              <c:pt idx="3">
                <c:v>268.7</c:v>
              </c:pt>
              <c:pt idx="4">
                <c:v>377</c:v>
              </c:pt>
              <c:pt idx="5">
                <c:v>539</c:v>
              </c:pt>
              <c:pt idx="6">
                <c:v>799</c:v>
              </c:pt>
              <c:pt idx="7">
                <c:v>1166.5</c:v>
              </c:pt>
              <c:pt idx="8">
                <c:v>1688.1000000000001</c:v>
              </c:pt>
              <c:pt idx="9">
                <c:v>2478.1</c:v>
              </c:pt>
              <c:pt idx="10">
                <c:v>3629.8</c:v>
              </c:pt>
              <c:pt idx="11">
                <c:v>5284.5</c:v>
              </c:pt>
              <c:pt idx="12">
                <c:v>7810</c:v>
              </c:pt>
              <c:pt idx="13">
                <c:v>11493.1</c:v>
              </c:pt>
              <c:pt idx="14">
                <c:v>17143.6</c:v>
              </c:pt>
              <c:pt idx="15">
                <c:v>25173.7</c:v>
              </c:pt>
              <c:pt idx="16">
                <c:v>37266.3</c:v>
              </c:pt>
              <c:pt idx="17">
                <c:v>55748.1</c:v>
              </c:pt>
              <c:pt idx="18">
                <c:v>83885.40000000001</c:v>
              </c:pt>
            </c:numLit>
          </c:val>
          <c:smooth val="0"/>
        </c:ser>
        <c:ser>
          <c:idx val="4"/>
          <c:order val="4"/>
          <c:tx>
            <c:v>ON 中位</c:v>
          </c:tx>
          <c:spPr>
            <a:solidFill xmlns:a="http://schemas.openxmlformats.org/drawingml/2006/main">
              <a:srgbClr val="A74F3D"/>
            </a:solidFill>
            <a:ln xmlns:a="http://schemas.openxmlformats.org/drawingml/2006/main" w="28575">
              <a:solidFill>
                <a:srgbClr val="A74F3D"/>
              </a:solidFill>
              <a:prstDash val="solid"/>
            </a:ln>
          </c:spPr>
          <c:marker>
            <c:symbol val="none"/>
          </c:marker>
          <c:cat>
            <c:numLit>
              <c:formatCode>General</c:formatCode>
              <c:ptCount val="19"/>
              <c:pt idx="0">
                <c:v>0</c:v>
              </c:pt>
              <c:pt idx="1">
                <c:v>1</c:v>
              </c:pt>
              <c:pt idx="2">
                <c:v>2</c:v>
              </c:pt>
              <c:pt idx="3">
                <c:v>3</c:v>
              </c:pt>
              <c:pt idx="4">
                <c:v>4</c:v>
              </c:pt>
              <c:pt idx="5">
                <c:v>5</c:v>
              </c:pt>
              <c:pt idx="6">
                <c:v>6</c:v>
              </c:pt>
              <c:pt idx="7">
                <c:v>7</c:v>
              </c:pt>
              <c:pt idx="8">
                <c:v>8</c:v>
              </c:pt>
              <c:pt idx="9">
                <c:v>9</c:v>
              </c:pt>
              <c:pt idx="10">
                <c:v>10</c:v>
              </c:pt>
              <c:pt idx="11">
                <c:v>11</c:v>
              </c:pt>
              <c:pt idx="12">
                <c:v>12</c:v>
              </c:pt>
              <c:pt idx="13">
                <c:v>13</c:v>
              </c:pt>
              <c:pt idx="14">
                <c:v>14</c:v>
              </c:pt>
              <c:pt idx="15">
                <c:v>15</c:v>
              </c:pt>
              <c:pt idx="16">
                <c:v>16</c:v>
              </c:pt>
              <c:pt idx="17">
                <c:v>17</c:v>
              </c:pt>
              <c:pt idx="18">
                <c:v>18</c:v>
              </c:pt>
            </c:numLit>
          </c:cat>
          <c:val>
            <c:numLit>
              <c:formatCode>#,##0</c:formatCode>
              <c:ptCount val="19"/>
              <c:pt idx="0">
                <c:v>100</c:v>
              </c:pt>
              <c:pt idx="1">
                <c:v>143.5</c:v>
              </c:pt>
              <c:pt idx="2">
                <c:v>207.5</c:v>
              </c:pt>
              <c:pt idx="3">
                <c:v>294</c:v>
              </c:pt>
              <c:pt idx="4">
                <c:v>442.5</c:v>
              </c:pt>
              <c:pt idx="5">
                <c:v>637.5</c:v>
              </c:pt>
              <c:pt idx="6">
                <c:v>932</c:v>
              </c:pt>
              <c:pt idx="7">
                <c:v>1359</c:v>
              </c:pt>
              <c:pt idx="8">
                <c:v>1990.5</c:v>
              </c:pt>
              <c:pt idx="9">
                <c:v>2979</c:v>
              </c:pt>
              <c:pt idx="10">
                <c:v>4372.5</c:v>
              </c:pt>
              <c:pt idx="11">
                <c:v>6525.5</c:v>
              </c:pt>
              <c:pt idx="12">
                <c:v>9641.5</c:v>
              </c:pt>
              <c:pt idx="13">
                <c:v>14302.5</c:v>
              </c:pt>
              <c:pt idx="14">
                <c:v>21330.5</c:v>
              </c:pt>
              <c:pt idx="15">
                <c:v>32134.5</c:v>
              </c:pt>
              <c:pt idx="16">
                <c:v>48106</c:v>
              </c:pt>
              <c:pt idx="17">
                <c:v>72365.5</c:v>
              </c:pt>
              <c:pt idx="18">
                <c:v>110469.5</c:v>
              </c:pt>
            </c:numLit>
          </c:val>
          <c:smooth val="0"/>
        </c:ser>
        <c:ser>
          <c:idx val="5"/>
          <c:order val="5"/>
          <c:tx>
            <c:v>ON P90</c:v>
          </c:tx>
          <c:spPr>
            <a:solidFill xmlns:a="http://schemas.openxmlformats.org/drawingml/2006/main">
              <a:srgbClr val="A74F3D"/>
            </a:solidFill>
            <a:ln xmlns:a="http://schemas.openxmlformats.org/drawingml/2006/main" w="12383">
              <a:solidFill>
                <a:srgbClr val="A74F3D"/>
              </a:solidFill>
              <a:prstDash val="dash"/>
            </a:ln>
          </c:spPr>
          <c:marker>
            <c:symbol val="none"/>
          </c:marker>
          <c:cat>
            <c:numLit>
              <c:formatCode>General</c:formatCode>
              <c:ptCount val="19"/>
              <c:pt idx="0">
                <c:v>0</c:v>
              </c:pt>
              <c:pt idx="1">
                <c:v>1</c:v>
              </c:pt>
              <c:pt idx="2">
                <c:v>2</c:v>
              </c:pt>
              <c:pt idx="3">
                <c:v>3</c:v>
              </c:pt>
              <c:pt idx="4">
                <c:v>4</c:v>
              </c:pt>
              <c:pt idx="5">
                <c:v>5</c:v>
              </c:pt>
              <c:pt idx="6">
                <c:v>6</c:v>
              </c:pt>
              <c:pt idx="7">
                <c:v>7</c:v>
              </c:pt>
              <c:pt idx="8">
                <c:v>8</c:v>
              </c:pt>
              <c:pt idx="9">
                <c:v>9</c:v>
              </c:pt>
              <c:pt idx="10">
                <c:v>10</c:v>
              </c:pt>
              <c:pt idx="11">
                <c:v>11</c:v>
              </c:pt>
              <c:pt idx="12">
                <c:v>12</c:v>
              </c:pt>
              <c:pt idx="13">
                <c:v>13</c:v>
              </c:pt>
              <c:pt idx="14">
                <c:v>14</c:v>
              </c:pt>
              <c:pt idx="15">
                <c:v>15</c:v>
              </c:pt>
              <c:pt idx="16">
                <c:v>16</c:v>
              </c:pt>
              <c:pt idx="17">
                <c:v>17</c:v>
              </c:pt>
              <c:pt idx="18">
                <c:v>18</c:v>
              </c:pt>
            </c:numLit>
          </c:cat>
          <c:val>
            <c:numLit>
              <c:formatCode>#,##0</c:formatCode>
              <c:ptCount val="19"/>
              <c:pt idx="0">
                <c:v>100</c:v>
              </c:pt>
              <c:pt idx="1">
                <c:v>154</c:v>
              </c:pt>
              <c:pt idx="2">
                <c:v>234.3</c:v>
              </c:pt>
              <c:pt idx="3">
                <c:v>353.1</c:v>
              </c:pt>
              <c:pt idx="4">
                <c:v>514.1</c:v>
              </c:pt>
              <c:pt idx="5">
                <c:v>736.8</c:v>
              </c:pt>
              <c:pt idx="6">
                <c:v>1071.5</c:v>
              </c:pt>
              <c:pt idx="7">
                <c:v>1596.4</c:v>
              </c:pt>
              <c:pt idx="8">
                <c:v>2361.4</c:v>
              </c:pt>
              <c:pt idx="9">
                <c:v>3540.1</c:v>
              </c:pt>
              <c:pt idx="10">
                <c:v>5305.5</c:v>
              </c:pt>
              <c:pt idx="11">
                <c:v>7830.900000000001</c:v>
              </c:pt>
              <c:pt idx="12">
                <c:v>11773.7</c:v>
              </c:pt>
              <c:pt idx="13">
                <c:v>17851.6</c:v>
              </c:pt>
              <c:pt idx="14">
                <c:v>27025.9</c:v>
              </c:pt>
              <c:pt idx="15">
                <c:v>41417.3</c:v>
              </c:pt>
              <c:pt idx="16">
                <c:v>63852.100000000006</c:v>
              </c:pt>
              <c:pt idx="17">
                <c:v>98646.90000000001</c:v>
              </c:pt>
              <c:pt idx="18">
                <c:v>153289.30000000002</c:v>
              </c:pt>
            </c:numLit>
          </c:val>
          <c:smooth val="0"/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650">
                  <a:solidFill>
                    <a:srgbClr val="173042"/>
                  </a:solidFill>
                  <a:latin typeface="Arial Unicode MS"/>
                  <a:ea typeface="Arial Unicode MS"/>
                  <a:cs typeface="Arial Unicode MS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650">
                    <a:solidFill>
                      <a:srgbClr val="173042"/>
                    </a:solidFill>
                    <a:latin typeface="Arial Unicode MS"/>
                    <a:ea typeface="Arial Unicode MS"/>
                    <a:cs typeface="Arial Unicode MS"/>
                  </a:rPr>
                  <a:t>世代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650">
                  <a:solidFill>
                    <a:srgbClr val="173042"/>
                  </a:solidFill>
                  <a:latin typeface="Arial Unicode MS"/>
                  <a:ea typeface="Arial Unicode MS"/>
                  <a:cs typeface="Arial Unicode MS"/>
                </a:defRPr>
              </a:pPr>
            </a:p>
          </c:txPr>
        </c:title>
        <c:numFmt formatCode="General"/>
        <c:majorTickMark val="none"/>
        <c:minorTickMark val="none"/>
        <c:tickLblPos val="low"/>
        <c:spPr>
          <a:ln xmlns:a="http://schemas.openxmlformats.org/drawingml/2006/main" w="9525">
            <a:solidFill>
              <a:srgbClr val="657580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</a:p>
        </c:txPr>
        <c:crossAx val="48672768"/>
      </c:catAx>
      <c:valAx>
        <c:axId val="48672768"/>
        <c:scaling>
          <c:orientation val="minMax"/>
          <c:max val="180000"/>
          <c:min val="0"/>
        </c:scaling>
        <c:delete val="0"/>
        <c:axPos val="l"/>
        <c:majorGridlines>
          <c:spPr>
            <a:ln xmlns:a="http://schemas.openxmlformats.org/drawingml/2006/main" w="5715">
              <a:solidFill>
                <a:srgbClr val="E0E5E8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650">
                    <a:solidFill>
                      <a:srgbClr val="173042"/>
                    </a:solidFill>
                    <a:latin typeface="Arial Unicode MS"/>
                    <a:ea typeface="Arial Unicode MS"/>
                    <a:cs typeface="Arial Unicode MS"/>
                  </a:rPr>
                  <a:t>細胞數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650">
                  <a:solidFill>
                    <a:srgbClr val="173042"/>
                  </a:solidFill>
                  <a:latin typeface="Arial Unicode MS"/>
                  <a:ea typeface="Arial Unicode MS"/>
                  <a:cs typeface="Arial Unicode MS"/>
                </a:defRPr>
              </a:pPr>
            </a:p>
          </c:txPr>
        </c:title>
        <c:numFmt formatCode="#,##0"/>
        <c:majorTickMark val="none"/>
        <c:minorTickMark val="none"/>
        <c:spPr>
          <a:ln xmlns:a="http://schemas.openxmlformats.org/drawingml/2006/main" w="9525">
            <a:solidFill>
              <a:srgbClr val="657580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CFBF8"/>
        </a:solidFill>
        <a:ln xmlns:a="http://schemas.openxmlformats.org/drawingml/2006/main" w="0">
          <a:noFill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425">
              <a:solidFill>
                <a:srgbClr val="173042"/>
              </a:solidFill>
              <a:latin typeface="Arial Unicode MS"/>
              <a:ea typeface="Arial Unicode MS"/>
              <a:cs typeface="Arial Unicode MS"/>
            </a:defRPr>
          </a:pPr>
        </a:p>
      </c:txPr>
    </c:legend>
    <c:plotVisOnly val="1"/>
  </c:chart>
  <c:spPr>
    <a:solidFill xmlns:a="http://schemas.openxmlformats.org/drawingml/2006/main">
      <a:srgbClr val="FCFBF8"/>
    </a:solidFill>
    <a:ln xmlns:a="http://schemas.openxmlformats.org/drawingml/2006/main" w="0">
      <a:noFill/>
    </a:ln>
  </c:spPr>
</c:chartSpace>
</file>

<file path=ppt/slides/charts/chart14.xml><?xml version="1.0" encoding="utf-8"?>
<c:chartSpace xmlns:c="http://schemas.openxmlformats.org/drawingml/2006/chart">
  <c:lang val="en-US"/>
  <c:chart>
    <c:plotArea>
      <c:lineChart>
        <c:grouping val="standard"/>
        <c:varyColors val="0"/>
        <c:ser>
          <c:idx val="0"/>
          <c:order val="0"/>
          <c:tx>
            <c:v>OFF P10</c:v>
          </c:tx>
          <c:spPr>
            <a:solidFill xmlns:a="http://schemas.openxmlformats.org/drawingml/2006/main">
              <a:srgbClr val="236B8E"/>
            </a:solidFill>
            <a:ln xmlns:a="http://schemas.openxmlformats.org/drawingml/2006/main" w="12383">
              <a:solidFill>
                <a:srgbClr val="236B8E"/>
              </a:solidFill>
              <a:prstDash val="dash"/>
            </a:ln>
          </c:spPr>
          <c:marker>
            <c:symbol val="none"/>
          </c:marker>
          <c:cat>
            <c:numLit>
              <c:formatCode>General</c:formatCode>
              <c:ptCount val="19"/>
              <c:pt idx="0">
                <c:v>0</c:v>
              </c:pt>
              <c:pt idx="1">
                <c:v>1</c:v>
              </c:pt>
              <c:pt idx="2">
                <c:v>2</c:v>
              </c:pt>
              <c:pt idx="3">
                <c:v>3</c:v>
              </c:pt>
              <c:pt idx="4">
                <c:v>4</c:v>
              </c:pt>
              <c:pt idx="5">
                <c:v>5</c:v>
              </c:pt>
              <c:pt idx="6">
                <c:v>6</c:v>
              </c:pt>
              <c:pt idx="7">
                <c:v>7</c:v>
              </c:pt>
              <c:pt idx="8">
                <c:v>8</c:v>
              </c:pt>
              <c:pt idx="9">
                <c:v>9</c:v>
              </c:pt>
              <c:pt idx="10">
                <c:v>10</c:v>
              </c:pt>
              <c:pt idx="11">
                <c:v>11</c:v>
              </c:pt>
              <c:pt idx="12">
                <c:v>12</c:v>
              </c:pt>
              <c:pt idx="13">
                <c:v>13</c:v>
              </c:pt>
              <c:pt idx="14">
                <c:v>14</c:v>
              </c:pt>
              <c:pt idx="15">
                <c:v>15</c:v>
              </c:pt>
              <c:pt idx="16">
                <c:v>16</c:v>
              </c:pt>
              <c:pt idx="17">
                <c:v>17</c:v>
              </c:pt>
              <c:pt idx="18">
                <c:v>18</c:v>
              </c:pt>
            </c:numLit>
          </c:cat>
          <c:val>
            <c:numLit>
              <c:formatCode>0.0</c:formatCode>
              <c:ptCount val="19"/>
              <c:pt idx="0">
                <c:v>0</c:v>
              </c:pt>
              <c:pt idx="1">
                <c:v>0</c:v>
              </c:pt>
              <c:pt idx="2">
                <c:v>0</c:v>
              </c:pt>
              <c:pt idx="3">
                <c:v>0</c:v>
              </c:pt>
              <c:pt idx="4">
                <c:v>0</c:v>
              </c:pt>
              <c:pt idx="5">
                <c:v>0</c:v>
              </c:pt>
              <c:pt idx="6">
                <c:v>0</c:v>
              </c:pt>
              <c:pt idx="7">
                <c:v>0</c:v>
              </c:pt>
              <c:pt idx="8">
                <c:v>0</c:v>
              </c:pt>
              <c:pt idx="9">
                <c:v>0</c:v>
              </c:pt>
              <c:pt idx="10">
                <c:v>0</c:v>
              </c:pt>
              <c:pt idx="11">
                <c:v>0</c:v>
              </c:pt>
              <c:pt idx="12">
                <c:v>0</c:v>
              </c:pt>
              <c:pt idx="13">
                <c:v>0</c:v>
              </c:pt>
              <c:pt idx="14">
                <c:v>0</c:v>
              </c:pt>
              <c:pt idx="15">
                <c:v>0</c:v>
              </c:pt>
              <c:pt idx="16">
                <c:v>0</c:v>
              </c:pt>
              <c:pt idx="17">
                <c:v>0</c:v>
              </c:pt>
              <c:pt idx="18">
                <c:v>0</c:v>
              </c:pt>
            </c:numLit>
          </c:val>
          <c:smooth val="0"/>
        </c:ser>
        <c:ser>
          <c:idx val="1"/>
          <c:order val="1"/>
          <c:tx>
            <c:v>OFF 中位</c:v>
          </c:tx>
          <c:spPr>
            <a:solidFill xmlns:a="http://schemas.openxmlformats.org/drawingml/2006/main">
              <a:srgbClr val="236B8E"/>
            </a:solidFill>
            <a:ln xmlns:a="http://schemas.openxmlformats.org/drawingml/2006/main" w="28575">
              <a:solidFill>
                <a:srgbClr val="236B8E"/>
              </a:solidFill>
              <a:prstDash val="solid"/>
            </a:ln>
          </c:spPr>
          <c:marker>
            <c:symbol val="none"/>
          </c:marker>
          <c:cat>
            <c:numLit>
              <c:formatCode>General</c:formatCode>
              <c:ptCount val="19"/>
              <c:pt idx="0">
                <c:v>0</c:v>
              </c:pt>
              <c:pt idx="1">
                <c:v>1</c:v>
              </c:pt>
              <c:pt idx="2">
                <c:v>2</c:v>
              </c:pt>
              <c:pt idx="3">
                <c:v>3</c:v>
              </c:pt>
              <c:pt idx="4">
                <c:v>4</c:v>
              </c:pt>
              <c:pt idx="5">
                <c:v>5</c:v>
              </c:pt>
              <c:pt idx="6">
                <c:v>6</c:v>
              </c:pt>
              <c:pt idx="7">
                <c:v>7</c:v>
              </c:pt>
              <c:pt idx="8">
                <c:v>8</c:v>
              </c:pt>
              <c:pt idx="9">
                <c:v>9</c:v>
              </c:pt>
              <c:pt idx="10">
                <c:v>10</c:v>
              </c:pt>
              <c:pt idx="11">
                <c:v>11</c:v>
              </c:pt>
              <c:pt idx="12">
                <c:v>12</c:v>
              </c:pt>
              <c:pt idx="13">
                <c:v>13</c:v>
              </c:pt>
              <c:pt idx="14">
                <c:v>14</c:v>
              </c:pt>
              <c:pt idx="15">
                <c:v>15</c:v>
              </c:pt>
              <c:pt idx="16">
                <c:v>16</c:v>
              </c:pt>
              <c:pt idx="17">
                <c:v>17</c:v>
              </c:pt>
              <c:pt idx="18">
                <c:v>18</c:v>
              </c:pt>
            </c:numLit>
          </c:cat>
          <c:val>
            <c:numLit>
              <c:formatCode>0.0</c:formatCode>
              <c:ptCount val="19"/>
              <c:pt idx="0">
                <c:v>0</c:v>
              </c:pt>
              <c:pt idx="1">
                <c:v>0</c:v>
              </c:pt>
              <c:pt idx="2">
                <c:v>0</c:v>
              </c:pt>
              <c:pt idx="3">
                <c:v>0</c:v>
              </c:pt>
              <c:pt idx="4">
                <c:v>0</c:v>
              </c:pt>
              <c:pt idx="5">
                <c:v>0</c:v>
              </c:pt>
              <c:pt idx="6">
                <c:v>0</c:v>
              </c:pt>
              <c:pt idx="7">
                <c:v>0</c:v>
              </c:pt>
              <c:pt idx="8">
                <c:v>0</c:v>
              </c:pt>
              <c:pt idx="9">
                <c:v>0</c:v>
              </c:pt>
              <c:pt idx="10">
                <c:v>0</c:v>
              </c:pt>
              <c:pt idx="11">
                <c:v>0</c:v>
              </c:pt>
              <c:pt idx="12">
                <c:v>0</c:v>
              </c:pt>
              <c:pt idx="13">
                <c:v>0</c:v>
              </c:pt>
              <c:pt idx="14">
                <c:v>0</c:v>
              </c:pt>
              <c:pt idx="15">
                <c:v>0</c:v>
              </c:pt>
              <c:pt idx="16">
                <c:v>0</c:v>
              </c:pt>
              <c:pt idx="17">
                <c:v>0</c:v>
              </c:pt>
              <c:pt idx="18">
                <c:v>0</c:v>
              </c:pt>
            </c:numLit>
          </c:val>
          <c:smooth val="0"/>
        </c:ser>
        <c:ser>
          <c:idx val="2"/>
          <c:order val="2"/>
          <c:tx>
            <c:v>OFF P90</c:v>
          </c:tx>
          <c:spPr>
            <a:solidFill xmlns:a="http://schemas.openxmlformats.org/drawingml/2006/main">
              <a:srgbClr val="236B8E"/>
            </a:solidFill>
            <a:ln xmlns:a="http://schemas.openxmlformats.org/drawingml/2006/main" w="12383">
              <a:solidFill>
                <a:srgbClr val="236B8E"/>
              </a:solidFill>
              <a:prstDash val="dash"/>
            </a:ln>
          </c:spPr>
          <c:marker>
            <c:symbol val="none"/>
          </c:marker>
          <c:cat>
            <c:numLit>
              <c:formatCode>General</c:formatCode>
              <c:ptCount val="19"/>
              <c:pt idx="0">
                <c:v>0</c:v>
              </c:pt>
              <c:pt idx="1">
                <c:v>1</c:v>
              </c:pt>
              <c:pt idx="2">
                <c:v>2</c:v>
              </c:pt>
              <c:pt idx="3">
                <c:v>3</c:v>
              </c:pt>
              <c:pt idx="4">
                <c:v>4</c:v>
              </c:pt>
              <c:pt idx="5">
                <c:v>5</c:v>
              </c:pt>
              <c:pt idx="6">
                <c:v>6</c:v>
              </c:pt>
              <c:pt idx="7">
                <c:v>7</c:v>
              </c:pt>
              <c:pt idx="8">
                <c:v>8</c:v>
              </c:pt>
              <c:pt idx="9">
                <c:v>9</c:v>
              </c:pt>
              <c:pt idx="10">
                <c:v>10</c:v>
              </c:pt>
              <c:pt idx="11">
                <c:v>11</c:v>
              </c:pt>
              <c:pt idx="12">
                <c:v>12</c:v>
              </c:pt>
              <c:pt idx="13">
                <c:v>13</c:v>
              </c:pt>
              <c:pt idx="14">
                <c:v>14</c:v>
              </c:pt>
              <c:pt idx="15">
                <c:v>15</c:v>
              </c:pt>
              <c:pt idx="16">
                <c:v>16</c:v>
              </c:pt>
              <c:pt idx="17">
                <c:v>17</c:v>
              </c:pt>
              <c:pt idx="18">
                <c:v>18</c:v>
              </c:pt>
            </c:numLit>
          </c:cat>
          <c:val>
            <c:numLit>
              <c:formatCode>0.0</c:formatCode>
              <c:ptCount val="19"/>
              <c:pt idx="0">
                <c:v>0</c:v>
              </c:pt>
              <c:pt idx="1">
                <c:v>0</c:v>
              </c:pt>
              <c:pt idx="2">
                <c:v>0</c:v>
              </c:pt>
              <c:pt idx="3">
                <c:v>0</c:v>
              </c:pt>
              <c:pt idx="4">
                <c:v>0</c:v>
              </c:pt>
              <c:pt idx="5">
                <c:v>0</c:v>
              </c:pt>
              <c:pt idx="6">
                <c:v>0</c:v>
              </c:pt>
              <c:pt idx="7">
                <c:v>0</c:v>
              </c:pt>
              <c:pt idx="8">
                <c:v>0</c:v>
              </c:pt>
              <c:pt idx="9">
                <c:v>0</c:v>
              </c:pt>
              <c:pt idx="10">
                <c:v>0</c:v>
              </c:pt>
              <c:pt idx="11">
                <c:v>0</c:v>
              </c:pt>
              <c:pt idx="12">
                <c:v>0</c:v>
              </c:pt>
              <c:pt idx="13">
                <c:v>0</c:v>
              </c:pt>
              <c:pt idx="14">
                <c:v>0</c:v>
              </c:pt>
              <c:pt idx="15">
                <c:v>0</c:v>
              </c:pt>
              <c:pt idx="16">
                <c:v>0</c:v>
              </c:pt>
              <c:pt idx="17">
                <c:v>0</c:v>
              </c:pt>
              <c:pt idx="18">
                <c:v>0</c:v>
              </c:pt>
            </c:numLit>
          </c:val>
          <c:smooth val="0"/>
        </c:ser>
        <c:ser>
          <c:idx val="3"/>
          <c:order val="3"/>
          <c:tx>
            <c:v>ON P10</c:v>
          </c:tx>
          <c:spPr>
            <a:solidFill xmlns:a="http://schemas.openxmlformats.org/drawingml/2006/main">
              <a:srgbClr val="A74F3D"/>
            </a:solidFill>
            <a:ln xmlns:a="http://schemas.openxmlformats.org/drawingml/2006/main" w="12383">
              <a:solidFill>
                <a:srgbClr val="A74F3D"/>
              </a:solidFill>
              <a:prstDash val="dash"/>
            </a:ln>
          </c:spPr>
          <c:marker>
            <c:symbol val="none"/>
          </c:marker>
          <c:cat>
            <c:numLit>
              <c:formatCode>General</c:formatCode>
              <c:ptCount val="19"/>
              <c:pt idx="0">
                <c:v>0</c:v>
              </c:pt>
              <c:pt idx="1">
                <c:v>1</c:v>
              </c:pt>
              <c:pt idx="2">
                <c:v>2</c:v>
              </c:pt>
              <c:pt idx="3">
                <c:v>3</c:v>
              </c:pt>
              <c:pt idx="4">
                <c:v>4</c:v>
              </c:pt>
              <c:pt idx="5">
                <c:v>5</c:v>
              </c:pt>
              <c:pt idx="6">
                <c:v>6</c:v>
              </c:pt>
              <c:pt idx="7">
                <c:v>7</c:v>
              </c:pt>
              <c:pt idx="8">
                <c:v>8</c:v>
              </c:pt>
              <c:pt idx="9">
                <c:v>9</c:v>
              </c:pt>
              <c:pt idx="10">
                <c:v>10</c:v>
              </c:pt>
              <c:pt idx="11">
                <c:v>11</c:v>
              </c:pt>
              <c:pt idx="12">
                <c:v>12</c:v>
              </c:pt>
              <c:pt idx="13">
                <c:v>13</c:v>
              </c:pt>
              <c:pt idx="14">
                <c:v>14</c:v>
              </c:pt>
              <c:pt idx="15">
                <c:v>15</c:v>
              </c:pt>
              <c:pt idx="16">
                <c:v>16</c:v>
              </c:pt>
              <c:pt idx="17">
                <c:v>17</c:v>
              </c:pt>
              <c:pt idx="18">
                <c:v>18</c:v>
              </c:pt>
            </c:numLit>
          </c:cat>
          <c:val>
            <c:numLit>
              <c:formatCode>0.0</c:formatCode>
              <c:ptCount val="19"/>
              <c:pt idx="0">
                <c:v>0</c:v>
              </c:pt>
              <c:pt idx="1">
                <c:v>0</c:v>
              </c:pt>
              <c:pt idx="2">
                <c:v>0</c:v>
              </c:pt>
              <c:pt idx="3">
                <c:v>0</c:v>
              </c:pt>
              <c:pt idx="4">
                <c:v>0</c:v>
              </c:pt>
              <c:pt idx="5">
                <c:v>0</c:v>
              </c:pt>
              <c:pt idx="6">
                <c:v>0</c:v>
              </c:pt>
              <c:pt idx="7">
                <c:v>0.08315287358034826</c:v>
              </c:pt>
              <c:pt idx="8">
                <c:v>0.1839621764259781</c:v>
              </c:pt>
              <c:pt idx="9">
                <c:v>0.31306599715322736</c:v>
              </c:pt>
              <c:pt idx="10">
                <c:v>0.3424138369139368</c:v>
              </c:pt>
              <c:pt idx="11">
                <c:v>0.4849752048926135</c:v>
              </c:pt>
              <c:pt idx="12">
                <c:v>0.4814625790975933</c:v>
              </c:pt>
              <c:pt idx="13">
                <c:v>0.6116455492796693</c:v>
              </c:pt>
              <c:pt idx="14">
                <c:v>0.744482569653181</c:v>
              </c:pt>
              <c:pt idx="15">
                <c:v>0.8391446977552116</c:v>
              </c:pt>
              <c:pt idx="16">
                <c:v>0.9056646287583244</c:v>
              </c:pt>
              <c:pt idx="17">
                <c:v>0.9504783629431804</c:v>
              </c:pt>
              <c:pt idx="18">
                <c:v>1.0566642793789618</c:v>
              </c:pt>
            </c:numLit>
          </c:val>
          <c:smooth val="0"/>
        </c:ser>
        <c:ser>
          <c:idx val="4"/>
          <c:order val="4"/>
          <c:tx>
            <c:v>ON 中位</c:v>
          </c:tx>
          <c:spPr>
            <a:solidFill xmlns:a="http://schemas.openxmlformats.org/drawingml/2006/main">
              <a:srgbClr val="A74F3D"/>
            </a:solidFill>
            <a:ln xmlns:a="http://schemas.openxmlformats.org/drawingml/2006/main" w="28575">
              <a:solidFill>
                <a:srgbClr val="A74F3D"/>
              </a:solidFill>
              <a:prstDash val="solid"/>
            </a:ln>
          </c:spPr>
          <c:marker>
            <c:symbol val="none"/>
          </c:marker>
          <c:cat>
            <c:numLit>
              <c:formatCode>General</c:formatCode>
              <c:ptCount val="19"/>
              <c:pt idx="0">
                <c:v>0</c:v>
              </c:pt>
              <c:pt idx="1">
                <c:v>1</c:v>
              </c:pt>
              <c:pt idx="2">
                <c:v>2</c:v>
              </c:pt>
              <c:pt idx="3">
                <c:v>3</c:v>
              </c:pt>
              <c:pt idx="4">
                <c:v>4</c:v>
              </c:pt>
              <c:pt idx="5">
                <c:v>5</c:v>
              </c:pt>
              <c:pt idx="6">
                <c:v>6</c:v>
              </c:pt>
              <c:pt idx="7">
                <c:v>7</c:v>
              </c:pt>
              <c:pt idx="8">
                <c:v>8</c:v>
              </c:pt>
              <c:pt idx="9">
                <c:v>9</c:v>
              </c:pt>
              <c:pt idx="10">
                <c:v>10</c:v>
              </c:pt>
              <c:pt idx="11">
                <c:v>11</c:v>
              </c:pt>
              <c:pt idx="12">
                <c:v>12</c:v>
              </c:pt>
              <c:pt idx="13">
                <c:v>13</c:v>
              </c:pt>
              <c:pt idx="14">
                <c:v>14</c:v>
              </c:pt>
              <c:pt idx="15">
                <c:v>15</c:v>
              </c:pt>
              <c:pt idx="16">
                <c:v>16</c:v>
              </c:pt>
              <c:pt idx="17">
                <c:v>17</c:v>
              </c:pt>
              <c:pt idx="18">
                <c:v>18</c:v>
              </c:pt>
            </c:numLit>
          </c:cat>
          <c:val>
            <c:numLit>
              <c:formatCode>0.0</c:formatCode>
              <c:ptCount val="19"/>
              <c:pt idx="0">
                <c:v>0</c:v>
              </c:pt>
              <c:pt idx="1">
                <c:v>0</c:v>
              </c:pt>
              <c:pt idx="2">
                <c:v>0</c:v>
              </c:pt>
              <c:pt idx="3">
                <c:v>0.1404494382022472</c:v>
              </c:pt>
              <c:pt idx="4">
                <c:v>0.4223114602179957</c:v>
              </c:pt>
              <c:pt idx="5">
                <c:v>0.5837243100864975</c:v>
              </c:pt>
              <c:pt idx="6">
                <c:v>0.5567728614592964</c:v>
              </c:pt>
              <c:pt idx="7">
                <c:v>0.6534008344833053</c:v>
              </c:pt>
              <c:pt idx="8">
                <c:v>0.6977386713557757</c:v>
              </c:pt>
              <c:pt idx="9">
                <c:v>0.785082189174056</c:v>
              </c:pt>
              <c:pt idx="10">
                <c:v>0.9409743821303281</c:v>
              </c:pt>
              <c:pt idx="11">
                <c:v>0.9948562724812884</c:v>
              </c:pt>
              <c:pt idx="12">
                <c:v>1.0764569789314453</c:v>
              </c:pt>
              <c:pt idx="13">
                <c:v>1.1673422563898512</c:v>
              </c:pt>
              <c:pt idx="14">
                <c:v>1.2495474348802278</c:v>
              </c:pt>
              <c:pt idx="15">
                <c:v>1.3600427137161235</c:v>
              </c:pt>
              <c:pt idx="16">
                <c:v>1.4451565132630977</c:v>
              </c:pt>
              <c:pt idx="17">
                <c:v>1.5227290790474535</c:v>
              </c:pt>
              <c:pt idx="18">
                <c:v>1.603019646699818</c:v>
              </c:pt>
            </c:numLit>
          </c:val>
          <c:smooth val="0"/>
        </c:ser>
        <c:ser>
          <c:idx val="5"/>
          <c:order val="5"/>
          <c:tx>
            <c:v>ON P90</c:v>
          </c:tx>
          <c:spPr>
            <a:solidFill xmlns:a="http://schemas.openxmlformats.org/drawingml/2006/main">
              <a:srgbClr val="A74F3D"/>
            </a:solidFill>
            <a:ln xmlns:a="http://schemas.openxmlformats.org/drawingml/2006/main" w="12383">
              <a:solidFill>
                <a:srgbClr val="A74F3D"/>
              </a:solidFill>
              <a:prstDash val="dash"/>
            </a:ln>
          </c:spPr>
          <c:marker>
            <c:symbol val="none"/>
          </c:marker>
          <c:cat>
            <c:numLit>
              <c:formatCode>General</c:formatCode>
              <c:ptCount val="19"/>
              <c:pt idx="0">
                <c:v>0</c:v>
              </c:pt>
              <c:pt idx="1">
                <c:v>1</c:v>
              </c:pt>
              <c:pt idx="2">
                <c:v>2</c:v>
              </c:pt>
              <c:pt idx="3">
                <c:v>3</c:v>
              </c:pt>
              <c:pt idx="4">
                <c:v>4</c:v>
              </c:pt>
              <c:pt idx="5">
                <c:v>5</c:v>
              </c:pt>
              <c:pt idx="6">
                <c:v>6</c:v>
              </c:pt>
              <c:pt idx="7">
                <c:v>7</c:v>
              </c:pt>
              <c:pt idx="8">
                <c:v>8</c:v>
              </c:pt>
              <c:pt idx="9">
                <c:v>9</c:v>
              </c:pt>
              <c:pt idx="10">
                <c:v>10</c:v>
              </c:pt>
              <c:pt idx="11">
                <c:v>11</c:v>
              </c:pt>
              <c:pt idx="12">
                <c:v>12</c:v>
              </c:pt>
              <c:pt idx="13">
                <c:v>13</c:v>
              </c:pt>
              <c:pt idx="14">
                <c:v>14</c:v>
              </c:pt>
              <c:pt idx="15">
                <c:v>15</c:v>
              </c:pt>
              <c:pt idx="16">
                <c:v>16</c:v>
              </c:pt>
              <c:pt idx="17">
                <c:v>17</c:v>
              </c:pt>
              <c:pt idx="18">
                <c:v>18</c:v>
              </c:pt>
            </c:numLit>
          </c:cat>
          <c:val>
            <c:numLit>
              <c:formatCode>0.0</c:formatCode>
              <c:ptCount val="19"/>
              <c:pt idx="0">
                <c:v>0</c:v>
              </c:pt>
              <c:pt idx="1">
                <c:v>0</c:v>
              </c:pt>
              <c:pt idx="2">
                <c:v>0.580692167577414</c:v>
              </c:pt>
              <c:pt idx="3">
                <c:v>0.9328100470957615</c:v>
              </c:pt>
              <c:pt idx="4">
                <c:v>0.9549747419283994</c:v>
              </c:pt>
              <c:pt idx="5">
                <c:v>1.3499989474348988</c:v>
              </c:pt>
              <c:pt idx="6">
                <c:v>1.4675299420034549</c:v>
              </c:pt>
              <c:pt idx="7">
                <c:v>1.4085537577999894</c:v>
              </c:pt>
              <c:pt idx="8">
                <c:v>1.4165799062988031</c:v>
              </c:pt>
              <c:pt idx="9">
                <c:v>1.5577107878262706</c:v>
              </c:pt>
              <c:pt idx="10">
                <c:v>1.6497793468667257</c:v>
              </c:pt>
              <c:pt idx="11">
                <c:v>1.7675494743495375</c:v>
              </c:pt>
              <c:pt idx="12">
                <c:v>1.8393328121040398</c:v>
              </c:pt>
              <c:pt idx="13">
                <c:v>1.9936987310957839</c:v>
              </c:pt>
              <c:pt idx="14">
                <c:v>2.1302813867373427</c:v>
              </c:pt>
              <c:pt idx="15">
                <c:v>2.1257808724402993</c:v>
              </c:pt>
              <c:pt idx="16">
                <c:v>2.200207850261611</c:v>
              </c:pt>
              <c:pt idx="17">
                <c:v>2.279019057027547</c:v>
              </c:pt>
              <c:pt idx="18">
                <c:v>2.3420910852690846</c:v>
              </c:pt>
            </c:numLit>
          </c:val>
          <c:smooth val="0"/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650">
                  <a:solidFill>
                    <a:srgbClr val="173042"/>
                  </a:solidFill>
                  <a:latin typeface="Arial Unicode MS"/>
                  <a:ea typeface="Arial Unicode MS"/>
                  <a:cs typeface="Arial Unicode MS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650">
                    <a:solidFill>
                      <a:srgbClr val="173042"/>
                    </a:solidFill>
                    <a:latin typeface="Arial Unicode MS"/>
                    <a:ea typeface="Arial Unicode MS"/>
                    <a:cs typeface="Arial Unicode MS"/>
                  </a:rPr>
                  <a:t>世代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650">
                  <a:solidFill>
                    <a:srgbClr val="173042"/>
                  </a:solidFill>
                  <a:latin typeface="Arial Unicode MS"/>
                  <a:ea typeface="Arial Unicode MS"/>
                  <a:cs typeface="Arial Unicode MS"/>
                </a:defRPr>
              </a:pPr>
            </a:p>
          </c:txPr>
        </c:title>
        <c:numFmt formatCode="General"/>
        <c:majorTickMark val="none"/>
        <c:minorTickMark val="none"/>
        <c:tickLblPos val="low"/>
        <c:spPr>
          <a:ln xmlns:a="http://schemas.openxmlformats.org/drawingml/2006/main" w="9525">
            <a:solidFill>
              <a:srgbClr val="657580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</a:p>
        </c:txPr>
        <c:crossAx val="48672768"/>
      </c:catAx>
      <c:valAx>
        <c:axId val="48672768"/>
        <c:scaling>
          <c:orientation val="minMax"/>
          <c:min val="0"/>
        </c:scaling>
        <c:delete val="0"/>
        <c:axPos val="l"/>
        <c:majorGridlines>
          <c:spPr>
            <a:ln xmlns:a="http://schemas.openxmlformats.org/drawingml/2006/main" w="5715">
              <a:solidFill>
                <a:srgbClr val="E0E5E8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650">
                    <a:solidFill>
                      <a:srgbClr val="173042"/>
                    </a:solidFill>
                    <a:latin typeface="Arial Unicode MS"/>
                    <a:ea typeface="Arial Unicode MS"/>
                    <a:cs typeface="Arial Unicode MS"/>
                  </a:rPr>
                  <a:t>IL11 位點突變細胞 (%)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650">
                  <a:solidFill>
                    <a:srgbClr val="173042"/>
                  </a:solidFill>
                  <a:latin typeface="Arial Unicode MS"/>
                  <a:ea typeface="Arial Unicode MS"/>
                  <a:cs typeface="Arial Unicode MS"/>
                </a:defRPr>
              </a:pPr>
            </a:p>
          </c:txPr>
        </c:title>
        <c:numFmt formatCode="0.0"/>
        <c:majorTickMark val="none"/>
        <c:minorTickMark val="none"/>
        <c:spPr>
          <a:ln xmlns:a="http://schemas.openxmlformats.org/drawingml/2006/main" w="9525">
            <a:solidFill>
              <a:srgbClr val="657580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CFBF8"/>
        </a:solidFill>
        <a:ln xmlns:a="http://schemas.openxmlformats.org/drawingml/2006/main" w="0">
          <a:noFill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425">
              <a:solidFill>
                <a:srgbClr val="173042"/>
              </a:solidFill>
              <a:latin typeface="Arial Unicode MS"/>
              <a:ea typeface="Arial Unicode MS"/>
              <a:cs typeface="Arial Unicode MS"/>
            </a:defRPr>
          </a:pPr>
        </a:p>
      </c:txPr>
    </c:legend>
    <c:plotVisOnly val="1"/>
  </c:chart>
  <c:spPr>
    <a:solidFill xmlns:a="http://schemas.openxmlformats.org/drawingml/2006/main">
      <a:srgbClr val="FCFBF8"/>
    </a:solidFill>
    <a:ln xmlns:a="http://schemas.openxmlformats.org/drawingml/2006/main" w="0">
      <a:noFill/>
    </a:ln>
  </c:spPr>
</c:chartSpace>
</file>

<file path=ppt/slides/charts/chart15.xml><?xml version="1.0" encoding="utf-8"?>
<c:chartSpace xmlns:c="http://schemas.openxmlformats.org/drawingml/2006/chart">
  <c:lang val="en-US"/>
  <c:chart>
    <c:plotArea>
      <c:scatterChart>
        <c:scatterStyle val="marker"/>
        <c:ser>
          <c:idx val="0"/>
          <c:order val="0"/>
          <c:tx>
            <c:v>IL11 OFF</c:v>
          </c:tx>
          <c:spPr>
            <a:solidFill xmlns:a="http://schemas.openxmlformats.org/drawingml/2006/main">
              <a:srgbClr val="236B8E"/>
            </a:solidFill>
            <a:ln xmlns:a="http://schemas.openxmlformats.org/drawingml/2006/main" w="0">
              <a:noFill/>
            </a:ln>
          </c:spPr>
          <c:marker>
            <c:symbol val="circle"/>
            <c:size val="6"/>
            <c:spPr>
              <a:noFill xmlns:a="http://schemas.openxmlformats.org/drawingml/2006/main"/>
            </c:spPr>
          </c:marker>
          <c:xVal>
            <c:numLit>
              <c:formatCode>General</c:formatCode>
              <c:ptCount val="30"/>
              <c:pt idx="0">
                <c:v>-0.07500000000000001</c:v>
              </c:pt>
              <c:pt idx="1">
                <c:v>-0.05</c:v>
              </c:pt>
              <c:pt idx="2">
                <c:v>-0.025</c:v>
              </c:pt>
              <c:pt idx="3">
                <c:v>0</c:v>
              </c:pt>
              <c:pt idx="4">
                <c:v>0.025</c:v>
              </c:pt>
              <c:pt idx="5">
                <c:v>0.05</c:v>
              </c:pt>
              <c:pt idx="6">
                <c:v>0.07500000000000001</c:v>
              </c:pt>
              <c:pt idx="7">
                <c:v>-0.07500000000000001</c:v>
              </c:pt>
              <c:pt idx="8">
                <c:v>-0.05</c:v>
              </c:pt>
              <c:pt idx="9">
                <c:v>-0.025</c:v>
              </c:pt>
              <c:pt idx="10">
                <c:v>0</c:v>
              </c:pt>
              <c:pt idx="11">
                <c:v>0.025</c:v>
              </c:pt>
              <c:pt idx="12">
                <c:v>0.05</c:v>
              </c:pt>
              <c:pt idx="13">
                <c:v>0.07500000000000001</c:v>
              </c:pt>
              <c:pt idx="14">
                <c:v>-0.07500000000000001</c:v>
              </c:pt>
              <c:pt idx="15">
                <c:v>-0.05</c:v>
              </c:pt>
              <c:pt idx="16">
                <c:v>-0.025</c:v>
              </c:pt>
              <c:pt idx="17">
                <c:v>0</c:v>
              </c:pt>
              <c:pt idx="18">
                <c:v>0.025</c:v>
              </c:pt>
              <c:pt idx="19">
                <c:v>0.05</c:v>
              </c:pt>
              <c:pt idx="20">
                <c:v>0.07500000000000001</c:v>
              </c:pt>
              <c:pt idx="21">
                <c:v>-0.07500000000000001</c:v>
              </c:pt>
              <c:pt idx="22">
                <c:v>-0.05</c:v>
              </c:pt>
              <c:pt idx="23">
                <c:v>-0.025</c:v>
              </c:pt>
              <c:pt idx="24">
                <c:v>0</c:v>
              </c:pt>
              <c:pt idx="25">
                <c:v>0.025</c:v>
              </c:pt>
              <c:pt idx="26">
                <c:v>0.05</c:v>
              </c:pt>
              <c:pt idx="27">
                <c:v>0.07500000000000001</c:v>
              </c:pt>
              <c:pt idx="28">
                <c:v>-0.07500000000000001</c:v>
              </c:pt>
              <c:pt idx="29">
                <c:v>-0.05</c:v>
              </c:pt>
            </c:numLit>
          </c:xVal>
          <c:yVal>
            <c:numLit>
              <c:formatCode>#,##0</c:formatCode>
              <c:ptCount val="30"/>
              <c:pt idx="0">
                <c:v>76526</c:v>
              </c:pt>
              <c:pt idx="1">
                <c:v>71046</c:v>
              </c:pt>
              <c:pt idx="2">
                <c:v>115271</c:v>
              </c:pt>
              <c:pt idx="3">
                <c:v>81833</c:v>
              </c:pt>
              <c:pt idx="4">
                <c:v>67380</c:v>
              </c:pt>
              <c:pt idx="5">
                <c:v>80378</c:v>
              </c:pt>
              <c:pt idx="6">
                <c:v>69263</c:v>
              </c:pt>
              <c:pt idx="7">
                <c:v>71474</c:v>
              </c:pt>
              <c:pt idx="8">
                <c:v>65730</c:v>
              </c:pt>
              <c:pt idx="9">
                <c:v>104108</c:v>
              </c:pt>
              <c:pt idx="10">
                <c:v>79728</c:v>
              </c:pt>
              <c:pt idx="11">
                <c:v>61821</c:v>
              </c:pt>
              <c:pt idx="12">
                <c:v>62550</c:v>
              </c:pt>
              <c:pt idx="13">
                <c:v>91123</c:v>
              </c:pt>
              <c:pt idx="14">
                <c:v>64231</c:v>
              </c:pt>
              <c:pt idx="15">
                <c:v>68296</c:v>
              </c:pt>
              <c:pt idx="16">
                <c:v>96826</c:v>
              </c:pt>
              <c:pt idx="17">
                <c:v>86126</c:v>
              </c:pt>
              <c:pt idx="18">
                <c:v>88169</c:v>
              </c:pt>
              <c:pt idx="19">
                <c:v>87314</c:v>
              </c:pt>
              <c:pt idx="20">
                <c:v>72758</c:v>
              </c:pt>
              <c:pt idx="21">
                <c:v>71352</c:v>
              </c:pt>
              <c:pt idx="22">
                <c:v>62947</c:v>
              </c:pt>
              <c:pt idx="23">
                <c:v>65789</c:v>
              </c:pt>
              <c:pt idx="24">
                <c:v>76487</c:v>
              </c:pt>
              <c:pt idx="25">
                <c:v>82823</c:v>
              </c:pt>
              <c:pt idx="26">
                <c:v>72153</c:v>
              </c:pt>
              <c:pt idx="27">
                <c:v>60217</c:v>
              </c:pt>
              <c:pt idx="28">
                <c:v>65187</c:v>
              </c:pt>
              <c:pt idx="29">
                <c:v>98940</c:v>
              </c:pt>
            </c:numLit>
          </c:yVal>
        </c:ser>
        <c:ser>
          <c:idx val="1"/>
          <c:order val="1"/>
          <c:tx>
            <c:v>IL11 ON</c:v>
          </c:tx>
          <c:spPr>
            <a:solidFill xmlns:a="http://schemas.openxmlformats.org/drawingml/2006/main">
              <a:srgbClr val="A74F3D"/>
            </a:solidFill>
            <a:ln xmlns:a="http://schemas.openxmlformats.org/drawingml/2006/main" w="0">
              <a:noFill/>
            </a:ln>
          </c:spPr>
          <c:marker>
            <c:symbol val="circle"/>
            <c:size val="6"/>
            <c:spPr>
              <a:noFill xmlns:a="http://schemas.openxmlformats.org/drawingml/2006/main"/>
            </c:spPr>
          </c:marker>
          <c:xVal>
            <c:numLit>
              <c:formatCode>General</c:formatCode>
              <c:ptCount val="30"/>
              <c:pt idx="0">
                <c:v>0.925</c:v>
              </c:pt>
              <c:pt idx="1">
                <c:v>0.95</c:v>
              </c:pt>
              <c:pt idx="2">
                <c:v>0.975</c:v>
              </c:pt>
              <c:pt idx="3">
                <c:v>1</c:v>
              </c:pt>
              <c:pt idx="4">
                <c:v>1.025</c:v>
              </c:pt>
              <c:pt idx="5">
                <c:v>1.05</c:v>
              </c:pt>
              <c:pt idx="6">
                <c:v>1.075</c:v>
              </c:pt>
              <c:pt idx="7">
                <c:v>0.925</c:v>
              </c:pt>
              <c:pt idx="8">
                <c:v>0.95</c:v>
              </c:pt>
              <c:pt idx="9">
                <c:v>0.975</c:v>
              </c:pt>
              <c:pt idx="10">
                <c:v>1</c:v>
              </c:pt>
              <c:pt idx="11">
                <c:v>1.025</c:v>
              </c:pt>
              <c:pt idx="12">
                <c:v>1.05</c:v>
              </c:pt>
              <c:pt idx="13">
                <c:v>1.075</c:v>
              </c:pt>
              <c:pt idx="14">
                <c:v>0.925</c:v>
              </c:pt>
              <c:pt idx="15">
                <c:v>0.95</c:v>
              </c:pt>
              <c:pt idx="16">
                <c:v>0.975</c:v>
              </c:pt>
              <c:pt idx="17">
                <c:v>1</c:v>
              </c:pt>
              <c:pt idx="18">
                <c:v>1.025</c:v>
              </c:pt>
              <c:pt idx="19">
                <c:v>1.05</c:v>
              </c:pt>
              <c:pt idx="20">
                <c:v>1.075</c:v>
              </c:pt>
              <c:pt idx="21">
                <c:v>0.925</c:v>
              </c:pt>
              <c:pt idx="22">
                <c:v>0.95</c:v>
              </c:pt>
              <c:pt idx="23">
                <c:v>0.975</c:v>
              </c:pt>
              <c:pt idx="24">
                <c:v>1</c:v>
              </c:pt>
              <c:pt idx="25">
                <c:v>1.025</c:v>
              </c:pt>
              <c:pt idx="26">
                <c:v>1.05</c:v>
              </c:pt>
              <c:pt idx="27">
                <c:v>1.075</c:v>
              </c:pt>
              <c:pt idx="28">
                <c:v>0.925</c:v>
              </c:pt>
              <c:pt idx="29">
                <c:v>0.95</c:v>
              </c:pt>
            </c:numLit>
          </c:xVal>
          <c:yVal>
            <c:numLit>
              <c:formatCode>#,##0</c:formatCode>
              <c:ptCount val="30"/>
              <c:pt idx="0">
                <c:v>110292</c:v>
              </c:pt>
              <c:pt idx="1">
                <c:v>102940</c:v>
              </c:pt>
              <c:pt idx="2">
                <c:v>146937</c:v>
              </c:pt>
              <c:pt idx="3">
                <c:v>109380</c:v>
              </c:pt>
              <c:pt idx="4">
                <c:v>88504</c:v>
              </c:pt>
              <c:pt idx="5">
                <c:v>125255</c:v>
              </c:pt>
              <c:pt idx="6">
                <c:v>78017</c:v>
              </c:pt>
              <c:pt idx="7">
                <c:v>157963</c:v>
              </c:pt>
              <c:pt idx="8">
                <c:v>126556</c:v>
              </c:pt>
              <c:pt idx="9">
                <c:v>140292</c:v>
              </c:pt>
              <c:pt idx="10">
                <c:v>139739</c:v>
              </c:pt>
              <c:pt idx="11">
                <c:v>79191</c:v>
              </c:pt>
              <c:pt idx="12">
                <c:v>77532</c:v>
              </c:pt>
              <c:pt idx="13">
                <c:v>129921</c:v>
              </c:pt>
              <c:pt idx="14">
                <c:v>113597</c:v>
              </c:pt>
              <c:pt idx="15">
                <c:v>107344</c:v>
              </c:pt>
              <c:pt idx="16">
                <c:v>175252</c:v>
              </c:pt>
              <c:pt idx="17">
                <c:v>100528</c:v>
              </c:pt>
              <c:pt idx="18">
                <c:v>166452</c:v>
              </c:pt>
              <c:pt idx="19">
                <c:v>140374</c:v>
              </c:pt>
              <c:pt idx="20">
                <c:v>133291</c:v>
              </c:pt>
              <c:pt idx="21">
                <c:v>108642</c:v>
              </c:pt>
              <c:pt idx="22">
                <c:v>90521</c:v>
              </c:pt>
              <c:pt idx="23">
                <c:v>110647</c:v>
              </c:pt>
              <c:pt idx="24">
                <c:v>107836</c:v>
              </c:pt>
              <c:pt idx="25">
                <c:v>114980</c:v>
              </c:pt>
              <c:pt idx="26">
                <c:v>84407</c:v>
              </c:pt>
              <c:pt idx="27">
                <c:v>92203</c:v>
              </c:pt>
              <c:pt idx="28">
                <c:v>101910</c:v>
              </c:pt>
              <c:pt idx="29">
                <c:v>152770</c:v>
              </c:pt>
            </c:numLit>
          </c:yVal>
        </c:ser>
        <c:ser>
          <c:idx val="2"/>
          <c:order val="2"/>
          <c:tx>
            <c:v>中位數</c:v>
          </c:tx>
          <c:spPr>
            <a:solidFill xmlns:a="http://schemas.openxmlformats.org/drawingml/2006/main">
              <a:srgbClr val="173042"/>
            </a:solidFill>
            <a:ln xmlns:a="http://schemas.openxmlformats.org/drawingml/2006/main" w="0">
              <a:noFill/>
            </a:ln>
          </c:spPr>
          <c:marker>
            <c:symbol val="circle"/>
            <c:size val="13"/>
            <c:spPr>
              <a:noFill xmlns:a="http://schemas.openxmlformats.org/drawingml/2006/main"/>
            </c:spPr>
          </c:marker>
          <c:xVal>
            <c:numLit>
              <c:formatCode>General</c:formatCode>
              <c:ptCount val="2"/>
              <c:pt idx="0">
                <c:v>0</c:v>
              </c:pt>
              <c:pt idx="1">
                <c:v>1</c:v>
              </c:pt>
            </c:numLit>
          </c:xVal>
          <c:yVal>
            <c:numLit>
              <c:formatCode>#,##0</c:formatCode>
              <c:ptCount val="2"/>
              <c:pt idx="0">
                <c:v>72455.5</c:v>
              </c:pt>
              <c:pt idx="1">
                <c:v>110469.5</c:v>
              </c:pt>
            </c:numLit>
          </c:y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650">
                  <a:solidFill>
                    <a:srgbClr val="173042"/>
                  </a:solidFill>
                  <a:latin typeface="Arial Unicode MS"/>
                  <a:ea typeface="Arial Unicode MS"/>
                  <a:cs typeface="Arial Unicode MS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in val="0"/>
        </c:scaling>
        <c:delete val="0"/>
        <c:axPos val="l"/>
        <c:majorGridlines>
          <c:spPr>
            <a:ln xmlns:a="http://schemas.openxmlformats.org/drawingml/2006/main" w="5715">
              <a:solidFill>
                <a:srgbClr val="E0E5E8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650">
                    <a:solidFill>
                      <a:srgbClr val="173042"/>
                    </a:solidFill>
                    <a:latin typeface="Arial Unicode MS"/>
                    <a:ea typeface="Arial Unicode MS"/>
                    <a:cs typeface="Arial Unicode MS"/>
                  </a:rPr>
                  <a:t>第 18 代細胞數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650">
                  <a:solidFill>
                    <a:srgbClr val="173042"/>
                  </a:solidFill>
                  <a:latin typeface="Arial Unicode MS"/>
                  <a:ea typeface="Arial Unicode MS"/>
                  <a:cs typeface="Arial Unicode MS"/>
                </a:defRPr>
              </a:pPr>
            </a:p>
          </c:txPr>
        </c:title>
        <c:numFmt formatCode="#,##0"/>
        <c:majorTickMark val="none"/>
        <c:minorTickMark val="none"/>
        <c:spPr>
          <a:ln xmlns:a="http://schemas.openxmlformats.org/drawingml/2006/main" w="9525">
            <a:solidFill>
              <a:srgbClr val="657580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</a:p>
        </c:txPr>
        <c:crossAx val="48650112"/>
      </c:valAx>
      <c:valAx>
        <c:axId val="48650112"/>
        <c:scaling>
          <c:orientation val="minMax"/>
          <c:max val="1.2"/>
          <c:min val="-0.2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650">
                    <a:solidFill>
                      <a:srgbClr val="173042"/>
                    </a:solidFill>
                    <a:latin typeface="Arial Unicode MS"/>
                    <a:ea typeface="Arial Unicode MS"/>
                    <a:cs typeface="Arial Unicode MS"/>
                  </a:rPr>
                  <a:t>條件：0 與 1 對照上方圖例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650">
                  <a:solidFill>
                    <a:srgbClr val="173042"/>
                  </a:solidFill>
                  <a:latin typeface="Arial Unicode MS"/>
                  <a:ea typeface="Arial Unicode MS"/>
                  <a:cs typeface="Arial Unicode MS"/>
                </a:defRPr>
              </a:pPr>
            </a:p>
          </c:txPr>
        </c:title>
        <c:numFmt formatCode="0.0"/>
        <c:majorTickMark val="none"/>
        <c:minorTickMark val="none"/>
        <c:tickLblPos val="low"/>
        <c:spPr>
          <a:ln xmlns:a="http://schemas.openxmlformats.org/drawingml/2006/main" w="9525">
            <a:solidFill>
              <a:srgbClr val="657580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</a:p>
        </c:txPr>
        <c:crossAx val="48672768"/>
        <c:majorUnit val="0.2"/>
      </c:valAx>
      <c:spPr>
        <a:solidFill xmlns:a="http://schemas.openxmlformats.org/drawingml/2006/main">
          <a:srgbClr val="FCFBF8"/>
        </a:solidFill>
        <a:ln xmlns:a="http://schemas.openxmlformats.org/drawingml/2006/main" w="0">
          <a:noFill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425">
              <a:solidFill>
                <a:srgbClr val="173042"/>
              </a:solidFill>
              <a:latin typeface="Arial Unicode MS"/>
              <a:ea typeface="Arial Unicode MS"/>
              <a:cs typeface="Arial Unicode MS"/>
            </a:defRPr>
          </a:pPr>
        </a:p>
      </c:txPr>
    </c:legend>
    <c:plotVisOnly val="1"/>
  </c:chart>
  <c:spPr>
    <a:solidFill xmlns:a="http://schemas.openxmlformats.org/drawingml/2006/main">
      <a:srgbClr val="FCFBF8"/>
    </a:solidFill>
    <a:ln xmlns:a="http://schemas.openxmlformats.org/drawingml/2006/main" w="0">
      <a:noFill/>
    </a:ln>
  </c:spPr>
</c:chartSpace>
</file>

<file path=ppt/slides/charts/chart16.xml><?xml version="1.0" encoding="utf-8"?>
<c:chartSpace xmlns:c="http://schemas.openxmlformats.org/drawingml/2006/chart">
  <c:lang val="en-US"/>
  <c:chart>
    <c:plotArea>
      <c:scatterChart>
        <c:scatterStyle val="marker"/>
        <c:ser>
          <c:idx val="0"/>
          <c:order val="0"/>
          <c:tx>
            <c:v>d=0.2</c:v>
          </c:tx>
          <c:spPr>
            <a:solidFill xmlns:a="http://schemas.openxmlformats.org/drawingml/2006/main">
              <a:srgbClr val="236B8E"/>
            </a:solidFill>
            <a:ln xmlns:a="http://schemas.openxmlformats.org/drawingml/2006/main" w="0">
              <a:noFill/>
            </a:ln>
          </c:spPr>
          <c:marker>
            <c:symbol val="circle"/>
            <c:size val="6"/>
            <c:spPr>
              <a:noFill xmlns:a="http://schemas.openxmlformats.org/drawingml/2006/main"/>
            </c:spPr>
          </c:marker>
          <c:xVal>
            <c:numLit>
              <c:formatCode>General</c:formatCode>
              <c:ptCount val="30"/>
              <c:pt idx="0">
                <c:v>0.194</c:v>
              </c:pt>
              <c:pt idx="1">
                <c:v>0.196</c:v>
              </c:pt>
              <c:pt idx="2">
                <c:v>0.198</c:v>
              </c:pt>
              <c:pt idx="3">
                <c:v>0.2</c:v>
              </c:pt>
              <c:pt idx="4">
                <c:v>0.202</c:v>
              </c:pt>
              <c:pt idx="5">
                <c:v>0.20400000000000001</c:v>
              </c:pt>
              <c:pt idx="6">
                <c:v>0.20600000000000002</c:v>
              </c:pt>
              <c:pt idx="7">
                <c:v>0.194</c:v>
              </c:pt>
              <c:pt idx="8">
                <c:v>0.196</c:v>
              </c:pt>
              <c:pt idx="9">
                <c:v>0.198</c:v>
              </c:pt>
              <c:pt idx="10">
                <c:v>0.2</c:v>
              </c:pt>
              <c:pt idx="11">
                <c:v>0.202</c:v>
              </c:pt>
              <c:pt idx="12">
                <c:v>0.20400000000000001</c:v>
              </c:pt>
              <c:pt idx="13">
                <c:v>0.20600000000000002</c:v>
              </c:pt>
              <c:pt idx="14">
                <c:v>0.194</c:v>
              </c:pt>
              <c:pt idx="15">
                <c:v>0.196</c:v>
              </c:pt>
              <c:pt idx="16">
                <c:v>0.198</c:v>
              </c:pt>
              <c:pt idx="17">
                <c:v>0.2</c:v>
              </c:pt>
              <c:pt idx="18">
                <c:v>0.202</c:v>
              </c:pt>
              <c:pt idx="19">
                <c:v>0.20400000000000001</c:v>
              </c:pt>
              <c:pt idx="20">
                <c:v>0.20600000000000002</c:v>
              </c:pt>
              <c:pt idx="21">
                <c:v>0.194</c:v>
              </c:pt>
              <c:pt idx="22">
                <c:v>0.196</c:v>
              </c:pt>
              <c:pt idx="23">
                <c:v>0.198</c:v>
              </c:pt>
              <c:pt idx="24">
                <c:v>0.2</c:v>
              </c:pt>
              <c:pt idx="25">
                <c:v>0.202</c:v>
              </c:pt>
              <c:pt idx="26">
                <c:v>0.20400000000000001</c:v>
              </c:pt>
              <c:pt idx="27">
                <c:v>0.20600000000000002</c:v>
              </c:pt>
              <c:pt idx="28">
                <c:v>0.194</c:v>
              </c:pt>
              <c:pt idx="29">
                <c:v>0.196</c:v>
              </c:pt>
            </c:numLit>
          </c:xVal>
          <c:yVal>
            <c:numLit>
              <c:formatCode>#,##0</c:formatCode>
              <c:ptCount val="30"/>
              <c:pt idx="0">
                <c:v>1.144701731043678</c:v>
              </c:pt>
              <c:pt idx="1">
                <c:v>1.0920231575672765</c:v>
              </c:pt>
              <c:pt idx="2">
                <c:v>1.0512038211996442</c:v>
              </c:pt>
              <c:pt idx="3">
                <c:v>1.099326539694576</c:v>
              </c:pt>
              <c:pt idx="4">
                <c:v>0.9157519291723177</c:v>
              </c:pt>
              <c:pt idx="5">
                <c:v>1.092291504711916</c:v>
              </c:pt>
              <c:pt idx="6">
                <c:v>0.8760655244904401</c:v>
              </c:pt>
              <c:pt idx="7">
                <c:v>1.0020533001126335</c:v>
              </c:pt>
              <c:pt idx="8">
                <c:v>0.9867059238140962</c:v>
              </c:pt>
              <c:pt idx="9">
                <c:v>0.7978118733213779</c:v>
              </c:pt>
              <c:pt idx="10">
                <c:v>1.0959286057021247</c:v>
              </c:pt>
              <c:pt idx="11">
                <c:v>1.073521577876101</c:v>
              </c:pt>
              <c:pt idx="12">
                <c:v>0.9712911357339739</c:v>
              </c:pt>
              <c:pt idx="13">
                <c:v>1.008135006477092</c:v>
              </c:pt>
              <c:pt idx="14">
                <c:v>1.0470737417176061</c:v>
              </c:pt>
              <c:pt idx="15">
                <c:v>1.1147395491751257</c:v>
              </c:pt>
              <c:pt idx="16">
                <c:v>1.1996303447458443</c:v>
              </c:pt>
              <c:pt idx="17">
                <c:v>0.9650006169092493</c:v>
              </c:pt>
              <c:pt idx="18">
                <c:v>1.1662487877050034</c:v>
              </c:pt>
              <c:pt idx="19">
                <c:v>0.9901992098051824</c:v>
              </c:pt>
              <c:pt idx="20">
                <c:v>1.2421322172410951</c:v>
              </c:pt>
              <c:pt idx="21">
                <c:v>1.20729484505276</c:v>
              </c:pt>
              <c:pt idx="22">
                <c:v>1.0482532508341071</c:v>
              </c:pt>
              <c:pt idx="23">
                <c:v>1.1702072079986718</c:v>
              </c:pt>
              <c:pt idx="24">
                <c:v>1.0981706872366863</c:v>
              </c:pt>
              <c:pt idx="25">
                <c:v>0.9061219326169675</c:v>
              </c:pt>
              <c:pt idx="26">
                <c:v>0.965965132225518</c:v>
              </c:pt>
              <c:pt idx="27">
                <c:v>1.3275833053413275</c:v>
              </c:pt>
              <c:pt idx="28">
                <c:v>1.1452023707219714</c:v>
              </c:pt>
              <c:pt idx="29">
                <c:v>0.86162583399872</c:v>
              </c:pt>
            </c:numLit>
          </c:yVal>
        </c:ser>
        <c:ser>
          <c:idx val="1"/>
          <c:order val="1"/>
          <c:tx>
            <c:v>d=0.35</c:v>
          </c:tx>
          <c:spPr>
            <a:solidFill xmlns:a="http://schemas.openxmlformats.org/drawingml/2006/main">
              <a:srgbClr val="A74F3D"/>
            </a:solidFill>
            <a:ln xmlns:a="http://schemas.openxmlformats.org/drawingml/2006/main" w="0">
              <a:noFill/>
            </a:ln>
          </c:spPr>
          <c:marker>
            <c:symbol val="circle"/>
            <c:size val="6"/>
            <c:spPr>
              <a:noFill xmlns:a="http://schemas.openxmlformats.org/drawingml/2006/main"/>
            </c:spPr>
          </c:marker>
          <c:xVal>
            <c:numLit>
              <c:formatCode>General</c:formatCode>
              <c:ptCount val="30"/>
              <c:pt idx="0">
                <c:v>0.344</c:v>
              </c:pt>
              <c:pt idx="1">
                <c:v>0.346</c:v>
              </c:pt>
              <c:pt idx="2">
                <c:v>0.348</c:v>
              </c:pt>
              <c:pt idx="3">
                <c:v>0.35</c:v>
              </c:pt>
              <c:pt idx="4">
                <c:v>0.352</c:v>
              </c:pt>
              <c:pt idx="5">
                <c:v>0.354</c:v>
              </c:pt>
              <c:pt idx="6">
                <c:v>0.356</c:v>
              </c:pt>
              <c:pt idx="7">
                <c:v>0.344</c:v>
              </c:pt>
              <c:pt idx="8">
                <c:v>0.346</c:v>
              </c:pt>
              <c:pt idx="9">
                <c:v>0.348</c:v>
              </c:pt>
              <c:pt idx="10">
                <c:v>0.35</c:v>
              </c:pt>
              <c:pt idx="11">
                <c:v>0.352</c:v>
              </c:pt>
              <c:pt idx="12">
                <c:v>0.354</c:v>
              </c:pt>
              <c:pt idx="13">
                <c:v>0.356</c:v>
              </c:pt>
              <c:pt idx="14">
                <c:v>0.344</c:v>
              </c:pt>
              <c:pt idx="15">
                <c:v>0.346</c:v>
              </c:pt>
              <c:pt idx="16">
                <c:v>0.348</c:v>
              </c:pt>
              <c:pt idx="17">
                <c:v>0.35</c:v>
              </c:pt>
              <c:pt idx="18">
                <c:v>0.352</c:v>
              </c:pt>
              <c:pt idx="19">
                <c:v>0.354</c:v>
              </c:pt>
              <c:pt idx="20">
                <c:v>0.356</c:v>
              </c:pt>
              <c:pt idx="21">
                <c:v>0.344</c:v>
              </c:pt>
              <c:pt idx="22">
                <c:v>0.346</c:v>
              </c:pt>
              <c:pt idx="23">
                <c:v>0.348</c:v>
              </c:pt>
              <c:pt idx="24">
                <c:v>0.35</c:v>
              </c:pt>
              <c:pt idx="25">
                <c:v>0.352</c:v>
              </c:pt>
              <c:pt idx="26">
                <c:v>0.354</c:v>
              </c:pt>
              <c:pt idx="27">
                <c:v>0.356</c:v>
              </c:pt>
              <c:pt idx="28">
                <c:v>0.344</c:v>
              </c:pt>
              <c:pt idx="29">
                <c:v>0.346</c:v>
              </c:pt>
            </c:numLit>
          </c:xVal>
          <c:yVal>
            <c:numLit>
              <c:formatCode>#,##0</c:formatCode>
              <c:ptCount val="30"/>
              <c:pt idx="0">
                <c:v>1.718037767502042</c:v>
              </c:pt>
              <c:pt idx="1">
                <c:v>1.387913292379559</c:v>
              </c:pt>
              <c:pt idx="2">
                <c:v>1.5094555087769648</c:v>
              </c:pt>
              <c:pt idx="3">
                <c:v>1.7271819998754707</c:v>
              </c:pt>
              <c:pt idx="4">
                <c:v>1.7850488601223118</c:v>
              </c:pt>
              <c:pt idx="5">
                <c:v>1.9399431056516239</c:v>
              </c:pt>
              <c:pt idx="6">
                <c:v>1.8019869960232138</c:v>
              </c:pt>
              <c:pt idx="7">
                <c:v>1.9904745537437254</c:v>
              </c:pt>
              <c:pt idx="8">
                <c:v>1.8189607811388369</c:v>
              </c:pt>
              <c:pt idx="9">
                <c:v>2.007406040662244</c:v>
              </c:pt>
              <c:pt idx="10">
                <c:v>1.8779055825434436</c:v>
              </c:pt>
              <c:pt idx="11">
                <c:v>1.871845883298721</c:v>
              </c:pt>
              <c:pt idx="12">
                <c:v>1.6886253393593875</c:v>
              </c:pt>
              <c:pt idx="13">
                <c:v>1.5620020950682199</c:v>
              </c:pt>
              <c:pt idx="14">
                <c:v>1.734789495248552</c:v>
              </c:pt>
              <c:pt idx="15">
                <c:v>1.814141157250791</c:v>
              </c:pt>
              <c:pt idx="16">
                <c:v>1.8215686298075233</c:v>
              </c:pt>
              <c:pt idx="17">
                <c:v>1.8004710886078013</c:v>
              </c:pt>
              <c:pt idx="18">
                <c:v>1.655072930746728</c:v>
              </c:pt>
              <c:pt idx="19">
                <c:v>1.65864905318784</c:v>
              </c:pt>
              <c:pt idx="20">
                <c:v>1.9034864195649512</c:v>
              </c:pt>
              <c:pt idx="21">
                <c:v>1.633691657624435</c:v>
              </c:pt>
              <c:pt idx="22">
                <c:v>1.485868245102967</c:v>
              </c:pt>
              <c:pt idx="23">
                <c:v>1.82675117930684</c:v>
              </c:pt>
              <c:pt idx="24">
                <c:v>1.8030843077796088</c:v>
              </c:pt>
              <c:pt idx="25">
                <c:v>1.7828288243129395</c:v>
              </c:pt>
              <c:pt idx="26">
                <c:v>2.2862595362127536</c:v>
              </c:pt>
              <c:pt idx="27">
                <c:v>2.021760997888898</c:v>
              </c:pt>
              <c:pt idx="28">
                <c:v>1.5005656293425227</c:v>
              </c:pt>
              <c:pt idx="29">
                <c:v>1.8344332783895865</c:v>
              </c:pt>
            </c:numLit>
          </c:yVal>
        </c:ser>
        <c:ser>
          <c:idx val="2"/>
          <c:order val="2"/>
          <c:tx>
            <c:v>d=0.45</c:v>
          </c:tx>
          <c:spPr>
            <a:solidFill xmlns:a="http://schemas.openxmlformats.org/drawingml/2006/main">
              <a:srgbClr val="6C5B9C"/>
            </a:solidFill>
            <a:ln xmlns:a="http://schemas.openxmlformats.org/drawingml/2006/main" w="0">
              <a:noFill/>
            </a:ln>
          </c:spPr>
          <c:marker>
            <c:symbol val="circle"/>
            <c:size val="6"/>
            <c:spPr>
              <a:noFill xmlns:a="http://schemas.openxmlformats.org/drawingml/2006/main"/>
            </c:spPr>
          </c:marker>
          <c:xVal>
            <c:numLit>
              <c:formatCode>General</c:formatCode>
              <c:ptCount val="30"/>
              <c:pt idx="0">
                <c:v>0.444</c:v>
              </c:pt>
              <c:pt idx="1">
                <c:v>0.446</c:v>
              </c:pt>
              <c:pt idx="2">
                <c:v>0.448</c:v>
              </c:pt>
              <c:pt idx="3">
                <c:v>0.45</c:v>
              </c:pt>
              <c:pt idx="4">
                <c:v>0.452</c:v>
              </c:pt>
              <c:pt idx="5">
                <c:v>0.454</c:v>
              </c:pt>
              <c:pt idx="6">
                <c:v>0.456</c:v>
              </c:pt>
              <c:pt idx="7">
                <c:v>0.444</c:v>
              </c:pt>
              <c:pt idx="8">
                <c:v>0.446</c:v>
              </c:pt>
              <c:pt idx="9">
                <c:v>0.448</c:v>
              </c:pt>
              <c:pt idx="10">
                <c:v>0.45</c:v>
              </c:pt>
              <c:pt idx="11">
                <c:v>0.452</c:v>
              </c:pt>
              <c:pt idx="12">
                <c:v>0.454</c:v>
              </c:pt>
              <c:pt idx="13">
                <c:v>0.456</c:v>
              </c:pt>
              <c:pt idx="14">
                <c:v>0.444</c:v>
              </c:pt>
              <c:pt idx="15">
                <c:v>0.446</c:v>
              </c:pt>
              <c:pt idx="16">
                <c:v>0.448</c:v>
              </c:pt>
              <c:pt idx="17">
                <c:v>0.45</c:v>
              </c:pt>
              <c:pt idx="18">
                <c:v>0.452</c:v>
              </c:pt>
              <c:pt idx="19">
                <c:v>0.454</c:v>
              </c:pt>
              <c:pt idx="20">
                <c:v>0.456</c:v>
              </c:pt>
              <c:pt idx="21">
                <c:v>0.444</c:v>
              </c:pt>
              <c:pt idx="22">
                <c:v>0.446</c:v>
              </c:pt>
              <c:pt idx="23">
                <c:v>0.448</c:v>
              </c:pt>
              <c:pt idx="24">
                <c:v>0.45</c:v>
              </c:pt>
              <c:pt idx="25">
                <c:v>0.452</c:v>
              </c:pt>
              <c:pt idx="26">
                <c:v>0.454</c:v>
              </c:pt>
              <c:pt idx="27">
                <c:v>0.456</c:v>
              </c:pt>
              <c:pt idx="28">
                <c:v>0.444</c:v>
              </c:pt>
              <c:pt idx="29">
                <c:v>0.446</c:v>
              </c:pt>
            </c:numLit>
          </c:xVal>
          <c:yVal>
            <c:numLit>
              <c:formatCode>#,##0</c:formatCode>
              <c:ptCount val="30"/>
              <c:pt idx="0">
                <c:v>2.6159901342912217</c:v>
              </c:pt>
              <c:pt idx="1">
                <c:v>2.8193622656256183</c:v>
              </c:pt>
              <c:pt idx="2">
                <c:v>2.914730515321656</c:v>
              </c:pt>
              <c:pt idx="3">
                <c:v>2.4127342600814528</c:v>
              </c:pt>
              <c:pt idx="4">
                <c:v>3.0877349812280905</c:v>
              </c:pt>
              <c:pt idx="5">
                <c:v>2.2491803372679042</c:v>
              </c:pt>
              <c:pt idx="6">
                <c:v>2.9589927367539657</c:v>
              </c:pt>
              <c:pt idx="7">
                <c:v>2.9264135787711</c:v>
              </c:pt>
              <c:pt idx="8">
                <c:v>2.9870992625951898</c:v>
              </c:pt>
              <c:pt idx="9">
                <c:v>3.0813763520663837</c:v>
              </c:pt>
              <c:pt idx="10">
                <c:v>3.22371277535943</c:v>
              </c:pt>
              <c:pt idx="11">
                <c:v>2.5985107316421474</c:v>
              </c:pt>
              <c:pt idx="12">
                <c:v>2.669660977979574</c:v>
              </c:pt>
              <c:pt idx="13">
                <c:v>3.112286027185245</c:v>
              </c:pt>
              <c:pt idx="14">
                <c:v>2.882569151901281</c:v>
              </c:pt>
              <c:pt idx="15">
                <c:v>2.6750904350590408</c:v>
              </c:pt>
              <c:pt idx="16">
                <c:v>2.733313188650229</c:v>
              </c:pt>
              <c:pt idx="17">
                <c:v>2.3900165034823386</c:v>
              </c:pt>
              <c:pt idx="18">
                <c:v>3.082123951961003</c:v>
              </c:pt>
              <c:pt idx="19">
                <c:v>2.5930209235521224</c:v>
              </c:pt>
              <c:pt idx="20">
                <c:v>3.281294217656954</c:v>
              </c:pt>
              <c:pt idx="21">
                <c:v>2.96472077669602</c:v>
              </c:pt>
              <c:pt idx="22">
                <c:v>2.5682824882225614</c:v>
              </c:pt>
              <c:pt idx="23">
                <c:v>2.8505765528618676</c:v>
              </c:pt>
              <c:pt idx="24">
                <c:v>2.481360845340084</c:v>
              </c:pt>
              <c:pt idx="25">
                <c:v>2.4937599507610306</c:v>
              </c:pt>
              <c:pt idx="26">
                <c:v>2.584551497877367</c:v>
              </c:pt>
              <c:pt idx="27">
                <c:v>2.8675785153809725</c:v>
              </c:pt>
              <c:pt idx="28">
                <c:v>2.7267628365596277</c:v>
              </c:pt>
              <c:pt idx="29">
                <c:v>2.9970216729765133</c:v>
              </c:pt>
            </c:numLit>
          </c:yVal>
        </c:ser>
        <c:ser>
          <c:idx val="3"/>
          <c:order val="3"/>
          <c:tx>
            <c:v>中位數</c:v>
          </c:tx>
          <c:spPr>
            <a:solidFill xmlns:a="http://schemas.openxmlformats.org/drawingml/2006/main">
              <a:srgbClr val="173042"/>
            </a:solidFill>
            <a:ln xmlns:a="http://schemas.openxmlformats.org/drawingml/2006/main" w="0">
              <a:noFill/>
            </a:ln>
          </c:spPr>
          <c:marker>
            <c:symbol val="circle"/>
            <c:size val="13"/>
            <c:spPr>
              <a:noFill xmlns:a="http://schemas.openxmlformats.org/drawingml/2006/main"/>
            </c:spPr>
          </c:marker>
          <c:xVal>
            <c:numLit>
              <c:formatCode>General</c:formatCode>
              <c:ptCount val="3"/>
              <c:pt idx="0">
                <c:v>0.2</c:v>
              </c:pt>
              <c:pt idx="1">
                <c:v>0.35</c:v>
              </c:pt>
              <c:pt idx="2">
                <c:v>0.45</c:v>
              </c:pt>
            </c:numLit>
          </c:xVal>
          <c:yVal>
            <c:numLit>
              <c:formatCode>#,##0</c:formatCode>
              <c:ptCount val="3"/>
              <c:pt idx="0">
                <c:v>1.0623626995378725</c:v>
              </c:pt>
              <c:pt idx="1">
                <c:v>1.8012290423155075</c:v>
              </c:pt>
              <c:pt idx="2">
                <c:v>2.834969409243743</c:v>
              </c:pt>
            </c:numLit>
          </c:y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650">
                  <a:solidFill>
                    <a:srgbClr val="173042"/>
                  </a:solidFill>
                  <a:latin typeface="Arial Unicode MS"/>
                  <a:ea typeface="Arial Unicode MS"/>
                  <a:cs typeface="Arial Unicode MS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4"/>
          <c:min val="0"/>
        </c:scaling>
        <c:delete val="0"/>
        <c:axPos val="l"/>
        <c:majorGridlines>
          <c:spPr>
            <a:ln xmlns:a="http://schemas.openxmlformats.org/drawingml/2006/main" w="5715">
              <a:solidFill>
                <a:srgbClr val="E0E5E8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650">
                    <a:solidFill>
                      <a:srgbClr val="173042"/>
                    </a:solidFill>
                    <a:latin typeface="Arial Unicode MS"/>
                    <a:ea typeface="Arial Unicode MS"/>
                    <a:cs typeface="Arial Unicode MS"/>
                  </a:rPr>
                  <a:t>Shannon H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650">
                  <a:solidFill>
                    <a:srgbClr val="173042"/>
                  </a:solidFill>
                  <a:latin typeface="Arial Unicode MS"/>
                  <a:ea typeface="Arial Unicode MS"/>
                  <a:cs typeface="Arial Unicode MS"/>
                </a:defRPr>
              </a:pPr>
            </a:p>
          </c:txPr>
        </c:title>
        <c:numFmt formatCode="#,##0"/>
        <c:majorTickMark val="none"/>
        <c:minorTickMark val="none"/>
        <c:spPr>
          <a:ln xmlns:a="http://schemas.openxmlformats.org/drawingml/2006/main" w="9525">
            <a:solidFill>
              <a:srgbClr val="657580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</a:p>
        </c:txPr>
        <c:crossAx val="48650112"/>
      </c:valAx>
      <c:valAx>
        <c:axId val="48650112"/>
        <c:scaling>
          <c:orientation val="minMax"/>
          <c:max val="0.5"/>
          <c:min val="0.15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650">
                    <a:solidFill>
                      <a:srgbClr val="173042"/>
                    </a:solidFill>
                    <a:latin typeface="Arial Unicode MS"/>
                    <a:ea typeface="Arial Unicode MS"/>
                    <a:cs typeface="Arial Unicode MS"/>
                  </a:rPr>
                  <a:t>自然死亡機率 d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650">
                  <a:solidFill>
                    <a:srgbClr val="173042"/>
                  </a:solidFill>
                  <a:latin typeface="Arial Unicode MS"/>
                  <a:ea typeface="Arial Unicode MS"/>
                  <a:cs typeface="Arial Unicode MS"/>
                </a:defRPr>
              </a:pPr>
            </a:p>
          </c:txPr>
        </c:title>
        <c:numFmt formatCode="0.00"/>
        <c:majorTickMark val="none"/>
        <c:minorTickMark val="none"/>
        <c:tickLblPos val="low"/>
        <c:spPr>
          <a:ln xmlns:a="http://schemas.openxmlformats.org/drawingml/2006/main" w="9525">
            <a:solidFill>
              <a:srgbClr val="657580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</a:p>
        </c:txPr>
        <c:crossAx val="48672768"/>
        <c:majorUnit val="0.05"/>
      </c:valAx>
      <c:spPr>
        <a:solidFill xmlns:a="http://schemas.openxmlformats.org/drawingml/2006/main">
          <a:srgbClr val="FCFBF8"/>
        </a:solidFill>
        <a:ln xmlns:a="http://schemas.openxmlformats.org/drawingml/2006/main" w="0">
          <a:noFill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425">
              <a:solidFill>
                <a:srgbClr val="173042"/>
              </a:solidFill>
              <a:latin typeface="Arial Unicode MS"/>
              <a:ea typeface="Arial Unicode MS"/>
              <a:cs typeface="Arial Unicode MS"/>
            </a:defRPr>
          </a:pPr>
        </a:p>
      </c:txPr>
    </c:legend>
    <c:plotVisOnly val="1"/>
  </c:chart>
  <c:spPr>
    <a:solidFill xmlns:a="http://schemas.openxmlformats.org/drawingml/2006/main">
      <a:srgbClr val="FCFBF8"/>
    </a:solidFill>
    <a:ln xmlns:a="http://schemas.openxmlformats.org/drawingml/2006/main" w="0">
      <a:noFill/>
    </a:ln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CFB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12F2EDD-E9BD-4550-882D-24A0D02AA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225" b="1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rPr>
              <a:t>腫瘤模擬程式的設計與數學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A212537-8FE9-401F-9764-274F03383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90625"/>
            <a:ext cx="109347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rPr>
              <a:t>BME 6120　程式實作、狀態轉移與模擬結果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E4F2B7F-1366-4903-99F7-1BB1F95C2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05575"/>
            <a:ext cx="457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rPr>
              <a:t>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4E9055C-E839-4051-841C-09940E9F0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333625"/>
            <a:ext cx="10763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7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rPr>
              <a:t>一代更新：存活、分裂，再讓子代突變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984F8CF-3573-42D6-979E-47A347B38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857750"/>
            <a:ext cx="10763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75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rPr>
              <a:t>閱讀順序：資料表示 → 更新規則 → 統計與證據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09B8687-10EB-4A82-A623-0D005F810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895975"/>
            <a:ext cx="1047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rPr>
              <a:t>程式以基因型計數模擬同步世代，參數為教學假設。</a:t>
            </a:r>
          </a:p>
        </p:txBody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ce6af5d64af4143"/>
          <a:stretch xmlns:a="http://schemas.openxmlformats.org/drawingml/2006/main"/>
        </p:blipFill>
        <p:spPr>
          <a:xfrm xmlns:a="http://schemas.openxmlformats.org/drawingml/2006/main">
            <a:off x="666750" y="3529823"/>
            <a:ext cx="10810875" cy="750854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225071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CFB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A7F3AFF-154F-4336-AC3E-468BDC9E3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225" b="1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rPr>
              <a:t>負荷下降之後，為何又回升？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CD872EB-C8BC-435B-91A1-7271D2427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90625"/>
            <a:ext cx="109347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rPr>
              <a:t>主治療情境的 30 次試驗，先提出需要解釋的現象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7613A6D-A036-4AB6-9BAE-F624AFBD8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05575"/>
            <a:ext cx="457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rPr>
              <a:t>02</a:t>
            </a:r>
          </a:p>
        </p:txBody>
      </p:sp>
      <p:graphicFrame>
        <p:nvGraphicFramePr>
          <p:cNvPr id="11" name="Chart"/>
          <p:cNvGraphicFramePr/>
          <p:nvPr/>
        </p:nvGraphicFramePr>
        <p:xfrm>
          <a:off xmlns:a="http://schemas.openxmlformats.org/drawingml/2006/main" x="619125" y="1905000"/>
          <a:ext xmlns:a="http://schemas.openxmlformats.org/drawingml/2006/main" cx="8334375" cy="3619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e2d389bce9c54b67"/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0F209C7-9E82-4C8D-A44A-6FEE32642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571750"/>
            <a:ext cx="228600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236B8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250" b="1">
                <a:solidFill>
                  <a:srgbClr val="236B8E"/>
                </a:solidFill>
                <a:latin typeface="Arial Unicode MS"/>
                <a:ea typeface="Arial Unicode MS"/>
                <a:cs typeface="Arial Unicode MS"/>
              </a:rPr>
              <a:t>負荷下降</a:t>
            </a:r>
          </a:p>
          <a:p xmlns:a="http://schemas.openxmlformats.org/drawingml/2006/main">
            <a:pPr algn="l">
              <a:defRPr sz="2250" b="1">
                <a:solidFill>
                  <a:srgbClr val="236B8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250" b="1">
                <a:solidFill>
                  <a:srgbClr val="236B8E"/>
                </a:solidFill>
                <a:latin typeface="Arial Unicode MS"/>
                <a:ea typeface="Arial Unicode MS"/>
                <a:cs typeface="Arial Unicode MS"/>
              </a:rPr>
              <a:t>組成如何改變？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D400ECD-1E22-49BB-8B54-4BF346058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4333875"/>
            <a:ext cx="228600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rPr>
              <a:t>用程式規則</a:t>
            </a:r>
          </a:p>
          <a:p xmlns:a="http://schemas.openxmlformats.org/drawingml/2006/main">
            <a:pPr algn="l">
              <a:defRPr sz="1875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rPr>
              <a:t>建立機制解釋</a:t>
            </a:r>
          </a:p>
          <a:p xmlns:a="http://schemas.openxmlformats.org/drawingml/2006/main">
            <a:pPr algn="l">
              <a:defRPr sz="1875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rPr>
              <a:t>再回到結果驗證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17B5633-C84F-4ACC-9424-5CA29A487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895975"/>
            <a:ext cx="1047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rPr>
              <a:t>先看現象，再讀實作與數學，最後用完整圖組檢查解釋。</a:t>
            </a:r>
          </a:p>
        </p:txBody>
      </p:sp>
    </p:spTree>
    <p:extLst>
      <p:ext uri="{BB962C8B-B14F-4D97-AF65-F5344CB8AC3E}">
        <p14:creationId xmlns:p14="http://schemas.microsoft.com/office/powerpoint/2010/main" val="178864051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CFB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F1A740E-C758-4AA8-9B11-2C7C23A2E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225" b="1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rPr>
              <a:t>程式架構：核心模擬與實驗分析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FEB7B4A-FEBF-4267-95C2-86A742087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90625"/>
            <a:ext cx="109347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rPr>
              <a:t>每個函數解決一個明確問題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1089D72-FB39-426B-BF72-C0CB0471B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05575"/>
            <a:ext cx="457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rPr>
              <a:t>03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2CAF81A-4D44-48C6-9DD0-516F161CF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76450"/>
            <a:ext cx="2238375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7"/>
          </a:solidFill>
          <a:ln xmlns:a="http://schemas.openxmlformats.org/drawingml/2006/main" w="14288">
            <a:solidFill>
              <a:srgbClr val="236B8E"/>
            </a:solidFill>
          </a:ln>
        </p:spPr>
        <p:txBody>
          <a:bodyPr xmlns:a="http://schemas.openxmlformats.org/drawingml/2006/main" lIns="85725" tIns="47625" rIns="85725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rPr>
              <a:t>Config</a:t>
            </a:r>
          </a:p>
          <a:p xmlns:a="http://schemas.openxmlformats.org/drawingml/2006/main">
            <a:pPr algn="ctr">
              <a:defRPr sz="2025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rPr>
              <a:t>參數與驗證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608C13C-65E6-4489-BAD2-D55E81235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076450"/>
            <a:ext cx="276225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7"/>
          </a:solidFill>
          <a:ln xmlns:a="http://schemas.openxmlformats.org/drawingml/2006/main" w="14288">
            <a:solidFill>
              <a:srgbClr val="236B8E"/>
            </a:solidFill>
          </a:ln>
        </p:spPr>
        <p:txBody>
          <a:bodyPr xmlns:a="http://schemas.openxmlformats.org/drawingml/2006/main" lIns="85725" tIns="47625" rIns="85725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rPr>
              <a:t>simulate()</a:t>
            </a:r>
          </a:p>
          <a:p xmlns:a="http://schemas.openxmlformats.org/drawingml/2006/main">
            <a:pPr algn="ctr">
              <a:defRPr sz="2025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rPr>
              <a:t>一條隨機路徑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8BAC324-424B-401A-9D6A-2100BD8CB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076450"/>
            <a:ext cx="34290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7"/>
          </a:solidFill>
          <a:ln xmlns:a="http://schemas.openxmlformats.org/drawingml/2006/main" w="14288">
            <a:solidFill>
              <a:srgbClr val="236B8E"/>
            </a:solidFill>
          </a:ln>
        </p:spPr>
        <p:txBody>
          <a:bodyPr xmlns:a="http://schemas.openxmlformats.org/drawingml/2006/main" lIns="85725" tIns="47625" rIns="85725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rPr>
              <a:t>Result</a:t>
            </a:r>
          </a:p>
          <a:p xmlns:a="http://schemas.openxmlformats.org/drawingml/2006/main">
            <a:pPr algn="ctr">
              <a:defRPr sz="2025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rPr>
              <a:t>摘要與完整快照</a:t>
            </a:r>
          </a:p>
        </p:txBody>
      </p:sp>
      <p:cxnSp>
        <p:nvCxnSpPr>
          <p:cNvPr id="18" name=""/>
          <p:cNvCxnSpPr>
            <a:stCxn xmlns:a="http://schemas.openxmlformats.org/drawingml/2006/main" id="4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>
            <a:off x="2905125" y="2505075"/>
            <a:ext cx="8096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657580"/>
            </a:solidFill>
            <a:tailEnd type="triangle" w="med" len="med"/>
          </a:ln>
        </p:spPr>
      </p:cxnSp>
      <p:cxnSp>
        <p:nvCxnSpPr>
          <p:cNvPr id="19" name=""/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6477000" y="2505075"/>
            <a:ext cx="10477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657580"/>
            </a:solidFill>
            <a:tailEnd type="triangle" w="med" len="med"/>
          </a:ln>
        </p:spPr>
      </p:cxn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F7EEF2C-7164-4A33-905C-7742F36E3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429000"/>
            <a:ext cx="6048375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rPr>
              <a:t>表型與機率</a:t>
            </a:r>
          </a:p>
          <a:p xmlns:a="http://schemas.openxmlformats.org/drawingml/2006/main">
            <a:pPr algn="l">
              <a:defRPr sz="1875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rPr>
              <a:t>driver_count / suppressor_loss</a:t>
            </a:r>
          </a:p>
          <a:p xmlns:a="http://schemas.openxmlformats.org/drawingml/2006/main">
            <a:pPr algn="l">
              <a:defRPr sz="1875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rPr>
              <a:t>growth_probabilities / il11_environment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3722BCE-1CB2-4496-A62B-FD80A86C7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3429000"/>
            <a:ext cx="4333875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rPr>
              <a:t>多次試驗與結果</a:t>
            </a:r>
          </a:p>
          <a:p xmlns:a="http://schemas.openxmlformats.org/drawingml/2006/main">
            <a:pPr algn="l">
              <a:defRPr sz="1875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rPr>
              <a:t>main / plot_therapy_ensemble</a:t>
            </a:r>
          </a:p>
          <a:p xmlns:a="http://schemas.openxmlformats.org/drawingml/2006/main">
            <a:pPr algn="l">
              <a:defRPr sz="1875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rPr>
              <a:t>therapy_outcome / run_comparisons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14FDEF8-BF13-4D5E-A41A-9241F037F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895975"/>
            <a:ext cx="1047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rPr>
              <a:t>核心模擬決定資料如何生成，分析函數決定如何解讀資料。</a:t>
            </a:r>
          </a:p>
        </p:txBody>
      </p:sp>
    </p:spTree>
    <p:extLst>
      <p:ext uri="{BB962C8B-B14F-4D97-AF65-F5344CB8AC3E}">
        <p14:creationId xmlns:p14="http://schemas.microsoft.com/office/powerpoint/2010/main" val="195828090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CFB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8F4716C-C0FD-4AFA-92F6-AE56B8884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225" b="1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rPr>
              <a:t>Config：把假設變成可檢查的參數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7627561-8C0B-47C7-A043-40EF76A2E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90625"/>
            <a:ext cx="109347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rPr>
              <a:t>設定集中管理，避免各函數使用不同規則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9DA98C1-B558-46E3-B692-D64E4A5D8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05575"/>
            <a:ext cx="457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rPr>
              <a:t>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0507DA0-D3B0-4E17-B384-B1CEAB5D9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47875"/>
            <a:ext cx="619125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3042"/>
                </a:solidFill>
                <a:latin typeface="Menlo"/>
                <a:ea typeface="Menlo"/>
                <a:cs typeface="Menlo"/>
              </a:defRPr>
            </a:pPr>
            <a:r>
              <a:rPr sz="1425" b="0">
                <a:solidFill>
                  <a:srgbClr val="173042"/>
                </a:solidFill>
                <a:latin typeface="Menlo"/>
                <a:ea typeface="Menlo"/>
                <a:cs typeface="Menlo"/>
              </a:rPr>
              <a:t>@dataclass(frozen=True)</a:t>
            </a:r>
          </a:p>
          <a:p xmlns:a="http://schemas.openxmlformats.org/drawingml/2006/main">
            <a:pPr algn="l">
              <a:defRPr sz="1425" b="0">
                <a:solidFill>
                  <a:srgbClr val="173042"/>
                </a:solidFill>
                <a:latin typeface="Menlo"/>
                <a:ea typeface="Menlo"/>
                <a:cs typeface="Menlo"/>
              </a:defRPr>
            </a:pPr>
            <a:r>
              <a:rPr sz="1425" b="0">
                <a:solidFill>
                  <a:srgbClr val="173042"/>
                </a:solidFill>
                <a:latin typeface="Menlo"/>
                <a:ea typeface="Menlo"/>
                <a:cs typeface="Menlo"/>
              </a:rPr>
              <a:t>class Config:</a:t>
            </a:r>
          </a:p>
          <a:p xmlns:a="http://schemas.openxmlformats.org/drawingml/2006/main">
            <a:pPr algn="l">
              <a:defRPr sz="1425" b="0">
                <a:solidFill>
                  <a:srgbClr val="173042"/>
                </a:solidFill>
                <a:latin typeface="Menlo"/>
                <a:ea typeface="Menlo"/>
                <a:cs typeface="Menlo"/>
              </a:defRPr>
            </a:pPr>
            <a:r>
              <a:rPr sz="1425" b="0">
                <a:solidFill>
                  <a:srgbClr val="173042"/>
                </a:solidFill>
                <a:latin typeface="Menlo"/>
                <a:ea typeface="Menlo"/>
                <a:cs typeface="Menlo"/>
              </a:rPr>
              <a:t>    n_genes: int = 20</a:t>
            </a:r>
          </a:p>
          <a:p xmlns:a="http://schemas.openxmlformats.org/drawingml/2006/main">
            <a:pPr algn="l">
              <a:defRPr sz="1425" b="0">
                <a:solidFill>
                  <a:srgbClr val="173042"/>
                </a:solidFill>
                <a:latin typeface="Menlo"/>
                <a:ea typeface="Menlo"/>
                <a:cs typeface="Menlo"/>
              </a:defRPr>
            </a:pPr>
            <a:r>
              <a:rPr sz="1425" b="0">
                <a:solidFill>
                  <a:srgbClr val="173042"/>
                </a:solidFill>
                <a:latin typeface="Menlo"/>
                <a:ea typeface="Menlo"/>
                <a:cs typeface="Menlo"/>
              </a:rPr>
              <a:t>    driver_genes: tuple[int, ...] = (0, 1, 2)</a:t>
            </a:r>
          </a:p>
          <a:p xmlns:a="http://schemas.openxmlformats.org/drawingml/2006/main">
            <a:pPr algn="l">
              <a:defRPr sz="1425" b="0">
                <a:solidFill>
                  <a:srgbClr val="173042"/>
                </a:solidFill>
                <a:latin typeface="Menlo"/>
                <a:ea typeface="Menlo"/>
                <a:cs typeface="Menlo"/>
              </a:defRPr>
            </a:pPr>
            <a:r>
              <a:rPr sz="1425" b="0">
                <a:solidFill>
                  <a:srgbClr val="173042"/>
                </a:solidFill>
                <a:latin typeface="Menlo"/>
                <a:ea typeface="Menlo"/>
                <a:cs typeface="Menlo"/>
              </a:rPr>
              <a:t>    mutation_rate: float = 0.001</a:t>
            </a:r>
          </a:p>
          <a:p xmlns:a="http://schemas.openxmlformats.org/drawingml/2006/main">
            <a:pPr algn="l">
              <a:defRPr sz="1425" b="0">
                <a:solidFill>
                  <a:srgbClr val="173042"/>
                </a:solidFill>
                <a:latin typeface="Menlo"/>
                <a:ea typeface="Menlo"/>
                <a:cs typeface="Menlo"/>
              </a:defRPr>
            </a:pPr>
            <a:r>
              <a:rPr sz="1425" b="0">
                <a:solidFill>
                  <a:srgbClr val="173042"/>
                </a:solidFill>
                <a:latin typeface="Menlo"/>
                <a:ea typeface="Menlo"/>
                <a:cs typeface="Menlo"/>
              </a:rPr>
              <a:t>    death_rate: float = 0.30</a:t>
            </a:r>
          </a:p>
          <a:p xmlns:a="http://schemas.openxmlformats.org/drawingml/2006/main">
            <a:pPr algn="l">
              <a:defRPr sz="1425" b="0">
                <a:solidFill>
                  <a:srgbClr val="173042"/>
                </a:solidFill>
                <a:latin typeface="Menlo"/>
                <a:ea typeface="Menlo"/>
                <a:cs typeface="Menlo"/>
              </a:defRPr>
            </a:pPr>
            <a:r>
              <a:rPr sz="1425" b="0">
                <a:solidFill>
                  <a:srgbClr val="173042"/>
                </a:solidFill>
                <a:latin typeface="Menlo"/>
                <a:ea typeface="Menlo"/>
                <a:cs typeface="Menlo"/>
              </a:rPr>
              <a:t>    driver_death_reduction: float = 0.08</a:t>
            </a:r>
          </a:p>
          <a:p xmlns:a="http://schemas.openxmlformats.org/drawingml/2006/main">
            <a:pPr algn="l">
              <a:defRPr sz="1425" b="0">
                <a:solidFill>
                  <a:srgbClr val="173042"/>
                </a:solidFill>
                <a:latin typeface="Menlo"/>
                <a:ea typeface="Menlo"/>
                <a:cs typeface="Menlo"/>
              </a:defRPr>
            </a:pPr>
            <a:r>
              <a:rPr sz="1425" b="0">
                <a:solidFill>
                  <a:srgbClr val="173042"/>
                </a:solidFill>
                <a:latin typeface="Menlo"/>
                <a:ea typeface="Menlo"/>
                <a:cs typeface="Menlo"/>
              </a:rPr>
              <a:t>    triple_probability: float = 0.04</a:t>
            </a:r>
          </a:p>
          <a:p xmlns:a="http://schemas.openxmlformats.org/drawingml/2006/main">
            <a:pPr algn="l">
              <a:defRPr sz="1425" b="0">
                <a:solidFill>
                  <a:srgbClr val="173042"/>
                </a:solidFill>
                <a:latin typeface="Menlo"/>
                <a:ea typeface="Menlo"/>
                <a:cs typeface="Menlo"/>
              </a:defRPr>
            </a:pPr>
            <a:r>
              <a:rPr sz="1425" b="0">
                <a:solidFill>
                  <a:srgbClr val="173042"/>
                </a:solidFill>
                <a:latin typeface="Menlo"/>
                <a:ea typeface="Menlo"/>
                <a:cs typeface="Menlo"/>
              </a:rPr>
              <a:t>    driver_triple_bonus: float = 0.12</a:t>
            </a:r>
          </a:p>
          <a:p xmlns:a="http://schemas.openxmlformats.org/drawingml/2006/main">
            <a:pPr algn="l">
              <a:defRPr sz="1425" b="0">
                <a:solidFill>
                  <a:srgbClr val="173042"/>
                </a:solidFill>
                <a:latin typeface="Menlo"/>
                <a:ea typeface="Menlo"/>
                <a:cs typeface="Menlo"/>
              </a:defRPr>
            </a:pPr>
            <a:r>
              <a:rPr sz="1425" b="0">
                <a:solidFill>
                  <a:srgbClr val="173042"/>
                </a:solidFill>
                <a:latin typeface="Menlo"/>
                <a:ea typeface="Menlo"/>
                <a:cs typeface="Menlo"/>
              </a:rPr>
              <a:t>    max_cells: int = 1_000_000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E530D17-A955-49B2-A84B-558093315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085975"/>
            <a:ext cx="414337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rPr>
              <a:t>frozen=True 保護本次設定</a:t>
            </a:r>
          </a:p>
          <a:p xmlns:a="http://schemas.openxmlformats.org/drawingml/2006/main">
            <a:pPr algn="l">
              <a:def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rPr>
              <a:t>replace() 建立新實驗條件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A9C39B8-9A2E-4EA0-BC0E-06BCA50FB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009900"/>
            <a:ext cx="414337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rPr>
              <a:t>μ 是每個未突變位元的機率</a:t>
            </a:r>
          </a:p>
          <a:p xmlns:a="http://schemas.openxmlformats.org/drawingml/2006/main">
            <a:pPr algn="l">
              <a:def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rPr>
              <a:t>q 是存活後產生三子代的機率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B6CBB8F-C9B7-4FB9-9073-A949BFF39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933825"/>
            <a:ext cx="414337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rPr>
              <a:t>max_cells 是計算停止門檻</a:t>
            </a:r>
          </a:p>
          <a:p xmlns:a="http://schemas.openxmlformats.org/drawingml/2006/main">
            <a:pPr algn="l">
              <a:def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rPr>
              <a:t>不代表腫瘤承載量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A5369E0-695B-44D8-AB48-E1CF746E7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895975"/>
            <a:ext cx="1047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rPr>
              <a:t>原始碼節錄，長行採視覺折行。省略註解與非核心行，詳細說明見備註。</a:t>
            </a:r>
          </a:p>
        </p:txBody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68d0e24186b4003"/>
          <a:stretch xmlns:a="http://schemas.openxmlformats.org/drawingml/2006/main"/>
        </p:blipFill>
        <p:spPr>
          <a:xfrm xmlns:a="http://schemas.openxmlformats.org/drawingml/2006/main">
            <a:off x="685800" y="5238750"/>
            <a:ext cx="10772775" cy="61912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555018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CFB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DB0A4A8-F31F-4CAC-A918-8EB500AFF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225" b="1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rPr>
              <a:t>population：稀疏字典表示整個腫瘤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57387BF-931C-4F23-81D0-EBD46BA69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90625"/>
            <a:ext cx="109347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rPr>
              <a:t>字典鍵是基因型整數，值是具有該基因型的細胞數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7046C95-94EA-4A2C-95F9-60453CDA4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05575"/>
            <a:ext cx="457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rPr>
              <a:t>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09785B9-0EA3-4874-821B-5C10D6E00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47875"/>
            <a:ext cx="619125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3042"/>
                </a:solidFill>
                <a:latin typeface="Menlo"/>
                <a:ea typeface="Menlo"/>
                <a:cs typeface="Menlo"/>
              </a:defRPr>
            </a:pPr>
            <a:r>
              <a:rPr sz="1425" b="0">
                <a:solidFill>
                  <a:srgbClr val="173042"/>
                </a:solidFill>
                <a:latin typeface="Menlo"/>
                <a:ea typeface="Menlo"/>
                <a:cs typeface="Menlo"/>
              </a:rPr>
              <a:t>rng = np.random.default_rng(seed)</a:t>
            </a:r>
          </a:p>
          <a:p xmlns:a="http://schemas.openxmlformats.org/drawingml/2006/main">
            <a:pPr algn="l">
              <a:defRPr sz="1425" b="0">
                <a:solidFill>
                  <a:srgbClr val="173042"/>
                </a:solidFill>
                <a:latin typeface="Menlo"/>
                <a:ea typeface="Menlo"/>
                <a:cs typeface="Menlo"/>
              </a:defRPr>
            </a:pPr>
            <a:r>
              <a:rPr sz="1425" b="0">
                <a:solidFill>
                  <a:srgbClr val="173042"/>
                </a:solidFill>
                <a:latin typeface="Menlo"/>
                <a:ea typeface="Menlo"/>
                <a:cs typeface="Menlo"/>
              </a:rPr>
              <a:t>population = {0: config.initial_cells}</a:t>
            </a:r>
          </a:p>
          <a:p xmlns:a="http://schemas.openxmlformats.org/drawingml/2006/main">
            <a:pPr algn="l">
              <a:defRPr sz="1425" b="0">
                <a:solidFill>
                  <a:srgbClr val="173042"/>
                </a:solidFill>
                <a:latin typeface="Menlo"/>
                <a:ea typeface="Menlo"/>
                <a:cs typeface="Menlo"/>
              </a:defRPr>
            </a:pPr>
            <a:r>
              <a:rPr sz="1425" b="0">
                <a:solidFill>
                  <a:srgbClr val="173042"/>
                </a:solidFill>
                <a:latin typeface="Menlo"/>
                <a:ea typeface="Menlo"/>
                <a:cs typeface="Menlo"/>
              </a:rPr>
              <a:t>for generation in range(config.generations + 1):</a:t>
            </a:r>
          </a:p>
          <a:p xmlns:a="http://schemas.openxmlformats.org/drawingml/2006/main">
            <a:pPr algn="l">
              <a:defRPr sz="1425" b="0">
                <a:solidFill>
                  <a:srgbClr val="173042"/>
                </a:solidFill>
                <a:latin typeface="Menlo"/>
                <a:ea typeface="Menlo"/>
                <a:cs typeface="Menlo"/>
              </a:defRPr>
            </a:pPr>
            <a:r>
              <a:rPr sz="1425" b="0">
                <a:solidFill>
                  <a:srgbClr val="173042"/>
                </a:solidFill>
                <a:latin typeface="Menlo"/>
                <a:ea typeface="Menlo"/>
                <a:cs typeface="Menlo"/>
              </a:rPr>
              <a:t>    row = summarize(population, generation, config)</a:t>
            </a:r>
          </a:p>
          <a:p xmlns:a="http://schemas.openxmlformats.org/drawingml/2006/main">
            <a:pPr algn="l">
              <a:defRPr sz="1425" b="0">
                <a:solidFill>
                  <a:srgbClr val="173042"/>
                </a:solidFill>
                <a:latin typeface="Menlo"/>
                <a:ea typeface="Menlo"/>
                <a:cs typeface="Menlo"/>
              </a:defRPr>
            </a:pPr>
            <a:r>
              <a:rPr sz="1425" b="0">
                <a:solidFill>
                  <a:srgbClr val="173042"/>
                </a:solidFill>
                <a:latin typeface="Menlo"/>
                <a:ea typeface="Menlo"/>
                <a:cs typeface="Menlo"/>
              </a:rPr>
              <a:t>    history.append(row)</a:t>
            </a:r>
          </a:p>
          <a:p xmlns:a="http://schemas.openxmlformats.org/drawingml/2006/main">
            <a:pPr algn="l">
              <a:defRPr sz="1425" b="0">
                <a:solidFill>
                  <a:srgbClr val="173042"/>
                </a:solidFill>
                <a:latin typeface="Menlo"/>
                <a:ea typeface="Menlo"/>
                <a:cs typeface="Menlo"/>
              </a:defRPr>
            </a:pPr>
            <a:r>
              <a:rPr sz="1425" b="0">
                <a:solidFill>
                  <a:srgbClr val="173042"/>
                </a:solidFill>
                <a:latin typeface="Menlo"/>
                <a:ea typeface="Menlo"/>
                <a:cs typeface="Menlo"/>
              </a:rPr>
              <a:t>    populations.append(dict(population))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0F284B8-56F1-4383-8A0C-C599C6E7E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085975"/>
            <a:ext cx="414337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rPr>
              <a:t>{0: 100} 表示 100 個全未突變細胞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4E2D734-F89A-4BBB-B2CA-FA079C8CD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009900"/>
            <a:ext cx="414337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rPr>
              <a:t>history 保存逐代摘要</a:t>
            </a:r>
          </a:p>
          <a:p xmlns:a="http://schemas.openxmlformats.org/drawingml/2006/main">
            <a:pPr algn="l">
              <a:def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rPr>
              <a:t>populations 保存字典副本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F7AECF1-4396-4119-B7E9-5DEAD3CDC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933825"/>
            <a:ext cx="414337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rPr>
              <a:t>只儲存實際出現的基因型</a:t>
            </a:r>
          </a:p>
          <a:p xmlns:a="http://schemas.openxmlformats.org/drawingml/2006/main">
            <a:pPr algn="l">
              <a:def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rPr>
              <a:t>不必配置 2²² 個空欄位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B9ED462-AE46-4E15-A9FF-1423502E7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895975"/>
            <a:ext cx="1047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rPr>
              <a:t>原始碼節錄，長行採視覺折行。省略註解與非核心行，詳細說明見備註。</a:t>
            </a:r>
          </a:p>
        </p:txBody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6f27e02c46c4cf0"/>
          <a:stretch xmlns:a="http://schemas.openxmlformats.org/drawingml/2006/main"/>
        </p:blipFill>
        <p:spPr>
          <a:xfrm xmlns:a="http://schemas.openxmlformats.org/drawingml/2006/main">
            <a:off x="3477292" y="4953000"/>
            <a:ext cx="5189792" cy="90487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929775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CFB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9C0EB7E-A7E8-4D99-8DBA-B96516FF8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225" b="1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rPr>
              <a:t>Bitmask：用位元檢查基因是否突變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6894C89-3043-4DA8-ACB9-CB1EA5FB3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90625"/>
            <a:ext cx="109347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rPr>
              <a:t>1 &lt;&lt; g 選取第 g 位，AND 檢查，OR 設定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94E4A8F-4E55-4E4E-827F-08F48C0D6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05575"/>
            <a:ext cx="457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rPr>
              <a:t>06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2D87882-9F84-4D65-9749-DFC15D81D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47875"/>
            <a:ext cx="619125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3042"/>
                </a:solidFill>
                <a:latin typeface="Menlo"/>
                <a:ea typeface="Menlo"/>
                <a:cs typeface="Menlo"/>
              </a:defRPr>
            </a:pPr>
            <a:r>
              <a:rPr sz="1425" b="0">
                <a:solidFill>
                  <a:srgbClr val="173042"/>
                </a:solidFill>
                <a:latin typeface="Menlo"/>
                <a:ea typeface="Menlo"/>
                <a:cs typeface="Menlo"/>
              </a:rPr>
              <a:t>return sum(bool(genotype &amp; (1 &lt;&lt; g)) for g in</a:t>
            </a:r>
          </a:p>
          <a:p xmlns:a="http://schemas.openxmlformats.org/drawingml/2006/main">
            <a:pPr algn="l">
              <a:defRPr sz="1425" b="0">
                <a:solidFill>
                  <a:srgbClr val="173042"/>
                </a:solidFill>
                <a:latin typeface="Menlo"/>
                <a:ea typeface="Menlo"/>
                <a:cs typeface="Menlo"/>
              </a:defRPr>
            </a:pPr>
            <a:r>
              <a:rPr sz="1425" b="0">
                <a:solidFill>
                  <a:srgbClr val="173042"/>
                </a:solidFill>
                <a:latin typeface="Menlo"/>
                <a:ea typeface="Menlo"/>
                <a:cs typeface="Menlo"/>
              </a:rPr>
              <a:t>    config.driver_genes)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EB55EF2-45F9-4B7E-82DE-6AF2C033C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085975"/>
            <a:ext cx="414337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rPr>
              <a:t>第 3 位的遮罩為 1 &lt;&lt; 3 = 8</a:t>
            </a:r>
          </a:p>
          <a:p xmlns:a="http://schemas.openxmlformats.org/drawingml/2006/main">
            <a:pPr algn="l">
              <a:def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rPr>
              <a:t>抗藥細胞滿足 genotype &amp; 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B3E3708-AF39-47B8-9EDD-71FE005E6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009900"/>
            <a:ext cx="414337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rPr>
              <a:t>例：9 = 00001001₂</a:t>
            </a:r>
          </a:p>
          <a:p xmlns:a="http://schemas.openxmlformats.org/drawingml/2006/main">
            <a:pPr algn="l">
              <a:def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rPr>
              <a:t>第 0 與第 3 位已突變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9FBAC88-D441-4852-A660-DEBD416EE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933825"/>
            <a:ext cx="414337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rPr>
              <a:t>driver_count 計數 oncogene</a:t>
            </a:r>
          </a:p>
          <a:p xmlns:a="http://schemas.openxmlformats.org/drawingml/2006/main">
            <a:pPr algn="l">
              <a:def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rPr>
              <a:t>抗藥與 driver 表型分開判定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E03E079-6E0F-4603-A3B9-DC51D7C54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895975"/>
            <a:ext cx="1047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rPr>
              <a:t>原始碼節錄，長行採視覺折行。省略註解與非核心行，詳細說明見備註。</a:t>
            </a:r>
          </a:p>
        </p:txBody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c8c6012bac94bf0"/>
          <a:stretch xmlns:a="http://schemas.openxmlformats.org/drawingml/2006/main"/>
        </p:blipFill>
        <p:spPr>
          <a:xfrm xmlns:a="http://schemas.openxmlformats.org/drawingml/2006/main">
            <a:off x="2419350" y="5238750"/>
            <a:ext cx="7305675" cy="61912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39194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CFB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909F756-8B65-427E-8AE9-955362B6F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225" b="1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rPr>
              <a:t>TSG：two-hit 必須擊中同一基因的兩個等位基因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37BBEA4-F172-4330-8F02-652ABF2BC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90625"/>
            <a:ext cx="109347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rPr>
              <a:t>20 個基因座，兩個 TSG 各增加第二等位基因位元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78AF31C-7107-47BF-A8C0-122625C42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05575"/>
            <a:ext cx="457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rPr>
              <a:t>07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A22FB4C-D3FD-40A8-B26C-4359F6EC8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47875"/>
            <a:ext cx="619125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3042"/>
                </a:solidFill>
                <a:latin typeface="Menlo"/>
                <a:ea typeface="Menlo"/>
                <a:cs typeface="Menlo"/>
              </a:defRPr>
            </a:pPr>
            <a:r>
              <a:rPr sz="1425" b="0">
                <a:solidFill>
                  <a:srgbClr val="173042"/>
                </a:solidFill>
                <a:latin typeface="Menlo"/>
                <a:ea typeface="Menlo"/>
                <a:cs typeface="Menlo"/>
              </a:rPr>
              <a:t>second = config.n_genes +</a:t>
            </a:r>
          </a:p>
          <a:p xmlns:a="http://schemas.openxmlformats.org/drawingml/2006/main">
            <a:pPr algn="l">
              <a:defRPr sz="1425" b="0">
                <a:solidFill>
                  <a:srgbClr val="173042"/>
                </a:solidFill>
                <a:latin typeface="Menlo"/>
                <a:ea typeface="Menlo"/>
                <a:cs typeface="Menlo"/>
              </a:defRPr>
            </a:pPr>
            <a:r>
              <a:rPr sz="1425" b="0">
                <a:solidFill>
                  <a:srgbClr val="173042"/>
                </a:solidFill>
                <a:latin typeface="Menlo"/>
                <a:ea typeface="Menlo"/>
                <a:cs typeface="Menlo"/>
              </a:rPr>
              <a:t>    config.suppressor_genes.index(gene)</a:t>
            </a:r>
          </a:p>
          <a:p xmlns:a="http://schemas.openxmlformats.org/drawingml/2006/main">
            <a:pPr algn="l">
              <a:defRPr sz="1425" b="0">
                <a:solidFill>
                  <a:srgbClr val="173042"/>
                </a:solidFill>
                <a:latin typeface="Menlo"/>
                <a:ea typeface="Menlo"/>
                <a:cs typeface="Menlo"/>
              </a:defRPr>
            </a:pPr>
            <a:r>
              <a:rPr sz="1425" b="0">
                <a:solidFill>
                  <a:srgbClr val="173042"/>
                </a:solidFill>
                <a:latin typeface="Menlo"/>
                <a:ea typeface="Menlo"/>
                <a:cs typeface="Menlo"/>
              </a:rPr>
              <a:t>return int(bool(genotype &amp; (1 &lt;&lt; gene))) +</a:t>
            </a:r>
          </a:p>
          <a:p xmlns:a="http://schemas.openxmlformats.org/drawingml/2006/main">
            <a:pPr algn="l">
              <a:defRPr sz="1425" b="0">
                <a:solidFill>
                  <a:srgbClr val="173042"/>
                </a:solidFill>
                <a:latin typeface="Menlo"/>
                <a:ea typeface="Menlo"/>
                <a:cs typeface="Menlo"/>
              </a:defRPr>
            </a:pPr>
            <a:r>
              <a:rPr sz="1425" b="0">
                <a:solidFill>
                  <a:srgbClr val="173042"/>
                </a:solidFill>
                <a:latin typeface="Menlo"/>
                <a:ea typeface="Menlo"/>
                <a:cs typeface="Menlo"/>
              </a:rPr>
              <a:t>    int(bool(genotype &amp; (1 &lt;&lt; second)))</a:t>
            </a:r>
          </a:p>
          <a:p xmlns:a="http://schemas.openxmlformats.org/drawingml/2006/main">
            <a:pPr algn="l">
              <a:defRPr sz="1425" b="0">
                <a:solidFill>
                  <a:srgbClr val="173042"/>
                </a:solidFill>
                <a:latin typeface="Menlo"/>
                <a:ea typeface="Menlo"/>
                <a:cs typeface="Menlo"/>
              </a:defRPr>
            </a:pPr>
            <a:r>
              <a:rPr sz="1425" b="0">
                <a:solidFill>
                  <a:srgbClr val="173042"/>
                </a:solidFill>
                <a:latin typeface="Menlo"/>
                <a:ea typeface="Menlo"/>
                <a:cs typeface="Menlo"/>
              </a:rPr>
              <a:t>return any(suppressor_alleles(genotype, gene, config)</a:t>
            </a:r>
          </a:p>
          <a:p xmlns:a="http://schemas.openxmlformats.org/drawingml/2006/main">
            <a:pPr algn="l">
              <a:defRPr sz="1425" b="0">
                <a:solidFill>
                  <a:srgbClr val="173042"/>
                </a:solidFill>
                <a:latin typeface="Menlo"/>
                <a:ea typeface="Menlo"/>
                <a:cs typeface="Menlo"/>
              </a:defRPr>
            </a:pPr>
            <a:r>
              <a:rPr sz="1425" b="0">
                <a:solidFill>
                  <a:srgbClr val="173042"/>
                </a:solidFill>
                <a:latin typeface="Menlo"/>
                <a:ea typeface="Menlo"/>
                <a:cs typeface="Menlo"/>
              </a:rPr>
              <a:t>    &gt;= config.suppressor_hits</a:t>
            </a:r>
          </a:p>
          <a:p xmlns:a="http://schemas.openxmlformats.org/drawingml/2006/main">
            <a:pPr algn="l">
              <a:defRPr sz="1425" b="0">
                <a:solidFill>
                  <a:srgbClr val="173042"/>
                </a:solidFill>
                <a:latin typeface="Menlo"/>
                <a:ea typeface="Menlo"/>
                <a:cs typeface="Menlo"/>
              </a:defRPr>
            </a:pPr>
            <a:r>
              <a:rPr sz="1425" b="0">
                <a:solidFill>
                  <a:srgbClr val="173042"/>
                </a:solidFill>
                <a:latin typeface="Menlo"/>
                <a:ea typeface="Menlo"/>
                <a:cs typeface="Menlo"/>
              </a:rPr>
              <a:t>           for gene in config.suppressor_genes)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7EE951A-4AAF-4F30-BCBC-B0BBAC849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085975"/>
            <a:ext cx="414337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rPr>
              <a:t>TSG gene 4：位元 4 與 20</a:t>
            </a:r>
          </a:p>
          <a:p xmlns:a="http://schemas.openxmlformats.org/drawingml/2006/main">
            <a:pPr algn="l">
              <a:def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rPr>
              <a:t>TSG gene 5：位元 5 與 21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E53134B-AAE2-491D-8CCE-5399391BC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009900"/>
            <a:ext cx="414337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rPr>
              <a:t>two-hit：同一基因有兩擊</a:t>
            </a:r>
          </a:p>
          <a:p xmlns:a="http://schemas.openxmlformats.org/drawingml/2006/main">
            <a:pPr algn="l">
              <a:def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rPr>
              <a:t>不同基因各一擊尚未達標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D20E75B-6BBA-4887-9889-653D01A3E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933825"/>
            <a:ext cx="414337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rPr>
              <a:t>any() 表示任一 TSG 達標</a:t>
            </a:r>
          </a:p>
          <a:p xmlns:a="http://schemas.openxmlformats.org/drawingml/2006/main">
            <a:pPr algn="l">
              <a:def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rPr>
              <a:t>每類優勢只加入一次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6FACADE-4875-4A7C-8A4D-C4366AFC1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895975"/>
            <a:ext cx="1047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rPr>
              <a:t>原始碼節錄，長行採視覺折行。省略註解與非核心行，詳細說明見備註。</a:t>
            </a:r>
          </a:p>
        </p:txBody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5f4c1e45c11486f"/>
          <a:stretch xmlns:a="http://schemas.openxmlformats.org/drawingml/2006/main"/>
        </p:blipFill>
        <p:spPr>
          <a:xfrm xmlns:a="http://schemas.openxmlformats.org/drawingml/2006/main">
            <a:off x="2440781" y="5238750"/>
            <a:ext cx="7262813" cy="61912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717275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CFB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51BD1AB-1375-4D95-8DB2-FE77208A2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225" b="1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rPr>
              <a:t>growth_probabilities：表型如何改變生長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AAF57DB-8861-4304-A262-110DE5B76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90625"/>
            <a:ext cx="109347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rPr>
              <a:t>Oncogene 與 TSG 優勢可相加，IL11 降低共享死亡率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28B7894-06D0-44D6-9FC2-CBA97A658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05575"/>
            <a:ext cx="457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rPr>
              <a:t>08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4A26073-351A-472A-A3B1-55D28516A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47875"/>
            <a:ext cx="619125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3042"/>
                </a:solidFill>
                <a:latin typeface="Menlo"/>
                <a:ea typeface="Menlo"/>
                <a:cs typeface="Menlo"/>
              </a:defRPr>
            </a:pPr>
            <a:r>
              <a:rPr sz="1425" b="0">
                <a:solidFill>
                  <a:srgbClr val="173042"/>
                </a:solidFill>
                <a:latin typeface="Menlo"/>
                <a:ea typeface="Menlo"/>
                <a:cs typeface="Menlo"/>
              </a:rPr>
              <a:t>oncogene = driver_count(genotype, config) &gt;=</a:t>
            </a:r>
          </a:p>
          <a:p xmlns:a="http://schemas.openxmlformats.org/drawingml/2006/main">
            <a:pPr algn="l">
              <a:defRPr sz="1425" b="0">
                <a:solidFill>
                  <a:srgbClr val="173042"/>
                </a:solidFill>
                <a:latin typeface="Menlo"/>
                <a:ea typeface="Menlo"/>
                <a:cs typeface="Menlo"/>
              </a:defRPr>
            </a:pPr>
            <a:r>
              <a:rPr sz="1425" b="0">
                <a:solidFill>
                  <a:srgbClr val="173042"/>
                </a:solidFill>
                <a:latin typeface="Menlo"/>
                <a:ea typeface="Menlo"/>
                <a:cs typeface="Menlo"/>
              </a:rPr>
              <a:t>    config.driver_hits</a:t>
            </a:r>
          </a:p>
          <a:p xmlns:a="http://schemas.openxmlformats.org/drawingml/2006/main">
            <a:pPr algn="l">
              <a:defRPr sz="1425" b="0">
                <a:solidFill>
                  <a:srgbClr val="173042"/>
                </a:solidFill>
                <a:latin typeface="Menlo"/>
                <a:ea typeface="Menlo"/>
                <a:cs typeface="Menlo"/>
              </a:defRPr>
            </a:pPr>
            <a:r>
              <a:rPr sz="1425" b="0">
                <a:solidFill>
                  <a:srgbClr val="173042"/>
                </a:solidFill>
                <a:latin typeface="Menlo"/>
                <a:ea typeface="Menlo"/>
                <a:cs typeface="Menlo"/>
              </a:rPr>
              <a:t>suppressor = suppressor_loss(genotype, config)</a:t>
            </a:r>
          </a:p>
          <a:p xmlns:a="http://schemas.openxmlformats.org/drawingml/2006/main">
            <a:pPr algn="l">
              <a:defRPr sz="1425" b="0">
                <a:solidFill>
                  <a:srgbClr val="173042"/>
                </a:solidFill>
                <a:latin typeface="Menlo"/>
                <a:ea typeface="Menlo"/>
                <a:cs typeface="Menlo"/>
              </a:defRPr>
            </a:pPr>
            <a:r>
              <a:rPr sz="1425" b="0">
                <a:solidFill>
                  <a:srgbClr val="173042"/>
                </a:solidFill>
                <a:latin typeface="Menlo"/>
                <a:ea typeface="Menlo"/>
                <a:cs typeface="Menlo"/>
              </a:rPr>
              <a:t>death = max(0, config.death_rate -</a:t>
            </a:r>
          </a:p>
          <a:p xmlns:a="http://schemas.openxmlformats.org/drawingml/2006/main">
            <a:pPr algn="l">
              <a:defRPr sz="1425" b="0">
                <a:solidFill>
                  <a:srgbClr val="173042"/>
                </a:solidFill>
                <a:latin typeface="Menlo"/>
                <a:ea typeface="Menlo"/>
                <a:cs typeface="Menlo"/>
              </a:defRPr>
            </a:pPr>
            <a:r>
              <a:rPr sz="1425" b="0">
                <a:solidFill>
                  <a:srgbClr val="173042"/>
                </a:solidFill>
                <a:latin typeface="Menlo"/>
                <a:ea typeface="Menlo"/>
                <a:cs typeface="Menlo"/>
              </a:rPr>
              <a:t>    config.driver_death_reduction * oncogene</a:t>
            </a:r>
          </a:p>
          <a:p xmlns:a="http://schemas.openxmlformats.org/drawingml/2006/main">
            <a:pPr algn="l">
              <a:defRPr sz="1425" b="0">
                <a:solidFill>
                  <a:srgbClr val="173042"/>
                </a:solidFill>
                <a:latin typeface="Menlo"/>
                <a:ea typeface="Menlo"/>
                <a:cs typeface="Menlo"/>
              </a:defRPr>
            </a:pPr>
            <a:r>
              <a:rPr sz="1425" b="0">
                <a:solidFill>
                  <a:srgbClr val="173042"/>
                </a:solidFill>
                <a:latin typeface="Menlo"/>
                <a:ea typeface="Menlo"/>
                <a:cs typeface="Menlo"/>
              </a:rPr>
              <a:t>            - config.suppressor_death_reduction *</a:t>
            </a:r>
          </a:p>
          <a:p xmlns:a="http://schemas.openxmlformats.org/drawingml/2006/main">
            <a:pPr algn="l">
              <a:defRPr sz="1425" b="0">
                <a:solidFill>
                  <a:srgbClr val="173042"/>
                </a:solidFill>
                <a:latin typeface="Menlo"/>
                <a:ea typeface="Menlo"/>
                <a:cs typeface="Menlo"/>
              </a:defRPr>
            </a:pPr>
            <a:r>
              <a:rPr sz="1425" b="0">
                <a:solidFill>
                  <a:srgbClr val="173042"/>
                </a:solidFill>
                <a:latin typeface="Menlo"/>
                <a:ea typeface="Menlo"/>
                <a:cs typeface="Menlo"/>
              </a:rPr>
              <a:t>    suppressor - shared_benefit)</a:t>
            </a:r>
          </a:p>
          <a:p xmlns:a="http://schemas.openxmlformats.org/drawingml/2006/main">
            <a:pPr algn="l">
              <a:defRPr sz="1425" b="0">
                <a:solidFill>
                  <a:srgbClr val="173042"/>
                </a:solidFill>
                <a:latin typeface="Menlo"/>
                <a:ea typeface="Menlo"/>
                <a:cs typeface="Menlo"/>
              </a:defRPr>
            </a:pPr>
            <a:r>
              <a:rPr sz="1425" b="0">
                <a:solidFill>
                  <a:srgbClr val="173042"/>
                </a:solidFill>
                <a:latin typeface="Menlo"/>
                <a:ea typeface="Menlo"/>
                <a:cs typeface="Menlo"/>
              </a:rPr>
              <a:t>triple = (config.triple_probability +</a:t>
            </a:r>
          </a:p>
          <a:p xmlns:a="http://schemas.openxmlformats.org/drawingml/2006/main">
            <a:pPr algn="l">
              <a:defRPr sz="1425" b="0">
                <a:solidFill>
                  <a:srgbClr val="173042"/>
                </a:solidFill>
                <a:latin typeface="Menlo"/>
                <a:ea typeface="Menlo"/>
                <a:cs typeface="Menlo"/>
              </a:defRPr>
            </a:pPr>
            <a:r>
              <a:rPr sz="1425" b="0">
                <a:solidFill>
                  <a:srgbClr val="173042"/>
                </a:solidFill>
                <a:latin typeface="Menlo"/>
                <a:ea typeface="Menlo"/>
                <a:cs typeface="Menlo"/>
              </a:rPr>
              <a:t>    config.driver_triple_bonus * oncogene</a:t>
            </a:r>
          </a:p>
          <a:p xmlns:a="http://schemas.openxmlformats.org/drawingml/2006/main">
            <a:pPr algn="l">
              <a:defRPr sz="1425" b="0">
                <a:solidFill>
                  <a:srgbClr val="173042"/>
                </a:solidFill>
                <a:latin typeface="Menlo"/>
                <a:ea typeface="Menlo"/>
                <a:cs typeface="Menlo"/>
              </a:defRPr>
            </a:pPr>
            <a:r>
              <a:rPr sz="1425" b="0">
                <a:solidFill>
                  <a:srgbClr val="173042"/>
                </a:solidFill>
                <a:latin typeface="Menlo"/>
                <a:ea typeface="Menlo"/>
                <a:cs typeface="Menlo"/>
              </a:rPr>
              <a:t>          + config.suppressor_triple_bonus *</a:t>
            </a:r>
          </a:p>
          <a:p xmlns:a="http://schemas.openxmlformats.org/drawingml/2006/main">
            <a:pPr algn="l">
              <a:defRPr sz="1425" b="0">
                <a:solidFill>
                  <a:srgbClr val="173042"/>
                </a:solidFill>
                <a:latin typeface="Menlo"/>
                <a:ea typeface="Menlo"/>
                <a:cs typeface="Menlo"/>
              </a:defRPr>
            </a:pPr>
            <a:r>
              <a:rPr sz="1425" b="0">
                <a:solidFill>
                  <a:srgbClr val="173042"/>
                </a:solidFill>
                <a:latin typeface="Menlo"/>
                <a:ea typeface="Menlo"/>
                <a:cs typeface="Menlo"/>
              </a:rPr>
              <a:t>    suppressor)</a:t>
            </a:r>
          </a:p>
          <a:p xmlns:a="http://schemas.openxmlformats.org/drawingml/2006/main">
            <a:pPr algn="l">
              <a:defRPr sz="1425" b="0">
                <a:solidFill>
                  <a:srgbClr val="173042"/>
                </a:solidFill>
                <a:latin typeface="Menlo"/>
                <a:ea typeface="Menlo"/>
                <a:cs typeface="Menlo"/>
              </a:defRPr>
            </a:pPr>
            <a:r>
              <a:rPr sz="1425" b="0">
                <a:solidFill>
                  <a:srgbClr val="173042"/>
                </a:solidFill>
                <a:latin typeface="Menlo"/>
                <a:ea typeface="Menlo"/>
                <a:cs typeface="Menlo"/>
              </a:rPr>
              <a:t>return death, triple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4D5FC9A-2B30-44F0-8A09-28AC9AA4A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085975"/>
            <a:ext cx="414337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rPr>
              <a:t>I_O：oncogene 是否達門檻</a:t>
            </a:r>
          </a:p>
          <a:p xmlns:a="http://schemas.openxmlformats.org/drawingml/2006/main">
            <a:pPr algn="l">
              <a:def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rPr>
              <a:t>I_T：任一 TSG 是否達門檻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A943C6F-E2CD-469B-8F16-8B0D03C42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009900"/>
            <a:ext cx="414337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rPr>
              <a:t>death 自然死亡率至少為 0</a:t>
            </a:r>
          </a:p>
          <a:p xmlns:a="http://schemas.openxmlformats.org/drawingml/2006/main">
            <a:pPr algn="l">
              <a:def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rPr>
              <a:t>triple 是存活條件下的機率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BD01FB9-8CEE-4EFE-BF38-BAEE86031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933825"/>
            <a:ext cx="414337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rPr>
              <a:t>基準 (d,q)=(0.30,0.04)</a:t>
            </a:r>
          </a:p>
          <a:p xmlns:a="http://schemas.openxmlformats.org/drawingml/2006/main">
            <a:pPr algn="l">
              <a:def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rPr>
              <a:t>兩類達標時 (0.14,0.28)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E4E039D-D167-49F4-A82C-49309AACA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895975"/>
            <a:ext cx="1047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rPr>
              <a:t>原始碼節錄，長行採視覺折行。省略註解與非核心行，詳細說明見備註。</a:t>
            </a:r>
          </a:p>
        </p:txBody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c3811116443413f"/>
          <a:stretch xmlns:a="http://schemas.openxmlformats.org/drawingml/2006/main"/>
        </p:blipFill>
        <p:spPr>
          <a:xfrm xmlns:a="http://schemas.openxmlformats.org/drawingml/2006/main">
            <a:off x="666750" y="5322652"/>
            <a:ext cx="10810875" cy="451321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2845742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CFB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0AE8DA0-EF33-4F26-B7BB-C22C0D6C7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225" b="1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rPr>
              <a:t>il11_environment：當前族群形成下一代共享環境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3131014-D040-4934-970F-BDF9BD9AB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90625"/>
            <a:ext cx="109347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rPr>
              <a:t>本代生產者比例決定 b，所有基因型共同受益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20A7E32-33DB-4FEA-8800-23870C573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05575"/>
            <a:ext cx="457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rPr>
              <a:t>09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3F6827F-79FC-4DC8-BD86-55A427E45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47875"/>
            <a:ext cx="619125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3042"/>
                </a:solidFill>
                <a:latin typeface="Menlo"/>
                <a:ea typeface="Menlo"/>
                <a:cs typeface="Menlo"/>
              </a:defRPr>
            </a:pPr>
            <a:r>
              <a:rPr sz="1425" b="0">
                <a:solidFill>
                  <a:srgbClr val="173042"/>
                </a:solidFill>
                <a:latin typeface="Menlo"/>
                <a:ea typeface="Menlo"/>
                <a:cs typeface="Menlo"/>
              </a:rPr>
              <a:t>total = sum(population.values())</a:t>
            </a:r>
          </a:p>
          <a:p xmlns:a="http://schemas.openxmlformats.org/drawingml/2006/main">
            <a:pPr algn="l">
              <a:defRPr sz="1425" b="0">
                <a:solidFill>
                  <a:srgbClr val="173042"/>
                </a:solidFill>
                <a:latin typeface="Menlo"/>
                <a:ea typeface="Menlo"/>
                <a:cs typeface="Menlo"/>
              </a:defRPr>
            </a:pPr>
            <a:r>
              <a:rPr sz="1425" b="0">
                <a:solidFill>
                  <a:srgbClr val="173042"/>
                </a:solidFill>
                <a:latin typeface="Menlo"/>
                <a:ea typeface="Menlo"/>
                <a:cs typeface="Menlo"/>
              </a:rPr>
              <a:t>if not config.il11_enabled or total == 0:</a:t>
            </a:r>
          </a:p>
          <a:p xmlns:a="http://schemas.openxmlformats.org/drawingml/2006/main">
            <a:pPr algn="l">
              <a:defRPr sz="1425" b="0">
                <a:solidFill>
                  <a:srgbClr val="173042"/>
                </a:solidFill>
                <a:latin typeface="Menlo"/>
                <a:ea typeface="Menlo"/>
                <a:cs typeface="Menlo"/>
              </a:defRPr>
            </a:pPr>
            <a:r>
              <a:rPr sz="1425" b="0">
                <a:solidFill>
                  <a:srgbClr val="173042"/>
                </a:solidFill>
                <a:latin typeface="Menlo"/>
                <a:ea typeface="Menlo"/>
                <a:cs typeface="Menlo"/>
              </a:rPr>
              <a:t>    return 0.0, 0.0</a:t>
            </a:r>
          </a:p>
          <a:p xmlns:a="http://schemas.openxmlformats.org/drawingml/2006/main">
            <a:pPr algn="l">
              <a:defRPr sz="1425" b="0">
                <a:solidFill>
                  <a:srgbClr val="173042"/>
                </a:solidFill>
                <a:latin typeface="Menlo"/>
                <a:ea typeface="Menlo"/>
                <a:cs typeface="Menlo"/>
              </a:defRPr>
            </a:pPr>
            <a:r>
              <a:rPr sz="1425" b="0">
                <a:solidFill>
                  <a:srgbClr val="173042"/>
                </a:solidFill>
                <a:latin typeface="Menlo"/>
                <a:ea typeface="Menlo"/>
                <a:cs typeface="Menlo"/>
              </a:rPr>
              <a:t>fraction = sum(n for g, n in population.items() if g &amp;</a:t>
            </a:r>
          </a:p>
          <a:p xmlns:a="http://schemas.openxmlformats.org/drawingml/2006/main">
            <a:pPr algn="l">
              <a:defRPr sz="1425" b="0">
                <a:solidFill>
                  <a:srgbClr val="173042"/>
                </a:solidFill>
                <a:latin typeface="Menlo"/>
                <a:ea typeface="Menlo"/>
                <a:cs typeface="Menlo"/>
              </a:defRPr>
            </a:pPr>
            <a:r>
              <a:rPr sz="1425" b="0">
                <a:solidFill>
                  <a:srgbClr val="173042"/>
                </a:solidFill>
                <a:latin typeface="Menlo"/>
                <a:ea typeface="Menlo"/>
                <a:cs typeface="Menlo"/>
              </a:rPr>
              <a:t>    (1 &lt;&lt; config.il11_gene)) / total</a:t>
            </a:r>
          </a:p>
          <a:p xmlns:a="http://schemas.openxmlformats.org/drawingml/2006/main">
            <a:pPr algn="l">
              <a:defRPr sz="1425" b="0">
                <a:solidFill>
                  <a:srgbClr val="173042"/>
                </a:solidFill>
                <a:latin typeface="Menlo"/>
                <a:ea typeface="Menlo"/>
                <a:cs typeface="Menlo"/>
              </a:defRPr>
            </a:pPr>
            <a:r>
              <a:rPr sz="1425" b="0">
                <a:solidFill>
                  <a:srgbClr val="173042"/>
                </a:solidFill>
                <a:latin typeface="Menlo"/>
                <a:ea typeface="Menlo"/>
                <a:cs typeface="Menlo"/>
              </a:rPr>
              <a:t>benefit = config.il11_max_death_reduction * fraction /</a:t>
            </a:r>
          </a:p>
          <a:p xmlns:a="http://schemas.openxmlformats.org/drawingml/2006/main">
            <a:pPr algn="l">
              <a:defRPr sz="1425" b="0">
                <a:solidFill>
                  <a:srgbClr val="173042"/>
                </a:solidFill>
                <a:latin typeface="Menlo"/>
                <a:ea typeface="Menlo"/>
                <a:cs typeface="Menlo"/>
              </a:defRPr>
            </a:pPr>
            <a:r>
              <a:rPr sz="1425" b="0">
                <a:solidFill>
                  <a:srgbClr val="173042"/>
                </a:solidFill>
                <a:latin typeface="Menlo"/>
                <a:ea typeface="Menlo"/>
                <a:cs typeface="Menlo"/>
              </a:rPr>
              <a:t>    (config.il11_half_fraction + fraction)</a:t>
            </a:r>
          </a:p>
          <a:p xmlns:a="http://schemas.openxmlformats.org/drawingml/2006/main">
            <a:pPr algn="l">
              <a:defRPr sz="1425" b="0">
                <a:solidFill>
                  <a:srgbClr val="173042"/>
                </a:solidFill>
                <a:latin typeface="Menlo"/>
                <a:ea typeface="Menlo"/>
                <a:cs typeface="Menlo"/>
              </a:defRPr>
            </a:pPr>
            <a:r>
              <a:rPr sz="1425" b="0">
                <a:solidFill>
                  <a:srgbClr val="173042"/>
                </a:solidFill>
                <a:latin typeface="Menlo"/>
                <a:ea typeface="Menlo"/>
                <a:cs typeface="Menlo"/>
              </a:rPr>
              <a:t>return fraction, benefit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AF573A3-DCA3-42C6-8DBD-1F4479E68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085975"/>
            <a:ext cx="414337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rPr>
              <a:t>f = IL11⁺ 細胞數 / 總細胞數</a:t>
            </a:r>
          </a:p>
          <a:p xmlns:a="http://schemas.openxmlformats.org/drawingml/2006/main">
            <a:pPr algn="l">
              <a:def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rPr>
              <a:t>關閉或滅絕時回傳 (0,0)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6CDC6CD-4788-478A-B338-8BA309011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009900"/>
            <a:ext cx="414337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rPr>
              <a:t>f=2% 時 b=0.03</a:t>
            </a:r>
          </a:p>
          <a:p xmlns:a="http://schemas.openxmlformats.org/drawingml/2006/main">
            <a:pPr algn="l">
              <a:def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rPr>
              <a:t>基準死亡率由 30% 降至 27%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6C0B25E-6CE1-4548-8D39-F26B3FDF1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933825"/>
            <a:ext cx="414337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rPr>
              <a:t>先計算環境，再更新子代</a:t>
            </a:r>
          </a:p>
          <a:p xmlns:a="http://schemas.openxmlformats.org/drawingml/2006/main">
            <a:pPr algn="l">
              <a:def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rPr>
              <a:t>本代新突變從下次轉移起作用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BA8CE24-1C18-4E9C-A04D-CD5D4AFDE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895975"/>
            <a:ext cx="1047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rPr>
              <a:t>原始碼節錄，長行採視覺折行。省略註解與非核心行，詳細說明見備註。</a:t>
            </a:r>
          </a:p>
        </p:txBody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908599c8afe48ac"/>
          <a:stretch xmlns:a="http://schemas.openxmlformats.org/drawingml/2006/main"/>
        </p:blipFill>
        <p:spPr>
          <a:xfrm xmlns:a="http://schemas.openxmlformats.org/drawingml/2006/main">
            <a:off x="3728996" y="4953000"/>
            <a:ext cx="4686383" cy="90487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6575399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CFB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04863E6-9F74-4D47-9B55-1EEB1082B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225" b="1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rPr>
              <a:t>simulate：一代更新的完整順序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455BE34-F108-4B4A-B62E-F34935B16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90625"/>
            <a:ext cx="109347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rPr>
              <a:t>先記錄與檢查，再繁殖與突變，最後更換族群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D4C88AA-E3E5-4BFC-BAA1-046260231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05575"/>
            <a:ext cx="457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rPr>
              <a:t>10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4CB9616-1B36-4250-95C7-7DCD9B35C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238375"/>
            <a:ext cx="2047875" cy="1190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7"/>
          </a:solidFill>
          <a:ln xmlns:a="http://schemas.openxmlformats.org/drawingml/2006/main" w="14288">
            <a:solidFill>
              <a:srgbClr val="236B8E"/>
            </a:solidFill>
          </a:ln>
        </p:spPr>
        <p:txBody>
          <a:bodyPr xmlns:a="http://schemas.openxmlformats.org/drawingml/2006/main" lIns="85725" tIns="47625" rIns="85725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rPr>
              <a:t>記錄 Sₜ</a:t>
            </a:r>
          </a:p>
          <a:p xmlns:a="http://schemas.openxmlformats.org/drawingml/2006/main">
            <a:pPr algn="ctr">
              <a:defRPr sz="2025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rPr>
              <a:t>摘要與快照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688C170-6FFE-4E49-9380-CC8671E97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238375"/>
            <a:ext cx="2047875" cy="1190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7"/>
          </a:solidFill>
          <a:ln xmlns:a="http://schemas.openxmlformats.org/drawingml/2006/main" w="14288">
            <a:solidFill>
              <a:srgbClr val="236B8E"/>
            </a:solidFill>
          </a:ln>
        </p:spPr>
        <p:txBody>
          <a:bodyPr xmlns:a="http://schemas.openxmlformats.org/drawingml/2006/main" lIns="85725" tIns="47625" rIns="85725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rPr>
              <a:t>停止檢查</a:t>
            </a:r>
          </a:p>
          <a:p xmlns:a="http://schemas.openxmlformats.org/drawingml/2006/main">
            <a:pPr algn="ctr">
              <a:defRPr sz="2025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rPr>
              <a:t>決定是否推進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D366D7A-1CAC-47C6-89B3-88FB61AA3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2238375"/>
            <a:ext cx="2047875" cy="1190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7"/>
          </a:solidFill>
          <a:ln xmlns:a="http://schemas.openxmlformats.org/drawingml/2006/main" w="14288">
            <a:solidFill>
              <a:srgbClr val="236B8E"/>
            </a:solidFill>
          </a:ln>
        </p:spPr>
        <p:txBody>
          <a:bodyPr xmlns:a="http://schemas.openxmlformats.org/drawingml/2006/main" lIns="85725" tIns="47625" rIns="85725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rPr>
              <a:t>治療與 IL11</a:t>
            </a:r>
          </a:p>
          <a:p xmlns:a="http://schemas.openxmlformats.org/drawingml/2006/main">
            <a:pPr algn="ctr">
              <a:defRPr sz="2025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rPr>
              <a:t>本次環境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9A86FEE-8D0D-4A1A-B950-4467D286D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238375"/>
            <a:ext cx="2047875" cy="1190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7"/>
          </a:solidFill>
          <a:ln xmlns:a="http://schemas.openxmlformats.org/drawingml/2006/main" w="14288">
            <a:solidFill>
              <a:srgbClr val="236B8E"/>
            </a:solidFill>
          </a:ln>
        </p:spPr>
        <p:txBody>
          <a:bodyPr xmlns:a="http://schemas.openxmlformats.org/drawingml/2006/main" lIns="85725" tIns="47625" rIns="85725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rPr>
              <a:t>父細胞抽樣</a:t>
            </a:r>
          </a:p>
          <a:p xmlns:a="http://schemas.openxmlformats.org/drawingml/2006/main">
            <a:pPr algn="ctr">
              <a:defRPr sz="2025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rPr>
              <a:t>存活與分裂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9410438-1996-4E21-BFBF-C33DB97A7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2238375"/>
            <a:ext cx="2047875" cy="1190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7"/>
          </a:solidFill>
          <a:ln xmlns:a="http://schemas.openxmlformats.org/drawingml/2006/main" w="14288">
            <a:solidFill>
              <a:srgbClr val="236B8E"/>
            </a:solidFill>
          </a:ln>
        </p:spPr>
        <p:txBody>
          <a:bodyPr xmlns:a="http://schemas.openxmlformats.org/drawingml/2006/main" lIns="85725" tIns="47625" rIns="85725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rPr>
              <a:t>子代突變</a:t>
            </a:r>
          </a:p>
          <a:p xmlns:a="http://schemas.openxmlformats.org/drawingml/2006/main">
            <a:pPr algn="ctr">
              <a:defRPr sz="2025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rPr>
              <a:t>合併與替換</a:t>
            </a:r>
          </a:p>
        </p:txBody>
      </p:sp>
      <p:cxnSp>
        <p:nvCxnSpPr>
          <p:cNvPr id="23" name=""/>
          <p:cNvCxnSpPr>
            <a:stCxn xmlns:a="http://schemas.openxmlformats.org/drawingml/2006/main" id="4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>
            <a:off x="2667000" y="2833688"/>
            <a:ext cx="2857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657580"/>
            </a:solidFill>
            <a:tailEnd type="triangle" w="med" len="med"/>
          </a:ln>
        </p:spPr>
      </p:cxnSp>
      <p:cxnSp>
        <p:nvCxnSpPr>
          <p:cNvPr id="24" name=""/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5000625" y="2833688"/>
            <a:ext cx="2857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657580"/>
            </a:solidFill>
            <a:tailEnd type="triangle" w="med" len="med"/>
          </a:ln>
        </p:spPr>
      </p:cxnSp>
      <p:cxnSp>
        <p:nvCxnSpPr>
          <p:cNvPr id="25" name=""/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7334250" y="2833688"/>
            <a:ext cx="2857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657580"/>
            </a:solidFill>
            <a:tailEnd type="triangle" w="med" len="med"/>
          </a:ln>
        </p:spPr>
      </p:cxnSp>
      <p:cxnSp>
        <p:nvCxnSpPr>
          <p:cNvPr id="26" name="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9667875" y="2833688"/>
            <a:ext cx="2857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657580"/>
            </a:solidFill>
            <a:tailEnd type="triangle" w="med" len="med"/>
          </a:ln>
        </p:spPr>
      </p:cxn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8C17032-D901-4EEA-AF5D-3FC41BF6D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895975"/>
            <a:ext cx="1047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rPr>
              <a:t>第 0 代也會記錄。世代更新使用全新 offspring，不把父代再加回去。</a:t>
            </a:r>
          </a:p>
        </p:txBody>
      </p:sp>
      <p:pic>
        <p:nvPicPr>
          <p:cNvPr id="2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eedd03283f64e97"/>
          <a:stretch xmlns:a="http://schemas.openxmlformats.org/drawingml/2006/main"/>
        </p:blipFill>
        <p:spPr>
          <a:xfrm xmlns:a="http://schemas.openxmlformats.org/drawingml/2006/main">
            <a:off x="666750" y="4040817"/>
            <a:ext cx="10858500" cy="776616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4809113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CFB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8B89221-5C29-4742-B892-5172453ED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225" b="1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rPr>
              <a:t>停止條件：記錄最後一代，保留停止原因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FBE555F-7C3D-4232-B119-4187ABCB3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90625"/>
            <a:ext cx="109347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rPr>
              <a:t>優先序為滅絕、取樣目標、計算上限、觀察代數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A43BF82-0B4A-4C8B-A93C-F04F6592B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05575"/>
            <a:ext cx="457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rPr>
              <a:t>11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E785F84-11E7-4A77-9FE2-AD817A0C4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47875"/>
            <a:ext cx="619125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3042"/>
                </a:solidFill>
                <a:latin typeface="Menlo"/>
                <a:ea typeface="Menlo"/>
                <a:cs typeface="Menlo"/>
              </a:defRPr>
            </a:pPr>
            <a:r>
              <a:rPr sz="1425" b="0">
                <a:solidFill>
                  <a:srgbClr val="173042"/>
                </a:solidFill>
                <a:latin typeface="Menlo"/>
                <a:ea typeface="Menlo"/>
                <a:cs typeface="Menlo"/>
              </a:rPr>
              <a:t>if row["total"] == 0:</a:t>
            </a:r>
          </a:p>
          <a:p xmlns:a="http://schemas.openxmlformats.org/drawingml/2006/main">
            <a:pPr algn="l">
              <a:defRPr sz="1425" b="0">
                <a:solidFill>
                  <a:srgbClr val="173042"/>
                </a:solidFill>
                <a:latin typeface="Menlo"/>
                <a:ea typeface="Menlo"/>
                <a:cs typeface="Menlo"/>
              </a:defRPr>
            </a:pPr>
            <a:r>
              <a:rPr sz="1425" b="0">
                <a:solidFill>
                  <a:srgbClr val="173042"/>
                </a:solidFill>
                <a:latin typeface="Menlo"/>
                <a:ea typeface="Menlo"/>
                <a:cs typeface="Menlo"/>
              </a:rPr>
              <a:t>    stop_reason = "extinction"</a:t>
            </a:r>
          </a:p>
          <a:p xmlns:a="http://schemas.openxmlformats.org/drawingml/2006/main">
            <a:pPr algn="l">
              <a:defRPr sz="1425" b="0">
                <a:solidFill>
                  <a:srgbClr val="173042"/>
                </a:solidFill>
                <a:latin typeface="Menlo"/>
                <a:ea typeface="Menlo"/>
                <a:cs typeface="Menlo"/>
              </a:defRPr>
            </a:pPr>
            <a:r>
              <a:rPr sz="1425" b="0">
                <a:solidFill>
                  <a:srgbClr val="173042"/>
                </a:solidFill>
                <a:latin typeface="Menlo"/>
                <a:ea typeface="Menlo"/>
                <a:cs typeface="Menlo"/>
              </a:rPr>
              <a:t>    break</a:t>
            </a:r>
          </a:p>
          <a:p xmlns:a="http://schemas.openxmlformats.org/drawingml/2006/main">
            <a:pPr algn="l">
              <a:defRPr sz="1425" b="0">
                <a:solidFill>
                  <a:srgbClr val="173042"/>
                </a:solidFill>
                <a:latin typeface="Menlo"/>
                <a:ea typeface="Menlo"/>
                <a:cs typeface="Menlo"/>
              </a:defRPr>
            </a:pPr>
            <a:r>
              <a:rPr sz="1425" b="0">
                <a:solidFill>
                  <a:srgbClr val="173042"/>
                </a:solidFill>
                <a:latin typeface="Menlo"/>
                <a:ea typeface="Menlo"/>
                <a:cs typeface="Menlo"/>
              </a:rPr>
              <a:t>if target_size is not None and row["total"] &gt;=</a:t>
            </a:r>
          </a:p>
          <a:p xmlns:a="http://schemas.openxmlformats.org/drawingml/2006/main">
            <a:pPr algn="l">
              <a:defRPr sz="1425" b="0">
                <a:solidFill>
                  <a:srgbClr val="173042"/>
                </a:solidFill>
                <a:latin typeface="Menlo"/>
                <a:ea typeface="Menlo"/>
                <a:cs typeface="Menlo"/>
              </a:defRPr>
            </a:pPr>
            <a:r>
              <a:rPr sz="1425" b="0">
                <a:solidFill>
                  <a:srgbClr val="173042"/>
                </a:solidFill>
                <a:latin typeface="Menlo"/>
                <a:ea typeface="Menlo"/>
                <a:cs typeface="Menlo"/>
              </a:rPr>
              <a:t>    target_size:</a:t>
            </a:r>
          </a:p>
          <a:p xmlns:a="http://schemas.openxmlformats.org/drawingml/2006/main">
            <a:pPr algn="l">
              <a:defRPr sz="1425" b="0">
                <a:solidFill>
                  <a:srgbClr val="173042"/>
                </a:solidFill>
                <a:latin typeface="Menlo"/>
                <a:ea typeface="Menlo"/>
                <a:cs typeface="Menlo"/>
              </a:defRPr>
            </a:pPr>
            <a:r>
              <a:rPr sz="1425" b="0">
                <a:solidFill>
                  <a:srgbClr val="173042"/>
                </a:solidFill>
                <a:latin typeface="Menlo"/>
                <a:ea typeface="Menlo"/>
                <a:cs typeface="Menlo"/>
              </a:rPr>
              <a:t>    stop_reason = "target_reached"</a:t>
            </a:r>
          </a:p>
          <a:p xmlns:a="http://schemas.openxmlformats.org/drawingml/2006/main">
            <a:pPr algn="l">
              <a:defRPr sz="1425" b="0">
                <a:solidFill>
                  <a:srgbClr val="173042"/>
                </a:solidFill>
                <a:latin typeface="Menlo"/>
                <a:ea typeface="Menlo"/>
                <a:cs typeface="Menlo"/>
              </a:defRPr>
            </a:pPr>
            <a:r>
              <a:rPr sz="1425" b="0">
                <a:solidFill>
                  <a:srgbClr val="173042"/>
                </a:solidFill>
                <a:latin typeface="Menlo"/>
                <a:ea typeface="Menlo"/>
                <a:cs typeface="Menlo"/>
              </a:rPr>
              <a:t>    break</a:t>
            </a:r>
          </a:p>
          <a:p xmlns:a="http://schemas.openxmlformats.org/drawingml/2006/main">
            <a:pPr algn="l">
              <a:defRPr sz="1425" b="0">
                <a:solidFill>
                  <a:srgbClr val="173042"/>
                </a:solidFill>
                <a:latin typeface="Menlo"/>
                <a:ea typeface="Menlo"/>
                <a:cs typeface="Menlo"/>
              </a:defRPr>
            </a:pPr>
            <a:r>
              <a:rPr sz="1425" b="0">
                <a:solidFill>
                  <a:srgbClr val="173042"/>
                </a:solidFill>
                <a:latin typeface="Menlo"/>
                <a:ea typeface="Menlo"/>
                <a:cs typeface="Menlo"/>
              </a:rPr>
              <a:t>if row["total"] &gt;= config.max_cells:</a:t>
            </a:r>
          </a:p>
          <a:p xmlns:a="http://schemas.openxmlformats.org/drawingml/2006/main">
            <a:pPr algn="l">
              <a:defRPr sz="1425" b="0">
                <a:solidFill>
                  <a:srgbClr val="173042"/>
                </a:solidFill>
                <a:latin typeface="Menlo"/>
                <a:ea typeface="Menlo"/>
                <a:cs typeface="Menlo"/>
              </a:defRPr>
            </a:pPr>
            <a:r>
              <a:rPr sz="1425" b="0">
                <a:solidFill>
                  <a:srgbClr val="173042"/>
                </a:solidFill>
                <a:latin typeface="Menlo"/>
                <a:ea typeface="Menlo"/>
                <a:cs typeface="Menlo"/>
              </a:rPr>
              <a:t>    stop_reason = "cell_limit"</a:t>
            </a:r>
          </a:p>
          <a:p xmlns:a="http://schemas.openxmlformats.org/drawingml/2006/main">
            <a:pPr algn="l">
              <a:defRPr sz="1425" b="0">
                <a:solidFill>
                  <a:srgbClr val="173042"/>
                </a:solidFill>
                <a:latin typeface="Menlo"/>
                <a:ea typeface="Menlo"/>
                <a:cs typeface="Menlo"/>
              </a:defRPr>
            </a:pPr>
            <a:r>
              <a:rPr sz="1425" b="0">
                <a:solidFill>
                  <a:srgbClr val="173042"/>
                </a:solidFill>
                <a:latin typeface="Menlo"/>
                <a:ea typeface="Menlo"/>
                <a:cs typeface="Menlo"/>
              </a:rPr>
              <a:t>    break</a:t>
            </a:r>
          </a:p>
          <a:p xmlns:a="http://schemas.openxmlformats.org/drawingml/2006/main">
            <a:pPr algn="l">
              <a:defRPr sz="1425" b="0">
                <a:solidFill>
                  <a:srgbClr val="173042"/>
                </a:solidFill>
                <a:latin typeface="Menlo"/>
                <a:ea typeface="Menlo"/>
                <a:cs typeface="Menlo"/>
              </a:defRPr>
            </a:pPr>
            <a:r>
              <a:rPr sz="1425" b="0">
                <a:solidFill>
                  <a:srgbClr val="173042"/>
                </a:solidFill>
                <a:latin typeface="Menlo"/>
                <a:ea typeface="Menlo"/>
                <a:cs typeface="Menlo"/>
              </a:rPr>
              <a:t>if generation == config.generations:</a:t>
            </a:r>
          </a:p>
          <a:p xmlns:a="http://schemas.openxmlformats.org/drawingml/2006/main">
            <a:pPr algn="l">
              <a:defRPr sz="1425" b="0">
                <a:solidFill>
                  <a:srgbClr val="173042"/>
                </a:solidFill>
                <a:latin typeface="Menlo"/>
                <a:ea typeface="Menlo"/>
                <a:cs typeface="Menlo"/>
              </a:defRPr>
            </a:pPr>
            <a:r>
              <a:rPr sz="1425" b="0">
                <a:solidFill>
                  <a:srgbClr val="173042"/>
                </a:solidFill>
                <a:latin typeface="Menlo"/>
                <a:ea typeface="Menlo"/>
                <a:cs typeface="Menlo"/>
              </a:rPr>
              <a:t>    break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0EE152A-230A-4763-8567-0A4B24087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085975"/>
            <a:ext cx="414337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rPr>
              <a:t>滅絕：族群確實已變成 0</a:t>
            </a:r>
          </a:p>
          <a:p xmlns:a="http://schemas.openxmlformats.org/drawingml/2006/main">
            <a:pPr algn="l">
              <a:def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rPr>
              <a:t>之後細胞數可延續為 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243489F-92B9-4902-B827-083DA5CF8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009900"/>
            <a:ext cx="414337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rPr>
              <a:t>達 max_cells：停止觀察</a:t>
            </a:r>
          </a:p>
          <a:p xmlns:a="http://schemas.openxmlformats.org/drawingml/2006/main">
            <a:pPr algn="l">
              <a:def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rPr>
              <a:t>該代完整保留，之後是缺失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C1E9083-4154-4988-8CC5-4D9D5960E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933825"/>
            <a:ext cx="414337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rPr>
              <a:t>target_size 用於等大小比較</a:t>
            </a:r>
          </a:p>
          <a:p xmlns:a="http://schemas.openxmlformats.org/drawingml/2006/main">
            <a:pPr algn="l">
              <a:def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rPr>
              <a:t>允許跨門檻時 overshoot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8A9BD55-0907-4039-AF01-5BD879C2C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895975"/>
            <a:ext cx="1047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rPr>
              <a:t>原始碼節錄，長行採視覺折行。省略註解與非核心行，詳細說明見備註。</a:t>
            </a:r>
          </a:p>
        </p:txBody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85ed175af934d79"/>
          <a:stretch xmlns:a="http://schemas.openxmlformats.org/drawingml/2006/main"/>
        </p:blipFill>
        <p:spPr>
          <a:xfrm xmlns:a="http://schemas.openxmlformats.org/drawingml/2006/main">
            <a:off x="1271004" y="5238750"/>
            <a:ext cx="9602368" cy="61912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239074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CFB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C965B93-60D4-42A4-B07B-BB433A2DD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225" b="1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rPr>
              <a:t>治療開關：首次達門檻後持續作用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03A5A11-E8B4-429F-851F-D4A2A99CF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90625"/>
            <a:ext cx="109347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rPr>
              <a:t>therapy_generation 同時保存啟動代數與控制狀態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342351A-7144-4EFC-8B28-B7ACF4F23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05575"/>
            <a:ext cx="457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rPr>
              <a:t>12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4EC9CC3-A899-48A2-BC79-774EB39F2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47875"/>
            <a:ext cx="619125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3042"/>
                </a:solidFill>
                <a:latin typeface="Menlo"/>
                <a:ea typeface="Menlo"/>
                <a:cs typeface="Menlo"/>
              </a:defRPr>
            </a:pPr>
            <a:r>
              <a:rPr sz="1425" b="0">
                <a:solidFill>
                  <a:srgbClr val="173042"/>
                </a:solidFill>
                <a:latin typeface="Menlo"/>
                <a:ea typeface="Menlo"/>
                <a:cs typeface="Menlo"/>
              </a:rPr>
              <a:t>if therapy and therapy_generation is None and</a:t>
            </a:r>
          </a:p>
          <a:p xmlns:a="http://schemas.openxmlformats.org/drawingml/2006/main">
            <a:pPr algn="l">
              <a:defRPr sz="1425" b="0">
                <a:solidFill>
                  <a:srgbClr val="173042"/>
                </a:solidFill>
                <a:latin typeface="Menlo"/>
                <a:ea typeface="Menlo"/>
                <a:cs typeface="Menlo"/>
              </a:defRPr>
            </a:pPr>
            <a:r>
              <a:rPr sz="1425" b="0">
                <a:solidFill>
                  <a:srgbClr val="173042"/>
                </a:solidFill>
                <a:latin typeface="Menlo"/>
                <a:ea typeface="Menlo"/>
                <a:cs typeface="Menlo"/>
              </a:rPr>
              <a:t>    row["total"] &gt;= config.therapy_start_size:</a:t>
            </a:r>
          </a:p>
          <a:p xmlns:a="http://schemas.openxmlformats.org/drawingml/2006/main">
            <a:pPr algn="l">
              <a:defRPr sz="1425" b="0">
                <a:solidFill>
                  <a:srgbClr val="173042"/>
                </a:solidFill>
                <a:latin typeface="Menlo"/>
                <a:ea typeface="Menlo"/>
                <a:cs typeface="Menlo"/>
              </a:defRPr>
            </a:pPr>
            <a:r>
              <a:rPr sz="1425" b="0">
                <a:solidFill>
                  <a:srgbClr val="173042"/>
                </a:solidFill>
                <a:latin typeface="Menlo"/>
                <a:ea typeface="Menlo"/>
                <a:cs typeface="Menlo"/>
              </a:rPr>
              <a:t>    therapy_generation = generation</a:t>
            </a:r>
          </a:p>
          <a:p xmlns:a="http://schemas.openxmlformats.org/drawingml/2006/main">
            <a:pPr algn="l">
              <a:defRPr sz="1425" b="0">
                <a:solidFill>
                  <a:srgbClr val="173042"/>
                </a:solidFill>
                <a:latin typeface="Menlo"/>
                <a:ea typeface="Menlo"/>
                <a:cs typeface="Menlo"/>
              </a:defRPr>
            </a:pPr>
            <a:r>
              <a:rPr sz="1425" b="0">
                <a:solidFill>
                  <a:srgbClr val="173042"/>
                </a:solidFill>
                <a:latin typeface="Menlo"/>
                <a:ea typeface="Menlo"/>
                <a:cs typeface="Menlo"/>
              </a:rPr>
              <a:t>    if therapy_generation is not None:</a:t>
            </a:r>
          </a:p>
          <a:p xmlns:a="http://schemas.openxmlformats.org/drawingml/2006/main">
            <a:pPr algn="l">
              <a:defRPr sz="1425" b="0">
                <a:solidFill>
                  <a:srgbClr val="173042"/>
                </a:solidFill>
                <a:latin typeface="Menlo"/>
                <a:ea typeface="Menlo"/>
                <a:cs typeface="Menlo"/>
              </a:defRPr>
            </a:pPr>
            <a:r>
              <a:rPr sz="1425" b="0">
                <a:solidFill>
                  <a:srgbClr val="173042"/>
                </a:solidFill>
                <a:latin typeface="Menlo"/>
                <a:ea typeface="Menlo"/>
                <a:cs typeface="Menlo"/>
              </a:rPr>
              <a:t>        resistant = bool(genotype &amp; (1 &lt;&lt;</a:t>
            </a:r>
          </a:p>
          <a:p xmlns:a="http://schemas.openxmlformats.org/drawingml/2006/main">
            <a:pPr algn="l">
              <a:defRPr sz="1425" b="0">
                <a:solidFill>
                  <a:srgbClr val="173042"/>
                </a:solidFill>
                <a:latin typeface="Menlo"/>
                <a:ea typeface="Menlo"/>
                <a:cs typeface="Menlo"/>
              </a:defRPr>
            </a:pPr>
            <a:r>
              <a:rPr sz="1425" b="0">
                <a:solidFill>
                  <a:srgbClr val="173042"/>
                </a:solidFill>
                <a:latin typeface="Menlo"/>
                <a:ea typeface="Menlo"/>
                <a:cs typeface="Menlo"/>
              </a:rPr>
              <a:t>    config.resistance_gene))</a:t>
            </a:r>
          </a:p>
          <a:p xmlns:a="http://schemas.openxmlformats.org/drawingml/2006/main">
            <a:pPr algn="l">
              <a:defRPr sz="1425" b="0">
                <a:solidFill>
                  <a:srgbClr val="173042"/>
                </a:solidFill>
                <a:latin typeface="Menlo"/>
                <a:ea typeface="Menlo"/>
                <a:cs typeface="Menlo"/>
              </a:defRPr>
            </a:pPr>
            <a:r>
              <a:rPr sz="1425" b="0">
                <a:solidFill>
                  <a:srgbClr val="173042"/>
                </a:solidFill>
                <a:latin typeface="Menlo"/>
                <a:ea typeface="Menlo"/>
                <a:cs typeface="Menlo"/>
              </a:rPr>
              <a:t>        kill = config.resistant_therapy_kill if</a:t>
            </a:r>
          </a:p>
          <a:p xmlns:a="http://schemas.openxmlformats.org/drawingml/2006/main">
            <a:pPr algn="l">
              <a:defRPr sz="1425" b="0">
                <a:solidFill>
                  <a:srgbClr val="173042"/>
                </a:solidFill>
                <a:latin typeface="Menlo"/>
                <a:ea typeface="Menlo"/>
                <a:cs typeface="Menlo"/>
              </a:defRPr>
            </a:pPr>
            <a:r>
              <a:rPr sz="1425" b="0">
                <a:solidFill>
                  <a:srgbClr val="173042"/>
                </a:solidFill>
                <a:latin typeface="Menlo"/>
                <a:ea typeface="Menlo"/>
                <a:cs typeface="Menlo"/>
              </a:rPr>
              <a:t>    resistant else config.sensitive_therapy_kill</a:t>
            </a:r>
          </a:p>
          <a:p xmlns:a="http://schemas.openxmlformats.org/drawingml/2006/main">
            <a:pPr algn="l">
              <a:defRPr sz="1425" b="0">
                <a:solidFill>
                  <a:srgbClr val="173042"/>
                </a:solidFill>
                <a:latin typeface="Menlo"/>
                <a:ea typeface="Menlo"/>
                <a:cs typeface="Menlo"/>
              </a:defRPr>
            </a:pPr>
            <a:r>
              <a:rPr sz="1425" b="0">
                <a:solidFill>
                  <a:srgbClr val="173042"/>
                </a:solidFill>
                <a:latin typeface="Menlo"/>
                <a:ea typeface="Menlo"/>
                <a:cs typeface="Menlo"/>
              </a:rPr>
              <a:t>        death = 1 - (1 - death) * (1 - kill)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3BCCE0C-6DEF-4ABA-82B6-5E6CC6858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085975"/>
            <a:ext cx="414337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rPr>
              <a:t>None 表示尚未啟動治療</a:t>
            </a:r>
          </a:p>
          <a:p xmlns:a="http://schemas.openxmlformats.org/drawingml/2006/main">
            <a:pPr algn="l">
              <a:def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rPr>
              <a:t>達 20,000 時記錄當前代數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7446884-17DA-487F-9F15-50BC52819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009900"/>
            <a:ext cx="414337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rPr>
              <a:t>存活機率先乘自然存活</a:t>
            </a:r>
          </a:p>
          <a:p xmlns:a="http://schemas.openxmlformats.org/drawingml/2006/main">
            <a:pPr algn="l">
              <a:def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rPr>
              <a:t>再乘治療下的存活機率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8A6EB02-5159-4794-BB3C-87A85123F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933825"/>
            <a:ext cx="414337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rPr>
              <a:t>敏感 k=0.90，抗藥 k=0.04</a:t>
            </a:r>
          </a:p>
          <a:p xmlns:a="http://schemas.openxmlformats.org/drawingml/2006/main">
            <a:pPr algn="l">
              <a:def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rPr>
              <a:t>治療改變存活，不改變 μ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5D7B4D4-0274-49A1-9F3B-8C2E79700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895975"/>
            <a:ext cx="1047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rPr>
              <a:t>原始碼節錄，長行採視覺折行。省略註解與非核心行，詳細說明見備註。</a:t>
            </a:r>
          </a:p>
        </p:txBody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8bb578f6d784a11"/>
          <a:stretch xmlns:a="http://schemas.openxmlformats.org/drawingml/2006/main"/>
        </p:blipFill>
        <p:spPr>
          <a:xfrm xmlns:a="http://schemas.openxmlformats.org/drawingml/2006/main">
            <a:off x="666750" y="5259133"/>
            <a:ext cx="10810875" cy="57836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8386279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CFB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9C1A4C6-154F-4FAE-9D18-9E0E51605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225" b="1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rPr>
              <a:t>狀態機：治療的歷史不能只看當前總量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60D9053-8846-4242-965A-DD285E0D2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90625"/>
            <a:ext cx="109347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rPr>
              <a:t>相同負荷可能代表未治療，也可能已治療後下降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4890456-147F-4617-9769-4B2DAF20B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05575"/>
            <a:ext cx="457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rPr>
              <a:t>13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08B8B7D-7673-45F8-BAC6-9655D9BB5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333625"/>
            <a:ext cx="28575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7"/>
          </a:solidFill>
          <a:ln xmlns:a="http://schemas.openxmlformats.org/drawingml/2006/main" w="14288">
            <a:solidFill>
              <a:srgbClr val="236B8E"/>
            </a:solidFill>
          </a:ln>
        </p:spPr>
        <p:txBody>
          <a:bodyPr xmlns:a="http://schemas.openxmlformats.org/drawingml/2006/main" lIns="85725" tIns="47625" rIns="85725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rPr>
              <a:t>未治療</a:t>
            </a:r>
          </a:p>
          <a:p xmlns:a="http://schemas.openxmlformats.org/drawingml/2006/main">
            <a:pPr algn="ctr">
              <a:defRPr sz="2025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rPr>
              <a:t>A = 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217F65E-7CD4-4828-BED9-5B555FBFA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333625"/>
            <a:ext cx="28575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7"/>
          </a:solidFill>
          <a:ln xmlns:a="http://schemas.openxmlformats.org/drawingml/2006/main" w="14288">
            <a:solidFill>
              <a:srgbClr val="236B8E"/>
            </a:solidFill>
          </a:ln>
        </p:spPr>
        <p:txBody>
          <a:bodyPr xmlns:a="http://schemas.openxmlformats.org/drawingml/2006/main" lIns="85725" tIns="47625" rIns="85725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rPr>
              <a:t>持續治療</a:t>
            </a:r>
          </a:p>
          <a:p xmlns:a="http://schemas.openxmlformats.org/drawingml/2006/main">
            <a:pPr algn="ctr">
              <a:defRPr sz="2025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rPr>
              <a:t>A = 1</a:t>
            </a:r>
          </a:p>
        </p:txBody>
      </p:sp>
      <p:cxnSp>
        <p:nvCxnSpPr>
          <p:cNvPr id="17" name=""/>
          <p:cNvCxnSpPr>
            <a:stCxn xmlns:a="http://schemas.openxmlformats.org/drawingml/2006/main" id="4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>
            <a:off x="3905250" y="2857500"/>
            <a:ext cx="4191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657580"/>
            </a:solidFill>
            <a:tailEnd type="triangle" w="med" len="med"/>
          </a:ln>
        </p:spPr>
      </p:cxn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CCE489C-89C1-4F4A-A5A3-2D8A87528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2190750"/>
            <a:ext cx="3333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236B8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0">
                <a:solidFill>
                  <a:srgbClr val="236B8E"/>
                </a:solidFill>
                <a:latin typeface="Arial Unicode MS"/>
                <a:ea typeface="Arial Unicode MS"/>
                <a:cs typeface="Arial Unicode MS"/>
              </a:rPr>
              <a:t>therapy 開啟且 T ≥ 20,000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F72E36B-84EC-42DE-A96B-5D19AB306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810000"/>
            <a:ext cx="3333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rPr>
              <a:t>低於門檻時維持 A=0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C3DB796-A25D-4B0A-9691-B6CB13745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810000"/>
            <a:ext cx="3333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rPr>
              <a:t>下降後仍維持 A=1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441252E-99F3-46CB-96C2-312AC2690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895975"/>
            <a:ext cx="1047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rPr>
              <a:t>未停止時才執行轉移。停止條件與治療狀態分別控制觀察與生長。</a:t>
            </a:r>
          </a:p>
        </p:txBody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8b20bee000b406b"/>
          <a:stretch xmlns:a="http://schemas.openxmlformats.org/drawingml/2006/main"/>
        </p:blipFill>
        <p:spPr>
          <a:xfrm xmlns:a="http://schemas.openxmlformats.org/drawingml/2006/main">
            <a:off x="2461490" y="4810125"/>
            <a:ext cx="7269020" cy="71437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7012513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CFB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EC5DAEE-943A-4F4E-9AF1-334D07461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225" b="1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rPr>
              <a:t>父代抽樣：兩次 Binomial 產生整批子代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5D14403-3F48-46C1-9BC9-FF9489761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90625"/>
            <a:ext cx="109347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rPr>
              <a:t>一個基因型有 n 個父細胞，批次處理而不逐細胞迴圈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5F88F26-D0E4-4C1A-8170-4FD2C5F3F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05575"/>
            <a:ext cx="457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rPr>
              <a:t>14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B5C285B-2E01-47AD-BB49-E9B1D0A49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47875"/>
            <a:ext cx="619125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3042"/>
                </a:solidFill>
                <a:latin typeface="Menlo"/>
                <a:ea typeface="Menlo"/>
                <a:cs typeface="Menlo"/>
              </a:defRPr>
            </a:pPr>
            <a:r>
              <a:rPr sz="1425" b="0">
                <a:solidFill>
                  <a:srgbClr val="173042"/>
                </a:solidFill>
                <a:latin typeface="Menlo"/>
                <a:ea typeface="Menlo"/>
                <a:cs typeface="Menlo"/>
              </a:rPr>
              <a:t>death, triple = growth_probabilities(genotype, config,</a:t>
            </a:r>
          </a:p>
          <a:p xmlns:a="http://schemas.openxmlformats.org/drawingml/2006/main">
            <a:pPr algn="l">
              <a:defRPr sz="1425" b="0">
                <a:solidFill>
                  <a:srgbClr val="173042"/>
                </a:solidFill>
                <a:latin typeface="Menlo"/>
                <a:ea typeface="Menlo"/>
                <a:cs typeface="Menlo"/>
              </a:defRPr>
            </a:pPr>
            <a:r>
              <a:rPr sz="1425" b="0">
                <a:solidFill>
                  <a:srgbClr val="173042"/>
                </a:solidFill>
                <a:latin typeface="Menlo"/>
                <a:ea typeface="Menlo"/>
                <a:cs typeface="Menlo"/>
              </a:rPr>
              <a:t>    shared_benefit)</a:t>
            </a:r>
          </a:p>
          <a:p xmlns:a="http://schemas.openxmlformats.org/drawingml/2006/main">
            <a:pPr algn="l">
              <a:defRPr sz="1425" b="0">
                <a:solidFill>
                  <a:srgbClr val="173042"/>
                </a:solidFill>
                <a:latin typeface="Menlo"/>
                <a:ea typeface="Menlo"/>
                <a:cs typeface="Menlo"/>
              </a:defRPr>
            </a:pPr>
            <a:r>
              <a:rPr sz="1425" b="0">
                <a:solidFill>
                  <a:srgbClr val="173042"/>
                </a:solidFill>
                <a:latin typeface="Menlo"/>
                <a:ea typeface="Menlo"/>
                <a:cs typeface="Menlo"/>
              </a:rPr>
              <a:t>survivors = int(rng.binomial(count, 1 - death))</a:t>
            </a:r>
          </a:p>
          <a:p xmlns:a="http://schemas.openxmlformats.org/drawingml/2006/main">
            <a:pPr algn="l">
              <a:defRPr sz="1425" b="0">
                <a:solidFill>
                  <a:srgbClr val="173042"/>
                </a:solidFill>
                <a:latin typeface="Menlo"/>
                <a:ea typeface="Menlo"/>
                <a:cs typeface="Menlo"/>
              </a:defRPr>
            </a:pPr>
            <a:r>
              <a:rPr sz="1425" b="0">
                <a:solidFill>
                  <a:srgbClr val="173042"/>
                </a:solidFill>
                <a:latin typeface="Menlo"/>
                <a:ea typeface="Menlo"/>
                <a:cs typeface="Menlo"/>
              </a:rPr>
              <a:t>triples = int(rng.binomial(survivors, triple))</a:t>
            </a:r>
          </a:p>
          <a:p xmlns:a="http://schemas.openxmlformats.org/drawingml/2006/main">
            <a:pPr algn="l">
              <a:defRPr sz="1425" b="0">
                <a:solidFill>
                  <a:srgbClr val="173042"/>
                </a:solidFill>
                <a:latin typeface="Menlo"/>
                <a:ea typeface="Menlo"/>
                <a:cs typeface="Menlo"/>
              </a:defRPr>
            </a:pPr>
            <a:r>
              <a:rPr sz="1425" b="0">
                <a:solidFill>
                  <a:srgbClr val="173042"/>
                </a:solidFill>
                <a:latin typeface="Menlo"/>
                <a:ea typeface="Menlo"/>
                <a:cs typeface="Menlo"/>
              </a:rPr>
              <a:t>n = 2 * survivors + triples</a:t>
            </a:r>
          </a:p>
          <a:p xmlns:a="http://schemas.openxmlformats.org/drawingml/2006/main">
            <a:pPr algn="l">
              <a:defRPr sz="1425" b="0">
                <a:solidFill>
                  <a:srgbClr val="173042"/>
                </a:solidFill>
                <a:latin typeface="Menlo"/>
                <a:ea typeface="Menlo"/>
                <a:cs typeface="Menlo"/>
              </a:defRPr>
            </a:pPr>
            <a:r>
              <a:rPr sz="1425" b="0">
                <a:solidFill>
                  <a:srgbClr val="173042"/>
                </a:solidFill>
                <a:latin typeface="Menlo"/>
                <a:ea typeface="Menlo"/>
                <a:cs typeface="Menlo"/>
              </a:rPr>
              <a:t>if n:</a:t>
            </a:r>
          </a:p>
          <a:p xmlns:a="http://schemas.openxmlformats.org/drawingml/2006/main">
            <a:pPr algn="l">
              <a:defRPr sz="1425" b="0">
                <a:solidFill>
                  <a:srgbClr val="173042"/>
                </a:solidFill>
                <a:latin typeface="Menlo"/>
                <a:ea typeface="Menlo"/>
                <a:cs typeface="Menlo"/>
              </a:defRPr>
            </a:pPr>
            <a:r>
              <a:rPr sz="1425" b="0">
                <a:solidFill>
                  <a:srgbClr val="173042"/>
                </a:solidFill>
                <a:latin typeface="Menlo"/>
                <a:ea typeface="Menlo"/>
                <a:cs typeface="Menlo"/>
              </a:rPr>
              <a:t>    offspring[genotype] = 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2530583-BF76-44F5-A869-B06C468A6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085975"/>
            <a:ext cx="414337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rPr>
              <a:t>survivors = 存活父細胞 U_g</a:t>
            </a:r>
          </a:p>
          <a:p xmlns:a="http://schemas.openxmlformats.org/drawingml/2006/main">
            <a:pPr algn="l">
              <a:def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rPr>
              <a:t>以 n_g 和 1−δ_g 抽樣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164B0E0-2052-47B2-BDD4-28FF286DA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009900"/>
            <a:ext cx="414337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rPr>
              <a:t>triples = 三子代事件 V_g</a:t>
            </a:r>
          </a:p>
          <a:p xmlns:a="http://schemas.openxmlformats.org/drawingml/2006/main">
            <a:pPr algn="l">
              <a:def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rPr>
              <a:t>只在 survivors 中抽樣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EAB2295-1EEF-4046-A8DD-6F35A9254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933825"/>
            <a:ext cx="414337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rPr>
              <a:t>n = 2U_g + V_g</a:t>
            </a:r>
          </a:p>
          <a:p xmlns:a="http://schemas.openxmlformats.org/drawingml/2006/main">
            <a:pPr algn="l">
              <a:def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rPr>
              <a:t>父代被新子代取代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006AB8A-BC2A-4D07-AC36-F8720FDC0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895975"/>
            <a:ext cx="1047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rPr>
              <a:t>原始碼節錄，長行採視覺折行。省略註解與非核心行，詳細說明見備註。</a:t>
            </a:r>
          </a:p>
        </p:txBody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ab1d151312b44b8"/>
          <a:stretch xmlns:a="http://schemas.openxmlformats.org/drawingml/2006/main"/>
        </p:blipFill>
        <p:spPr>
          <a:xfrm xmlns:a="http://schemas.openxmlformats.org/drawingml/2006/main">
            <a:off x="666750" y="5287924"/>
            <a:ext cx="10810875" cy="52077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3434293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CFB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7FDAB08-8713-4631-917A-CBB926B20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225" b="1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rPr>
              <a:t>數值例子：基準細胞平均產生 1.428 個子代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43CC8F7-AFEA-412E-87D2-42FFC07D3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90625"/>
            <a:ext cx="109347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rPr>
              <a:t>先把存活和分裂機率結合，再理解生長或萎縮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C3C79B8-BBA4-4458-8DFF-8EBD112BC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05575"/>
            <a:ext cx="457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rPr>
              <a:t>15</a:t>
            </a:r>
          </a:p>
        </p:txBody>
      </p:sp>
      <p:graphicFrame>
        <p:nvGraphicFramePr>
          <p:cNvPr id="10" name=""/>
          <p:cNvGraphicFramePr/>
          <p:nvPr/>
        </p:nvGraphicFramePr>
        <p:xfrm>
          <a:off xmlns:a="http://schemas.openxmlformats.org/drawingml/2006/main" x="1047750" y="2076450"/>
          <a:ext xmlns:a="http://schemas.openxmlformats.org/drawingml/2006/main" cx="10096500" cy="1476375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2524125"/>
                <a:gridCol w="2524125"/>
                <a:gridCol w="2524125"/>
                <a:gridCol w="2524125"/>
              </a:tblGrid>
              <a:tr h="738188">
                <a:tc>
                  <a:txBody>
                    <a:bodyPr lIns="57150" tIns="47625" rIns="57150" bIns="47625">
                      <a:noAutofit/>
                    </a:bodyPr>
                    <a:lstStyle/>
                    <a:p>
                      <a:pPr algn="ctr"/>
                      <a:r>
                        <a:rPr sz="2325" b="1">
                          <a:solidFill>
                            <a:srgbClr val="173042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子代 B</a:t>
                      </a:r>
                    </a:p>
                  </a:txBody>
                  <a:tcPr marL="91440" marR="91440" marT="45720" marB="45720" anchor="ctr">
                    <a:solidFill>
                      <a:srgbClr val="E8F0F4"/>
                    </a:solidFill>
                  </a:tcPr>
                </a:tc>
                <a:tc>
                  <a:txBody>
                    <a:bodyPr lIns="57150" tIns="47625" rIns="57150" bIns="47625">
                      <a:noAutofit/>
                    </a:bodyPr>
                    <a:lstStyle/>
                    <a:p>
                      <a:pPr algn="ctr"/>
                      <a:r>
                        <a:rPr sz="2325" b="1">
                          <a:solidFill>
                            <a:srgbClr val="173042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0</a:t>
                      </a:r>
                    </a:p>
                  </a:txBody>
                  <a:tcPr marL="91440" marR="91440" marT="45720" marB="45720" anchor="ctr">
                    <a:solidFill>
                      <a:srgbClr val="E8F0F4"/>
                    </a:solidFill>
                  </a:tcPr>
                </a:tc>
                <a:tc>
                  <a:txBody>
                    <a:bodyPr lIns="57150" tIns="47625" rIns="57150" bIns="47625">
                      <a:noAutofit/>
                    </a:bodyPr>
                    <a:lstStyle/>
                    <a:p>
                      <a:pPr algn="ctr"/>
                      <a:r>
                        <a:rPr sz="2325" b="1">
                          <a:solidFill>
                            <a:srgbClr val="173042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2</a:t>
                      </a:r>
                    </a:p>
                  </a:txBody>
                  <a:tcPr marL="91440" marR="91440" marT="45720" marB="45720" anchor="ctr">
                    <a:solidFill>
                      <a:srgbClr val="E8F0F4"/>
                    </a:solidFill>
                  </a:tcPr>
                </a:tc>
                <a:tc>
                  <a:txBody>
                    <a:bodyPr lIns="57150" tIns="47625" rIns="57150" bIns="47625">
                      <a:noAutofit/>
                    </a:bodyPr>
                    <a:lstStyle/>
                    <a:p>
                      <a:pPr algn="ctr"/>
                      <a:r>
                        <a:rPr sz="2325" b="1">
                          <a:solidFill>
                            <a:srgbClr val="173042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3</a:t>
                      </a:r>
                    </a:p>
                  </a:txBody>
                  <a:tcPr marL="91440" marR="91440" marT="45720" marB="45720" anchor="ctr">
                    <a:solidFill>
                      <a:srgbClr val="E8F0F4"/>
                    </a:solidFill>
                  </a:tcPr>
                </a:tc>
              </a:tr>
              <a:tr h="738188">
                <a:tc>
                  <a:txBody>
                    <a:bodyPr lIns="57150" tIns="47625" rIns="57150" bIns="47625">
                      <a:noAutofit/>
                    </a:bodyPr>
                    <a:lstStyle/>
                    <a:p>
                      <a:pPr algn="ctr"/>
                      <a:r>
                        <a:rPr sz="2325" b="0">
                          <a:solidFill>
                            <a:srgbClr val="173042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機率</a:t>
                      </a:r>
                    </a:p>
                  </a:txBody>
                  <a:tcPr marL="91440" marR="91440" marT="45720" marB="45720" anchor="ctr">
                    <a:solidFill>
                      <a:srgbClr val="FCFBF8"/>
                    </a:solidFill>
                  </a:tcPr>
                </a:tc>
                <a:tc>
                  <a:txBody>
                    <a:bodyPr lIns="57150" tIns="47625" rIns="57150" bIns="47625">
                      <a:noAutofit/>
                    </a:bodyPr>
                    <a:lstStyle/>
                    <a:p>
                      <a:pPr algn="ctr"/>
                      <a:r>
                        <a:rPr sz="2325" b="0">
                          <a:solidFill>
                            <a:srgbClr val="173042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0.300</a:t>
                      </a:r>
                    </a:p>
                  </a:txBody>
                  <a:tcPr marL="91440" marR="91440" marT="45720" marB="45720" anchor="ctr">
                    <a:solidFill>
                      <a:srgbClr val="FCFBF8"/>
                    </a:solidFill>
                  </a:tcPr>
                </a:tc>
                <a:tc>
                  <a:txBody>
                    <a:bodyPr lIns="57150" tIns="47625" rIns="57150" bIns="47625">
                      <a:noAutofit/>
                    </a:bodyPr>
                    <a:lstStyle/>
                    <a:p>
                      <a:pPr algn="ctr"/>
                      <a:r>
                        <a:rPr sz="2325" b="0">
                          <a:solidFill>
                            <a:srgbClr val="173042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0.672</a:t>
                      </a:r>
                    </a:p>
                  </a:txBody>
                  <a:tcPr marL="91440" marR="91440" marT="45720" marB="45720" anchor="ctr">
                    <a:solidFill>
                      <a:srgbClr val="FCFBF8"/>
                    </a:solidFill>
                  </a:tcPr>
                </a:tc>
                <a:tc>
                  <a:txBody>
                    <a:bodyPr lIns="57150" tIns="47625" rIns="57150" bIns="47625">
                      <a:noAutofit/>
                    </a:bodyPr>
                    <a:lstStyle/>
                    <a:p>
                      <a:pPr algn="ctr"/>
                      <a:r>
                        <a:rPr sz="2325" b="0">
                          <a:solidFill>
                            <a:srgbClr val="173042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0.028</a:t>
                      </a:r>
                    </a:p>
                  </a:txBody>
                  <a:tcPr marL="91440" marR="91440" marT="45720" marB="45720" anchor="ctr">
                    <a:solidFill>
                      <a:srgbClr val="FCFBF8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1" name=""/>
          <p:cNvGraphicFramePr/>
          <p:nvPr/>
        </p:nvGraphicFramePr>
        <p:xfrm>
          <a:off xmlns:a="http://schemas.openxmlformats.org/drawingml/2006/main" x="666750" y="4953000"/>
          <a:ext xmlns:a="http://schemas.openxmlformats.org/drawingml/2006/main" cx="10858500" cy="85725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2714625"/>
                <a:gridCol w="2714625"/>
                <a:gridCol w="2714625"/>
                <a:gridCol w="2714625"/>
              </a:tblGrid>
              <a:tr h="428625">
                <a:tc>
                  <a:txBody>
                    <a:bodyPr lIns="57150" tIns="47625" rIns="57150" bIns="47625">
                      <a:noAutofit/>
                    </a:bodyPr>
                    <a:lstStyle/>
                    <a:p>
                      <a:pPr algn="ctr"/>
                      <a:r>
                        <a:rPr sz="1875" b="1">
                          <a:solidFill>
                            <a:srgbClr val="173042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基準細胞</a:t>
                      </a:r>
                    </a:p>
                  </a:txBody>
                  <a:tcPr marL="91440" marR="91440" marT="45720" marB="45720" anchor="ctr">
                    <a:solidFill>
                      <a:srgbClr val="E8F0F4"/>
                    </a:solidFill>
                  </a:tcPr>
                </a:tc>
                <a:tc>
                  <a:txBody>
                    <a:bodyPr lIns="57150" tIns="47625" rIns="57150" bIns="47625">
                      <a:noAutofit/>
                    </a:bodyPr>
                    <a:lstStyle/>
                    <a:p>
                      <a:pPr algn="ctr"/>
                      <a:r>
                        <a:rPr sz="1875" b="1">
                          <a:solidFill>
                            <a:srgbClr val="173042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未治療</a:t>
                      </a:r>
                    </a:p>
                  </a:txBody>
                  <a:tcPr marL="91440" marR="91440" marT="45720" marB="45720" anchor="ctr">
                    <a:solidFill>
                      <a:srgbClr val="E8F0F4"/>
                    </a:solidFill>
                  </a:tcPr>
                </a:tc>
                <a:tc>
                  <a:txBody>
                    <a:bodyPr lIns="57150" tIns="47625" rIns="57150" bIns="47625">
                      <a:noAutofit/>
                    </a:bodyPr>
                    <a:lstStyle/>
                    <a:p>
                      <a:pPr algn="ctr"/>
                      <a:r>
                        <a:rPr sz="1875" b="1">
                          <a:solidFill>
                            <a:srgbClr val="173042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治療下敏感</a:t>
                      </a:r>
                    </a:p>
                  </a:txBody>
                  <a:tcPr marL="91440" marR="91440" marT="45720" marB="45720" anchor="ctr">
                    <a:solidFill>
                      <a:srgbClr val="E8F0F4"/>
                    </a:solidFill>
                  </a:tcPr>
                </a:tc>
                <a:tc>
                  <a:txBody>
                    <a:bodyPr lIns="57150" tIns="47625" rIns="57150" bIns="47625">
                      <a:noAutofit/>
                    </a:bodyPr>
                    <a:lstStyle/>
                    <a:p>
                      <a:pPr algn="ctr"/>
                      <a:r>
                        <a:rPr sz="1875" b="1">
                          <a:solidFill>
                            <a:srgbClr val="173042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治療下抗藥</a:t>
                      </a:r>
                    </a:p>
                  </a:txBody>
                  <a:tcPr marL="91440" marR="91440" marT="45720" marB="45720" anchor="ctr">
                    <a:solidFill>
                      <a:srgbClr val="E8F0F4"/>
                    </a:solidFill>
                  </a:tcPr>
                </a:tc>
              </a:tr>
              <a:tr h="428625">
                <a:tc>
                  <a:txBody>
                    <a:bodyPr lIns="57150" tIns="47625" rIns="57150" bIns="47625">
                      <a:noAutofit/>
                    </a:bodyPr>
                    <a:lstStyle/>
                    <a:p>
                      <a:pPr algn="ctr"/>
                      <a:r>
                        <a:rPr sz="1875" b="0">
                          <a:solidFill>
                            <a:srgbClr val="173042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每父細胞期望</a:t>
                      </a:r>
                    </a:p>
                  </a:txBody>
                  <a:tcPr marL="91440" marR="91440" marT="45720" marB="45720" anchor="ctr">
                    <a:solidFill>
                      <a:srgbClr val="FCFBF8"/>
                    </a:solidFill>
                  </a:tcPr>
                </a:tc>
                <a:tc>
                  <a:txBody>
                    <a:bodyPr lIns="57150" tIns="47625" rIns="57150" bIns="47625">
                      <a:noAutofit/>
                    </a:bodyPr>
                    <a:lstStyle/>
                    <a:p>
                      <a:pPr algn="ctr"/>
                      <a:r>
                        <a:rPr sz="1875" b="0">
                          <a:solidFill>
                            <a:srgbClr val="173042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1.428</a:t>
                      </a:r>
                    </a:p>
                  </a:txBody>
                  <a:tcPr marL="91440" marR="91440" marT="45720" marB="45720" anchor="ctr">
                    <a:solidFill>
                      <a:srgbClr val="FCFBF8"/>
                    </a:solidFill>
                  </a:tcPr>
                </a:tc>
                <a:tc>
                  <a:txBody>
                    <a:bodyPr lIns="57150" tIns="47625" rIns="57150" bIns="47625">
                      <a:noAutofit/>
                    </a:bodyPr>
                    <a:lstStyle/>
                    <a:p>
                      <a:pPr algn="ctr"/>
                      <a:r>
                        <a:rPr sz="1875" b="0">
                          <a:solidFill>
                            <a:srgbClr val="173042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0.1428</a:t>
                      </a:r>
                    </a:p>
                  </a:txBody>
                  <a:tcPr marL="91440" marR="91440" marT="45720" marB="45720" anchor="ctr">
                    <a:solidFill>
                      <a:srgbClr val="FCFBF8"/>
                    </a:solidFill>
                  </a:tcPr>
                </a:tc>
                <a:tc>
                  <a:txBody>
                    <a:bodyPr lIns="57150" tIns="47625" rIns="57150" bIns="47625">
                      <a:noAutofit/>
                    </a:bodyPr>
                    <a:lstStyle/>
                    <a:p>
                      <a:pPr algn="ctr"/>
                      <a:r>
                        <a:rPr sz="1875" b="0">
                          <a:solidFill>
                            <a:srgbClr val="173042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1.37088</a:t>
                      </a:r>
                    </a:p>
                  </a:txBody>
                  <a:tcPr marL="91440" marR="91440" marT="45720" marB="45720" anchor="ctr">
                    <a:solidFill>
                      <a:srgbClr val="FCFBF8"/>
                    </a:solidFill>
                  </a:tcPr>
                </a:tc>
              </a:tr>
            </a:tbl>
          </a:graphicData>
        </a:graphic>
      </p:graphicFrame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68956ba2c454715"/>
          <a:stretch xmlns:a="http://schemas.openxmlformats.org/drawingml/2006/main"/>
        </p:blipFill>
        <p:spPr>
          <a:xfrm xmlns:a="http://schemas.openxmlformats.org/drawingml/2006/main">
            <a:off x="1801091" y="3876675"/>
            <a:ext cx="8589818" cy="762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3607704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CFB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DFC37E4-5151-4278-9E98-F19013CE6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225" b="1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rPr>
              <a:t>mutate_offspring：逐位元拆分子代計數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172D011-C3EE-431B-B1FE-228DC7FF3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90625"/>
            <a:ext cx="109347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rPr>
              <a:t>每輪只替尚未突變的位元抽樣，允許同代多位元突變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0E4F08C-C256-40DC-984E-AF3485FF5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05575"/>
            <a:ext cx="457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rPr>
              <a:t>16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C65A0F4-E1EB-4232-8051-B53AB9FF6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47875"/>
            <a:ext cx="619125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3042"/>
                </a:solidFill>
                <a:latin typeface="Menlo"/>
                <a:ea typeface="Menlo"/>
                <a:cs typeface="Menlo"/>
              </a:defRPr>
            </a:pPr>
            <a:r>
              <a:rPr sz="1425" b="0">
                <a:solidFill>
                  <a:srgbClr val="173042"/>
                </a:solidFill>
                <a:latin typeface="Menlo"/>
                <a:ea typeface="Menlo"/>
                <a:cs typeface="Menlo"/>
              </a:rPr>
              <a:t>population = dict(population)</a:t>
            </a:r>
          </a:p>
          <a:p xmlns:a="http://schemas.openxmlformats.org/drawingml/2006/main">
            <a:pPr algn="l">
              <a:defRPr sz="1425" b="0">
                <a:solidFill>
                  <a:srgbClr val="173042"/>
                </a:solidFill>
                <a:latin typeface="Menlo"/>
                <a:ea typeface="Menlo"/>
                <a:cs typeface="Menlo"/>
              </a:defRPr>
            </a:pPr>
            <a:r>
              <a:rPr sz="1425" b="0">
                <a:solidFill>
                  <a:srgbClr val="173042"/>
                </a:solidFill>
                <a:latin typeface="Menlo"/>
                <a:ea typeface="Menlo"/>
                <a:cs typeface="Menlo"/>
              </a:rPr>
              <a:t>for gene in range(config.n_genes +</a:t>
            </a:r>
          </a:p>
          <a:p xmlns:a="http://schemas.openxmlformats.org/drawingml/2006/main">
            <a:pPr algn="l">
              <a:defRPr sz="1425" b="0">
                <a:solidFill>
                  <a:srgbClr val="173042"/>
                </a:solidFill>
                <a:latin typeface="Menlo"/>
                <a:ea typeface="Menlo"/>
                <a:cs typeface="Menlo"/>
              </a:defRPr>
            </a:pPr>
            <a:r>
              <a:rPr sz="1425" b="0">
                <a:solidFill>
                  <a:srgbClr val="173042"/>
                </a:solidFill>
                <a:latin typeface="Menlo"/>
                <a:ea typeface="Menlo"/>
                <a:cs typeface="Menlo"/>
              </a:rPr>
              <a:t>    len(config.suppressor_genes)):</a:t>
            </a:r>
          </a:p>
          <a:p xmlns:a="http://schemas.openxmlformats.org/drawingml/2006/main">
            <a:pPr algn="l">
              <a:defRPr sz="1425" b="0">
                <a:solidFill>
                  <a:srgbClr val="173042"/>
                </a:solidFill>
                <a:latin typeface="Menlo"/>
                <a:ea typeface="Menlo"/>
                <a:cs typeface="Menlo"/>
              </a:defRPr>
            </a:pPr>
            <a:r>
              <a:rPr sz="1425" b="0">
                <a:solidFill>
                  <a:srgbClr val="173042"/>
                </a:solidFill>
                <a:latin typeface="Menlo"/>
                <a:ea typeface="Menlo"/>
                <a:cs typeface="Menlo"/>
              </a:rPr>
              <a:t>    bit = 1 &lt;&lt; gene</a:t>
            </a:r>
          </a:p>
          <a:p xmlns:a="http://schemas.openxmlformats.org/drawingml/2006/main">
            <a:pPr algn="l">
              <a:defRPr sz="1425" b="0">
                <a:solidFill>
                  <a:srgbClr val="173042"/>
                </a:solidFill>
                <a:latin typeface="Menlo"/>
                <a:ea typeface="Menlo"/>
                <a:cs typeface="Menlo"/>
              </a:defRPr>
            </a:pPr>
            <a:r>
              <a:rPr sz="1425" b="0">
                <a:solidFill>
                  <a:srgbClr val="173042"/>
                </a:solidFill>
                <a:latin typeface="Menlo"/>
                <a:ea typeface="Menlo"/>
                <a:cs typeface="Menlo"/>
              </a:rPr>
              <a:t>    updated = dict(population)</a:t>
            </a:r>
          </a:p>
          <a:p xmlns:a="http://schemas.openxmlformats.org/drawingml/2006/main">
            <a:pPr algn="l">
              <a:defRPr sz="1425" b="0">
                <a:solidFill>
                  <a:srgbClr val="173042"/>
                </a:solidFill>
                <a:latin typeface="Menlo"/>
                <a:ea typeface="Menlo"/>
                <a:cs typeface="Menlo"/>
              </a:defRPr>
            </a:pPr>
            <a:r>
              <a:rPr sz="1425" b="0">
                <a:solidFill>
                  <a:srgbClr val="173042"/>
                </a:solidFill>
                <a:latin typeface="Menlo"/>
                <a:ea typeface="Menlo"/>
                <a:cs typeface="Menlo"/>
              </a:rPr>
              <a:t>    for genotype, count in population.items():</a:t>
            </a:r>
          </a:p>
          <a:p xmlns:a="http://schemas.openxmlformats.org/drawingml/2006/main">
            <a:pPr algn="l">
              <a:defRPr sz="1425" b="0">
                <a:solidFill>
                  <a:srgbClr val="173042"/>
                </a:solidFill>
                <a:latin typeface="Menlo"/>
                <a:ea typeface="Menlo"/>
                <a:cs typeface="Menlo"/>
              </a:defRPr>
            </a:pPr>
            <a:r>
              <a:rPr sz="1425" b="0">
                <a:solidFill>
                  <a:srgbClr val="173042"/>
                </a:solidFill>
                <a:latin typeface="Menlo"/>
                <a:ea typeface="Menlo"/>
                <a:cs typeface="Menlo"/>
              </a:rPr>
              <a:t>        if genotype &amp; bit:</a:t>
            </a:r>
          </a:p>
          <a:p xmlns:a="http://schemas.openxmlformats.org/drawingml/2006/main">
            <a:pPr algn="l">
              <a:defRPr sz="1425" b="0">
                <a:solidFill>
                  <a:srgbClr val="173042"/>
                </a:solidFill>
                <a:latin typeface="Menlo"/>
                <a:ea typeface="Menlo"/>
                <a:cs typeface="Menlo"/>
              </a:defRPr>
            </a:pPr>
            <a:r>
              <a:rPr sz="1425" b="0">
                <a:solidFill>
                  <a:srgbClr val="173042"/>
                </a:solidFill>
                <a:latin typeface="Menlo"/>
                <a:ea typeface="Menlo"/>
                <a:cs typeface="Menlo"/>
              </a:rPr>
              <a:t>            continue</a:t>
            </a:r>
          </a:p>
          <a:p xmlns:a="http://schemas.openxmlformats.org/drawingml/2006/main">
            <a:pPr algn="l">
              <a:defRPr sz="1425" b="0">
                <a:solidFill>
                  <a:srgbClr val="173042"/>
                </a:solidFill>
                <a:latin typeface="Menlo"/>
                <a:ea typeface="Menlo"/>
                <a:cs typeface="Menlo"/>
              </a:defRPr>
            </a:pPr>
            <a:r>
              <a:rPr sz="1425" b="0">
                <a:solidFill>
                  <a:srgbClr val="173042"/>
                </a:solidFill>
                <a:latin typeface="Menlo"/>
                <a:ea typeface="Menlo"/>
                <a:cs typeface="Menlo"/>
              </a:rPr>
              <a:t>        mutants = int(rng.binomial(count,</a:t>
            </a:r>
          </a:p>
          <a:p xmlns:a="http://schemas.openxmlformats.org/drawingml/2006/main">
            <a:pPr algn="l">
              <a:defRPr sz="1425" b="0">
                <a:solidFill>
                  <a:srgbClr val="173042"/>
                </a:solidFill>
                <a:latin typeface="Menlo"/>
                <a:ea typeface="Menlo"/>
                <a:cs typeface="Menlo"/>
              </a:defRPr>
            </a:pPr>
            <a:r>
              <a:rPr sz="1425" b="0">
                <a:solidFill>
                  <a:srgbClr val="173042"/>
                </a:solidFill>
                <a:latin typeface="Menlo"/>
                <a:ea typeface="Menlo"/>
                <a:cs typeface="Menlo"/>
              </a:rPr>
              <a:t>    config.mutation_rate))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5834AE8-2E40-4079-9E7D-6A8DBF018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085975"/>
            <a:ext cx="414337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rPr>
              <a:t>mutants ~ Binomial(count, μ)</a:t>
            </a:r>
          </a:p>
          <a:p xmlns:a="http://schemas.openxmlformats.org/drawingml/2006/main">
            <a:pPr algn="l">
              <a:def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rPr>
              <a:t>一次抽出該類的突變細胞數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6B2B4C6-B261-4327-893D-2160E2DB3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009900"/>
            <a:ext cx="414337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rPr>
              <a:t>genotype | bit 設定新位元</a:t>
            </a:r>
          </a:p>
          <a:p xmlns:a="http://schemas.openxmlformats.org/drawingml/2006/main">
            <a:pPr algn="l">
              <a:def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rPr>
              <a:t>get(...,0) 合併相同基因型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715C639-671A-4006-A9BA-E1A2BE7D7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933825"/>
            <a:ext cx="414337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rPr>
              <a:t>依序遍歷全部 22 個位元</a:t>
            </a:r>
          </a:p>
          <a:p xmlns:a="http://schemas.openxmlformats.org/drawingml/2006/main">
            <a:pPr algn="l">
              <a:def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rPr>
              <a:t>本輪新類型下輪可再突變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01CA9FE-BF08-460E-B930-761CE98BB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895975"/>
            <a:ext cx="1047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rPr>
              <a:t>原始碼節錄，長行採視覺折行。省略註解與非核心行，詳細說明見備註。</a:t>
            </a:r>
          </a:p>
        </p:txBody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759603a497045df"/>
          <a:stretch xmlns:a="http://schemas.openxmlformats.org/drawingml/2006/main"/>
        </p:blipFill>
        <p:spPr>
          <a:xfrm xmlns:a="http://schemas.openxmlformats.org/drawingml/2006/main">
            <a:off x="2840831" y="5238750"/>
            <a:ext cx="6462713" cy="61912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274658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CFB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9DA5857-3972-4985-8D50-712414138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225" b="1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rPr>
              <a:t>突變守恆：重新分類細胞，不創造額外細胞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4BBAC99-B0FD-4C61-9CBF-8E7FEBE05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90625"/>
            <a:ext cx="109347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rPr>
              <a:t>舊類型移出 X 個，新類型加入同樣的 X 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CD2D328-5A92-460B-A86C-9F94DA908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05575"/>
            <a:ext cx="457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rPr>
              <a:t>17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0B750C9-414A-4389-9E06-0F95029AF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47875"/>
            <a:ext cx="619125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3042"/>
                </a:solidFill>
                <a:latin typeface="Menlo"/>
                <a:ea typeface="Menlo"/>
                <a:cs typeface="Menlo"/>
              </a:defRPr>
            </a:pPr>
            <a:r>
              <a:rPr sz="1425" b="0">
                <a:solidFill>
                  <a:srgbClr val="173042"/>
                </a:solidFill>
                <a:latin typeface="Menlo"/>
                <a:ea typeface="Menlo"/>
                <a:cs typeface="Menlo"/>
              </a:rPr>
              <a:t>        if mutants:</a:t>
            </a:r>
          </a:p>
          <a:p xmlns:a="http://schemas.openxmlformats.org/drawingml/2006/main">
            <a:pPr algn="l">
              <a:defRPr sz="1425" b="0">
                <a:solidFill>
                  <a:srgbClr val="173042"/>
                </a:solidFill>
                <a:latin typeface="Menlo"/>
                <a:ea typeface="Menlo"/>
                <a:cs typeface="Menlo"/>
              </a:defRPr>
            </a:pPr>
            <a:r>
              <a:rPr sz="1425" b="0">
                <a:solidFill>
                  <a:srgbClr val="173042"/>
                </a:solidFill>
                <a:latin typeface="Menlo"/>
                <a:ea typeface="Menlo"/>
                <a:cs typeface="Menlo"/>
              </a:rPr>
              <a:t>            updated[genotype] -= mutants</a:t>
            </a:r>
          </a:p>
          <a:p xmlns:a="http://schemas.openxmlformats.org/drawingml/2006/main">
            <a:pPr algn="l">
              <a:defRPr sz="1425" b="0">
                <a:solidFill>
                  <a:srgbClr val="173042"/>
                </a:solidFill>
                <a:latin typeface="Menlo"/>
                <a:ea typeface="Menlo"/>
                <a:cs typeface="Menlo"/>
              </a:defRPr>
            </a:pPr>
            <a:r>
              <a:rPr sz="1425" b="0">
                <a:solidFill>
                  <a:srgbClr val="173042"/>
                </a:solidFill>
                <a:latin typeface="Menlo"/>
                <a:ea typeface="Menlo"/>
                <a:cs typeface="Menlo"/>
              </a:rPr>
              <a:t>            updated[genotype | bit] =</a:t>
            </a:r>
          </a:p>
          <a:p xmlns:a="http://schemas.openxmlformats.org/drawingml/2006/main">
            <a:pPr algn="l">
              <a:defRPr sz="1425" b="0">
                <a:solidFill>
                  <a:srgbClr val="173042"/>
                </a:solidFill>
                <a:latin typeface="Menlo"/>
                <a:ea typeface="Menlo"/>
                <a:cs typeface="Menlo"/>
              </a:defRPr>
            </a:pPr>
            <a:r>
              <a:rPr sz="1425" b="0">
                <a:solidFill>
                  <a:srgbClr val="173042"/>
                </a:solidFill>
                <a:latin typeface="Menlo"/>
                <a:ea typeface="Menlo"/>
                <a:cs typeface="Menlo"/>
              </a:rPr>
              <a:t>    updated.get(genotype | bit, 0) + mutants</a:t>
            </a:r>
          </a:p>
          <a:p xmlns:a="http://schemas.openxmlformats.org/drawingml/2006/main">
            <a:pPr algn="l">
              <a:defRPr sz="1425" b="0">
                <a:solidFill>
                  <a:srgbClr val="173042"/>
                </a:solidFill>
                <a:latin typeface="Menlo"/>
                <a:ea typeface="Menlo"/>
                <a:cs typeface="Menlo"/>
              </a:defRPr>
            </a:pPr>
            <a:r>
              <a:rPr sz="1425" b="0">
                <a:solidFill>
                  <a:srgbClr val="173042"/>
                </a:solidFill>
                <a:latin typeface="Menlo"/>
                <a:ea typeface="Menlo"/>
                <a:cs typeface="Menlo"/>
              </a:rPr>
              <a:t>    population = {g: n for g, n in updated.items() if n</a:t>
            </a:r>
          </a:p>
          <a:p xmlns:a="http://schemas.openxmlformats.org/drawingml/2006/main">
            <a:pPr algn="l">
              <a:defRPr sz="1425" b="0">
                <a:solidFill>
                  <a:srgbClr val="173042"/>
                </a:solidFill>
                <a:latin typeface="Menlo"/>
                <a:ea typeface="Menlo"/>
                <a:cs typeface="Menlo"/>
              </a:defRPr>
            </a:pPr>
            <a:r>
              <a:rPr sz="1425" b="0">
                <a:solidFill>
                  <a:srgbClr val="173042"/>
                </a:solidFill>
                <a:latin typeface="Menlo"/>
                <a:ea typeface="Menlo"/>
                <a:cs typeface="Menlo"/>
              </a:rPr>
              <a:t>    &gt; 0}</a:t>
            </a:r>
          </a:p>
          <a:p xmlns:a="http://schemas.openxmlformats.org/drawingml/2006/main">
            <a:pPr algn="l">
              <a:defRPr sz="1425" b="0">
                <a:solidFill>
                  <a:srgbClr val="173042"/>
                </a:solidFill>
                <a:latin typeface="Menlo"/>
                <a:ea typeface="Menlo"/>
                <a:cs typeface="Menlo"/>
              </a:defRPr>
            </a:pPr>
            <a:r>
              <a:rPr sz="1425" b="0">
                <a:solidFill>
                  <a:srgbClr val="173042"/>
                </a:solidFill>
                <a:latin typeface="Menlo"/>
                <a:ea typeface="Menlo"/>
                <a:cs typeface="Menlo"/>
              </a:rPr>
              <a:t>return population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2A89C17-D03D-4E4C-935B-BA4D96B3B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085975"/>
            <a:ext cx="414337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rPr>
              <a:t>例：100 個 g=0，抽到 2 個突變</a:t>
            </a:r>
          </a:p>
          <a:p xmlns:a="http://schemas.openxmlformats.org/drawingml/2006/main">
            <a:pPr algn="l">
              <a:def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rPr>
              <a:t>結果為 {0:98, 8:2}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6DAADFF-2D31-4447-A89C-63D792683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009900"/>
            <a:ext cx="414337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rPr>
              <a:t>刪除 count=0 的項目</a:t>
            </a:r>
          </a:p>
          <a:p xmlns:a="http://schemas.openxmlformats.org/drawingml/2006/main">
            <a:pPr algn="l">
              <a:def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rPr>
              <a:t>維持稀疏字典與正計數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B80DD14-9519-41F9-BC51-979BBD2F1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933825"/>
            <a:ext cx="414337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rPr>
              <a:t>守恆只適用於突變階段</a:t>
            </a:r>
          </a:p>
          <a:p xmlns:a="http://schemas.openxmlformats.org/drawingml/2006/main">
            <a:pPr algn="l">
              <a:def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rPr>
              <a:t>存活與分裂會改變總數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CC2D039-A3A9-48AE-80FF-FF6209F7C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895975"/>
            <a:ext cx="1047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rPr>
              <a:t>原始碼節錄，長行採視覺折行。省略註解與非核心行，詳細說明見備註。</a:t>
            </a:r>
          </a:p>
        </p:txBody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e9cc5dd14a34634"/>
          <a:stretch xmlns:a="http://schemas.openxmlformats.org/drawingml/2006/main"/>
        </p:blipFill>
        <p:spPr>
          <a:xfrm xmlns:a="http://schemas.openxmlformats.org/drawingml/2006/main">
            <a:off x="3087905" y="4953000"/>
            <a:ext cx="5968565" cy="90487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9645212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CFB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83497FD-221F-452A-BE7D-CF5DA4038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225" b="1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rPr>
              <a:t>逐位元抽樣對應精確突變矩陣 Q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E844B03-8141-4634-B08A-EBD6CECC2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90625"/>
            <a:ext cx="109347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rPr>
              <a:t>Q 的列是父代基因型，欄是子代基因型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1C41F89-36E8-4855-8380-938B7D805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05575"/>
            <a:ext cx="457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rPr>
              <a:t>18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BEE2E4F-6298-448F-8D2D-3EB35E4D2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619625"/>
            <a:ext cx="10763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rPr>
              <a:t>程式逐位元抽樣，數學可用多項分布描述相同分布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B306C9D-E861-44F3-94DA-786435D1A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895975"/>
            <a:ext cx="1047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rPr>
              <a:t>L=22。Q 每列總和為 1；它描述單個子代的突變，不是整個腫瘤轉移。</a:t>
            </a:r>
          </a:p>
        </p:txBody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2b1064c52194ee9"/>
          <a:stretch xmlns:a="http://schemas.openxmlformats.org/drawingml/2006/main"/>
        </p:blipFill>
        <p:spPr>
          <a:xfrm xmlns:a="http://schemas.openxmlformats.org/drawingml/2006/main">
            <a:off x="666750" y="2181597"/>
            <a:ext cx="10858500" cy="627907"/>
          </a:xfrm>
          <a:prstGeom xmlns:a="http://schemas.openxmlformats.org/drawingml/2006/main" prst="rect">
            <a:avLst/>
          </a:prstGeom>
        </p:spPr>
      </p:pic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f8aa474a59b49c3"/>
          <a:stretch xmlns:a="http://schemas.openxmlformats.org/drawingml/2006/main"/>
        </p:blipFill>
        <p:spPr>
          <a:xfrm xmlns:a="http://schemas.openxmlformats.org/drawingml/2006/main">
            <a:off x="1179355" y="3362325"/>
            <a:ext cx="9833290" cy="8572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3639017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CFB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6D02CEC-0B1E-4EE5-8EFD-81ABE2E19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225" b="1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rPr>
              <a:t>期望矩陣 M：繁殖能力乘上突變機率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969C86F-92E1-488D-B7FF-D97F888CF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90625"/>
            <a:ext cx="109347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rPr>
              <a:t>M 記錄期望子代數，列總和為 m_g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0958C6B-5971-4E3F-9AE1-CB37CC788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05575"/>
            <a:ext cx="457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rPr>
              <a:t>19</a:t>
            </a:r>
          </a:p>
        </p:txBody>
      </p:sp>
      <p:graphicFrame>
        <p:nvGraphicFramePr>
          <p:cNvPr id="10" name=""/>
          <p:cNvGraphicFramePr/>
          <p:nvPr/>
        </p:nvGraphicFramePr>
        <p:xfrm>
          <a:off xmlns:a="http://schemas.openxmlformats.org/drawingml/2006/main" x="1333500" y="3181350"/>
          <a:ext xmlns:a="http://schemas.openxmlformats.org/drawingml/2006/main" cx="9525000" cy="180975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3175000"/>
                <a:gridCol w="3175000"/>
                <a:gridCol w="3175000"/>
              </a:tblGrid>
              <a:tr h="603250">
                <a:tc>
                  <a:txBody>
                    <a:bodyPr lIns="57150" tIns="47625" rIns="57150" bIns="47625">
                      <a:noAutofit/>
                    </a:bodyPr>
                    <a:lstStyle/>
                    <a:p>
                      <a:pPr algn="ctr"/>
                      <a:r>
                        <a:rPr sz="2175" b="1">
                          <a:solidFill>
                            <a:srgbClr val="173042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治療下 M</a:t>
                      </a:r>
                    </a:p>
                  </a:txBody>
                  <a:tcPr marL="91440" marR="91440" marT="45720" marB="45720" anchor="ctr">
                    <a:solidFill>
                      <a:srgbClr val="E8F0F4"/>
                    </a:solidFill>
                  </a:tcPr>
                </a:tc>
                <a:tc>
                  <a:txBody>
                    <a:bodyPr lIns="57150" tIns="47625" rIns="57150" bIns="47625">
                      <a:noAutofit/>
                    </a:bodyPr>
                    <a:lstStyle/>
                    <a:p>
                      <a:pPr algn="ctr"/>
                      <a:r>
                        <a:rPr sz="2175" b="1">
                          <a:solidFill>
                            <a:srgbClr val="173042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敏感 S</a:t>
                      </a:r>
                    </a:p>
                  </a:txBody>
                  <a:tcPr marL="91440" marR="91440" marT="45720" marB="45720" anchor="ctr">
                    <a:solidFill>
                      <a:srgbClr val="E8F0F4"/>
                    </a:solidFill>
                  </a:tcPr>
                </a:tc>
                <a:tc>
                  <a:txBody>
                    <a:bodyPr lIns="57150" tIns="47625" rIns="57150" bIns="47625">
                      <a:noAutofit/>
                    </a:bodyPr>
                    <a:lstStyle/>
                    <a:p>
                      <a:pPr algn="ctr"/>
                      <a:r>
                        <a:rPr sz="2175" b="1">
                          <a:solidFill>
                            <a:srgbClr val="173042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抗藥 R</a:t>
                      </a:r>
                    </a:p>
                  </a:txBody>
                  <a:tcPr marL="91440" marR="91440" marT="45720" marB="45720" anchor="ctr">
                    <a:solidFill>
                      <a:srgbClr val="E8F0F4"/>
                    </a:solidFill>
                  </a:tcPr>
                </a:tc>
              </a:tr>
              <a:tr h="603250">
                <a:tc>
                  <a:txBody>
                    <a:bodyPr lIns="57150" tIns="47625" rIns="57150" bIns="47625">
                      <a:noAutofit/>
                    </a:bodyPr>
                    <a:lstStyle/>
                    <a:p>
                      <a:pPr algn="ctr"/>
                      <a:r>
                        <a:rPr sz="2175" b="0">
                          <a:solidFill>
                            <a:srgbClr val="173042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敏感 S</a:t>
                      </a:r>
                    </a:p>
                  </a:txBody>
                  <a:tcPr marL="91440" marR="91440" marT="45720" marB="45720" anchor="ctr">
                    <a:solidFill>
                      <a:srgbClr val="FCFBF8"/>
                    </a:solidFill>
                  </a:tcPr>
                </a:tc>
                <a:tc>
                  <a:txBody>
                    <a:bodyPr lIns="57150" tIns="47625" rIns="57150" bIns="47625">
                      <a:noAutofit/>
                    </a:bodyPr>
                    <a:lstStyle/>
                    <a:p>
                      <a:pPr algn="ctr"/>
                      <a:r>
                        <a:rPr sz="2175" b="0">
                          <a:solidFill>
                            <a:srgbClr val="173042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0.1426572</a:t>
                      </a:r>
                    </a:p>
                  </a:txBody>
                  <a:tcPr marL="91440" marR="91440" marT="45720" marB="45720" anchor="ctr">
                    <a:solidFill>
                      <a:srgbClr val="FCFBF8"/>
                    </a:solidFill>
                  </a:tcPr>
                </a:tc>
                <a:tc>
                  <a:txBody>
                    <a:bodyPr lIns="57150" tIns="47625" rIns="57150" bIns="47625">
                      <a:noAutofit/>
                    </a:bodyPr>
                    <a:lstStyle/>
                    <a:p>
                      <a:pPr algn="ctr"/>
                      <a:r>
                        <a:rPr sz="2175" b="0">
                          <a:solidFill>
                            <a:srgbClr val="173042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0.0001428</a:t>
                      </a:r>
                    </a:p>
                  </a:txBody>
                  <a:tcPr marL="91440" marR="91440" marT="45720" marB="45720" anchor="ctr">
                    <a:solidFill>
                      <a:srgbClr val="FCFBF8"/>
                    </a:solidFill>
                  </a:tcPr>
                </a:tc>
              </a:tr>
              <a:tr h="603250">
                <a:tc>
                  <a:txBody>
                    <a:bodyPr lIns="57150" tIns="47625" rIns="57150" bIns="47625">
                      <a:noAutofit/>
                    </a:bodyPr>
                    <a:lstStyle/>
                    <a:p>
                      <a:pPr algn="ctr"/>
                      <a:r>
                        <a:rPr sz="2175" b="0">
                          <a:solidFill>
                            <a:srgbClr val="173042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抗藥 R</a:t>
                      </a:r>
                    </a:p>
                  </a:txBody>
                  <a:tcPr marL="91440" marR="91440" marT="45720" marB="45720" anchor="ctr">
                    <a:solidFill>
                      <a:srgbClr val="FCFBF8"/>
                    </a:solidFill>
                  </a:tcPr>
                </a:tc>
                <a:tc>
                  <a:txBody>
                    <a:bodyPr lIns="57150" tIns="47625" rIns="57150" bIns="47625">
                      <a:noAutofit/>
                    </a:bodyPr>
                    <a:lstStyle/>
                    <a:p>
                      <a:pPr algn="ctr"/>
                      <a:r>
                        <a:rPr sz="2175" b="0">
                          <a:solidFill>
                            <a:srgbClr val="173042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0</a:t>
                      </a:r>
                    </a:p>
                  </a:txBody>
                  <a:tcPr marL="91440" marR="91440" marT="45720" marB="45720" anchor="ctr">
                    <a:solidFill>
                      <a:srgbClr val="FCFBF8"/>
                    </a:solidFill>
                  </a:tcPr>
                </a:tc>
                <a:tc>
                  <a:txBody>
                    <a:bodyPr lIns="57150" tIns="47625" rIns="57150" bIns="47625">
                      <a:noAutofit/>
                    </a:bodyPr>
                    <a:lstStyle/>
                    <a:p>
                      <a:pPr algn="ctr"/>
                      <a:r>
                        <a:rPr sz="2175" b="0">
                          <a:solidFill>
                            <a:srgbClr val="173042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1.37088</a:t>
                      </a:r>
                    </a:p>
                  </a:txBody>
                  <a:tcPr marL="91440" marR="91440" marT="45720" marB="45720" anchor="ctr">
                    <a:solidFill>
                      <a:srgbClr val="FCFBF8"/>
                    </a:solidFill>
                  </a:tcPr>
                </a:tc>
              </a:tr>
            </a:tbl>
          </a:graphicData>
        </a:graphic>
      </p:graphicFrame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e299a908ef9486e"/>
          <a:stretch xmlns:a="http://schemas.openxmlformats.org/drawingml/2006/main"/>
        </p:blipFill>
        <p:spPr>
          <a:xfrm xmlns:a="http://schemas.openxmlformats.org/drawingml/2006/main">
            <a:off x="666750" y="2081869"/>
            <a:ext cx="10858500" cy="636862"/>
          </a:xfrm>
          <a:prstGeom xmlns:a="http://schemas.openxmlformats.org/drawingml/2006/main" prst="rect">
            <a:avLst/>
          </a:prstGeom>
        </p:spPr>
      </p:pic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66c4633f31a48d0"/>
          <a:stretch xmlns:a="http://schemas.openxmlformats.org/drawingml/2006/main"/>
        </p:blipFill>
        <p:spPr>
          <a:xfrm xmlns:a="http://schemas.openxmlformats.org/drawingml/2006/main">
            <a:off x="2243341" y="5143500"/>
            <a:ext cx="7705319" cy="61912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1607580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CFB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6635CC6-B726-4C04-B3CE-73B4A9375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225" b="1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rPr>
              <a:t>完整 Markov 狀態：細胞組成加治療開關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0106071-C88B-486C-8C02-B4515D2FD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90625"/>
            <a:ext cx="109347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rPr>
              <a:t>給定 Sₜ，下一代分布不再需要更早的族群歷史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F5B4270-D9A8-4D43-90A5-FE7047006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05575"/>
            <a:ext cx="457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rPr>
              <a:t>20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E8B9FB5-9034-4228-882A-32A4C8A5D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714875"/>
            <a:ext cx="10763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rPr>
              <a:t>相同 1,000 個細胞，抗藥組成不同，下一代分布不同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E5E2028-F093-4EEE-A20C-450E11B7C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895975"/>
            <a:ext cx="1047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rPr>
              <a:t>固定 Config 時，完整 P 可固定。程式直接抽樣，不枚舉所有完整狀態。</a:t>
            </a:r>
          </a:p>
        </p:txBody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108cf9913a54a9f"/>
          <a:stretch xmlns:a="http://schemas.openxmlformats.org/drawingml/2006/main"/>
        </p:blipFill>
        <p:spPr>
          <a:xfrm xmlns:a="http://schemas.openxmlformats.org/drawingml/2006/main">
            <a:off x="666750" y="2266186"/>
            <a:ext cx="10858500" cy="706377"/>
          </a:xfrm>
          <a:prstGeom xmlns:a="http://schemas.openxmlformats.org/drawingml/2006/main" prst="rect">
            <a:avLst/>
          </a:prstGeom>
        </p:spPr>
      </p:pic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a649b0378974dba"/>
          <a:stretch xmlns:a="http://schemas.openxmlformats.org/drawingml/2006/main"/>
        </p:blipFill>
        <p:spPr>
          <a:xfrm xmlns:a="http://schemas.openxmlformats.org/drawingml/2006/main">
            <a:off x="922706" y="3476625"/>
            <a:ext cx="10346588" cy="762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9420985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CFB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F934746-6987-458B-B283-C8EC73CB9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225" b="1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rPr>
              <a:t>完整 P 的數學表示：單個父細胞的生成函數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F0E16EC-2742-4F33-960C-B0D7C3E36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90625"/>
            <a:ext cx="109347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rPr>
              <a:t>死亡、二子代、三子代與突變，合併成一個轉移規則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FAFDCDF-B1AC-49C6-A6AC-82F2C8471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05575"/>
            <a:ext cx="457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rPr>
              <a:t>21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B02041F-6E3E-46BF-9E82-EA616F329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810125"/>
            <a:ext cx="10763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rPr>
              <a:t>δ_g：死亡　　u²：兩個子代　　u³：三個子代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D49A8FB-90B0-4D2E-97C4-3A831D5CE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895975"/>
            <a:ext cx="1047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rPr>
              <a:t>公式把 simulate() 與 mutate_offspring() 的抽樣規則一起寫下來。</a:t>
            </a:r>
          </a:p>
        </p:txBody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b83b6d7447e4fcc"/>
          <a:stretch xmlns:a="http://schemas.openxmlformats.org/drawingml/2006/main"/>
        </p:blipFill>
        <p:spPr>
          <a:xfrm xmlns:a="http://schemas.openxmlformats.org/drawingml/2006/main">
            <a:off x="4870339" y="2066925"/>
            <a:ext cx="2451322" cy="762000"/>
          </a:xfrm>
          <a:prstGeom xmlns:a="http://schemas.openxmlformats.org/drawingml/2006/main" prst="rect">
            <a:avLst/>
          </a:prstGeom>
        </p:spPr>
      </p:pic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a1e03b164d446c4"/>
          <a:stretch xmlns:a="http://schemas.openxmlformats.org/drawingml/2006/main"/>
        </p:blipFill>
        <p:spPr>
          <a:xfrm xmlns:a="http://schemas.openxmlformats.org/drawingml/2006/main">
            <a:off x="666750" y="3432047"/>
            <a:ext cx="10858500" cy="698756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0254119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CFB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23889EF-8F85-4CED-8E44-CF9C3FCA5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225" b="1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rPr>
              <a:t>完整 P 的數學表示：全族群生成函數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F9027A0-87DF-4D8C-A9C4-689D2B9F1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90625"/>
            <a:ext cx="109347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rPr>
              <a:t>父細胞條件獨立，乘積的指定係數就是轉移機率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F725D8A-9C70-4540-AB37-6C06FA2E1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05575"/>
            <a:ext cx="457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rPr>
              <a:t>22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6986B64-26D3-4C88-BD1A-3CE5322F9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895975"/>
            <a:ext cx="1047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rPr>
              <a:t>這是解析定義。直接儲存如此巨大的 P，成本遠高於批次抽樣。</a:t>
            </a:r>
          </a:p>
        </p:txBody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2a7e54f838a4af0"/>
          <a:stretch xmlns:a="http://schemas.openxmlformats.org/drawingml/2006/main"/>
        </p:blipFill>
        <p:spPr>
          <a:xfrm xmlns:a="http://schemas.openxmlformats.org/drawingml/2006/main">
            <a:off x="4556528" y="2095500"/>
            <a:ext cx="3078944" cy="762000"/>
          </a:xfrm>
          <a:prstGeom xmlns:a="http://schemas.openxmlformats.org/drawingml/2006/main" prst="rect">
            <a:avLst/>
          </a:prstGeom>
        </p:spPr>
      </p:pic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3f22751e37043bc"/>
          <a:stretch xmlns:a="http://schemas.openxmlformats.org/drawingml/2006/main"/>
        </p:blipFill>
        <p:spPr>
          <a:xfrm xmlns:a="http://schemas.openxmlformats.org/drawingml/2006/main">
            <a:off x="2682240" y="3381375"/>
            <a:ext cx="6827520" cy="762000"/>
          </a:xfrm>
          <a:prstGeom xmlns:a="http://schemas.openxmlformats.org/drawingml/2006/main" prst="rect">
            <a:avLst/>
          </a:prstGeom>
        </p:spPr>
      </p:pic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33b8656f29041ac"/>
          <a:stretch xmlns:a="http://schemas.openxmlformats.org/drawingml/2006/main"/>
        </p:blipFill>
        <p:spPr>
          <a:xfrm xmlns:a="http://schemas.openxmlformats.org/drawingml/2006/main">
            <a:off x="4400929" y="4638675"/>
            <a:ext cx="3390142" cy="6667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2214700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CFB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DEE1CC0-56D2-47A5-BC31-475365A83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225" b="1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rPr>
              <a:t>P 的數值例：把狀態縮小後就能列出矩陣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C626608-2044-4355-BA67-78DE890B8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90625"/>
            <a:ext cx="109347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rPr>
              <a:t>停用突變與治療，N≥4 的首次進入以 † 記帳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C94D230-F7E6-455D-9DA7-ED37D5904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05575"/>
            <a:ext cx="457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rPr>
              <a:t>23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904875" y="2047875"/>
          <a:ext xmlns:a="http://schemas.openxmlformats.org/drawingml/2006/main" cx="10382250" cy="3095625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1730375"/>
                <a:gridCol w="1730375"/>
                <a:gridCol w="1730375"/>
                <a:gridCol w="1730375"/>
                <a:gridCol w="1730375"/>
                <a:gridCol w="1730375"/>
              </a:tblGrid>
              <a:tr h="515938">
                <a:tc>
                  <a:txBody>
                    <a:bodyPr lIns="57150" tIns="47625" rIns="57150" bIns="47625">
                      <a:noAutofit/>
                    </a:bodyPr>
                    <a:lstStyle/>
                    <a:p>
                      <a:pPr algn="ctr"/>
                      <a:r>
                        <a:rPr sz="2100" b="1">
                          <a:solidFill>
                            <a:srgbClr val="173042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列／欄</a:t>
                      </a:r>
                    </a:p>
                  </a:txBody>
                  <a:tcPr marL="91440" marR="91440" marT="45720" marB="45720" anchor="ctr">
                    <a:solidFill>
                      <a:srgbClr val="E8F0F4"/>
                    </a:solidFill>
                  </a:tcPr>
                </a:tc>
                <a:tc>
                  <a:txBody>
                    <a:bodyPr lIns="57150" tIns="47625" rIns="57150" bIns="47625">
                      <a:noAutofit/>
                    </a:bodyPr>
                    <a:lstStyle/>
                    <a:p>
                      <a:pPr algn="ctr"/>
                      <a:r>
                        <a:rPr sz="2100" b="1">
                          <a:solidFill>
                            <a:srgbClr val="173042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0</a:t>
                      </a:r>
                    </a:p>
                  </a:txBody>
                  <a:tcPr marL="91440" marR="91440" marT="45720" marB="45720" anchor="ctr">
                    <a:solidFill>
                      <a:srgbClr val="E8F0F4"/>
                    </a:solidFill>
                  </a:tcPr>
                </a:tc>
                <a:tc>
                  <a:txBody>
                    <a:bodyPr lIns="57150" tIns="47625" rIns="57150" bIns="47625">
                      <a:noAutofit/>
                    </a:bodyPr>
                    <a:lstStyle/>
                    <a:p>
                      <a:pPr algn="ctr"/>
                      <a:r>
                        <a:rPr sz="2100" b="1">
                          <a:solidFill>
                            <a:srgbClr val="173042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1</a:t>
                      </a:r>
                    </a:p>
                  </a:txBody>
                  <a:tcPr marL="91440" marR="91440" marT="45720" marB="45720" anchor="ctr">
                    <a:solidFill>
                      <a:srgbClr val="E8F0F4"/>
                    </a:solidFill>
                  </a:tcPr>
                </a:tc>
                <a:tc>
                  <a:txBody>
                    <a:bodyPr lIns="57150" tIns="47625" rIns="57150" bIns="47625">
                      <a:noAutofit/>
                    </a:bodyPr>
                    <a:lstStyle/>
                    <a:p>
                      <a:pPr algn="ctr"/>
                      <a:r>
                        <a:rPr sz="2100" b="1">
                          <a:solidFill>
                            <a:srgbClr val="173042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2</a:t>
                      </a:r>
                    </a:p>
                  </a:txBody>
                  <a:tcPr marL="91440" marR="91440" marT="45720" marB="45720" anchor="ctr">
                    <a:solidFill>
                      <a:srgbClr val="E8F0F4"/>
                    </a:solidFill>
                  </a:tcPr>
                </a:tc>
                <a:tc>
                  <a:txBody>
                    <a:bodyPr lIns="57150" tIns="47625" rIns="57150" bIns="47625">
                      <a:noAutofit/>
                    </a:bodyPr>
                    <a:lstStyle/>
                    <a:p>
                      <a:pPr algn="ctr"/>
                      <a:r>
                        <a:rPr sz="2100" b="1">
                          <a:solidFill>
                            <a:srgbClr val="173042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3</a:t>
                      </a:r>
                    </a:p>
                  </a:txBody>
                  <a:tcPr marL="91440" marR="91440" marT="45720" marB="45720" anchor="ctr">
                    <a:solidFill>
                      <a:srgbClr val="E8F0F4"/>
                    </a:solidFill>
                  </a:tcPr>
                </a:tc>
                <a:tc>
                  <a:txBody>
                    <a:bodyPr lIns="57150" tIns="47625" rIns="57150" bIns="47625">
                      <a:noAutofit/>
                    </a:bodyPr>
                    <a:lstStyle/>
                    <a:p>
                      <a:pPr algn="ctr"/>
                      <a:r>
                        <a:rPr sz="2100" b="1">
                          <a:solidFill>
                            <a:srgbClr val="173042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†</a:t>
                      </a:r>
                    </a:p>
                  </a:txBody>
                  <a:tcPr marL="91440" marR="91440" marT="45720" marB="45720" anchor="ctr">
                    <a:solidFill>
                      <a:srgbClr val="E8F0F4"/>
                    </a:solidFill>
                  </a:tcPr>
                </a:tc>
              </a:tr>
              <a:tr h="515938">
                <a:tc>
                  <a:txBody>
                    <a:bodyPr lIns="57150" tIns="47625" rIns="57150" bIns="47625">
                      <a:noAutofit/>
                    </a:bodyPr>
                    <a:lstStyle/>
                    <a:p>
                      <a:pPr algn="ctr"/>
                      <a:r>
                        <a:rPr sz="2100" b="0">
                          <a:solidFill>
                            <a:srgbClr val="173042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0</a:t>
                      </a:r>
                    </a:p>
                  </a:txBody>
                  <a:tcPr marL="91440" marR="91440" marT="45720" marB="45720" anchor="ctr">
                    <a:solidFill>
                      <a:srgbClr val="FCFBF8"/>
                    </a:solidFill>
                  </a:tcPr>
                </a:tc>
                <a:tc>
                  <a:txBody>
                    <a:bodyPr lIns="57150" tIns="47625" rIns="57150" bIns="47625">
                      <a:noAutofit/>
                    </a:bodyPr>
                    <a:lstStyle/>
                    <a:p>
                      <a:pPr algn="ctr"/>
                      <a:r>
                        <a:rPr sz="2100" b="0">
                          <a:solidFill>
                            <a:srgbClr val="173042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1</a:t>
                      </a:r>
                    </a:p>
                  </a:txBody>
                  <a:tcPr marL="91440" marR="91440" marT="45720" marB="45720" anchor="ctr">
                    <a:solidFill>
                      <a:srgbClr val="FCFBF8"/>
                    </a:solidFill>
                  </a:tcPr>
                </a:tc>
                <a:tc>
                  <a:txBody>
                    <a:bodyPr lIns="57150" tIns="47625" rIns="57150" bIns="47625">
                      <a:noAutofit/>
                    </a:bodyPr>
                    <a:lstStyle/>
                    <a:p>
                      <a:pPr algn="ctr"/>
                      <a:r>
                        <a:rPr sz="2100" b="0">
                          <a:solidFill>
                            <a:srgbClr val="173042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0</a:t>
                      </a:r>
                    </a:p>
                  </a:txBody>
                  <a:tcPr marL="91440" marR="91440" marT="45720" marB="45720" anchor="ctr">
                    <a:solidFill>
                      <a:srgbClr val="FCFBF8"/>
                    </a:solidFill>
                  </a:tcPr>
                </a:tc>
                <a:tc>
                  <a:txBody>
                    <a:bodyPr lIns="57150" tIns="47625" rIns="57150" bIns="47625">
                      <a:noAutofit/>
                    </a:bodyPr>
                    <a:lstStyle/>
                    <a:p>
                      <a:pPr algn="ctr"/>
                      <a:r>
                        <a:rPr sz="2100" b="0">
                          <a:solidFill>
                            <a:srgbClr val="173042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0</a:t>
                      </a:r>
                    </a:p>
                  </a:txBody>
                  <a:tcPr marL="91440" marR="91440" marT="45720" marB="45720" anchor="ctr">
                    <a:solidFill>
                      <a:srgbClr val="FCFBF8"/>
                    </a:solidFill>
                  </a:tcPr>
                </a:tc>
                <a:tc>
                  <a:txBody>
                    <a:bodyPr lIns="57150" tIns="47625" rIns="57150" bIns="47625">
                      <a:noAutofit/>
                    </a:bodyPr>
                    <a:lstStyle/>
                    <a:p>
                      <a:pPr algn="ctr"/>
                      <a:r>
                        <a:rPr sz="2100" b="0">
                          <a:solidFill>
                            <a:srgbClr val="173042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0</a:t>
                      </a:r>
                    </a:p>
                  </a:txBody>
                  <a:tcPr marL="91440" marR="91440" marT="45720" marB="45720" anchor="ctr">
                    <a:solidFill>
                      <a:srgbClr val="FCFBF8"/>
                    </a:solidFill>
                  </a:tcPr>
                </a:tc>
                <a:tc>
                  <a:txBody>
                    <a:bodyPr lIns="57150" tIns="47625" rIns="57150" bIns="47625">
                      <a:noAutofit/>
                    </a:bodyPr>
                    <a:lstStyle/>
                    <a:p>
                      <a:pPr algn="ctr"/>
                      <a:r>
                        <a:rPr sz="2100" b="0">
                          <a:solidFill>
                            <a:srgbClr val="173042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0</a:t>
                      </a:r>
                    </a:p>
                  </a:txBody>
                  <a:tcPr marL="91440" marR="91440" marT="45720" marB="45720" anchor="ctr">
                    <a:solidFill>
                      <a:srgbClr val="FCFBF8"/>
                    </a:solidFill>
                  </a:tcPr>
                </a:tc>
              </a:tr>
              <a:tr h="515938">
                <a:tc>
                  <a:txBody>
                    <a:bodyPr lIns="57150" tIns="47625" rIns="57150" bIns="47625">
                      <a:noAutofit/>
                    </a:bodyPr>
                    <a:lstStyle/>
                    <a:p>
                      <a:pPr algn="ctr"/>
                      <a:r>
                        <a:rPr sz="2100" b="0">
                          <a:solidFill>
                            <a:srgbClr val="173042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1</a:t>
                      </a:r>
                    </a:p>
                  </a:txBody>
                  <a:tcPr marL="91440" marR="91440" marT="45720" marB="45720" anchor="ctr">
                    <a:solidFill>
                      <a:srgbClr val="FCFBF8"/>
                    </a:solidFill>
                  </a:tcPr>
                </a:tc>
                <a:tc>
                  <a:txBody>
                    <a:bodyPr lIns="57150" tIns="47625" rIns="57150" bIns="47625">
                      <a:noAutofit/>
                    </a:bodyPr>
                    <a:lstStyle/>
                    <a:p>
                      <a:pPr algn="ctr"/>
                      <a:r>
                        <a:rPr sz="2100" b="0">
                          <a:solidFill>
                            <a:srgbClr val="173042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0.30000</a:t>
                      </a:r>
                    </a:p>
                  </a:txBody>
                  <a:tcPr marL="91440" marR="91440" marT="45720" marB="45720" anchor="ctr">
                    <a:solidFill>
                      <a:srgbClr val="FCFBF8"/>
                    </a:solidFill>
                  </a:tcPr>
                </a:tc>
                <a:tc>
                  <a:txBody>
                    <a:bodyPr lIns="57150" tIns="47625" rIns="57150" bIns="47625">
                      <a:noAutofit/>
                    </a:bodyPr>
                    <a:lstStyle/>
                    <a:p>
                      <a:pPr algn="ctr"/>
                      <a:r>
                        <a:rPr sz="2100" b="0">
                          <a:solidFill>
                            <a:srgbClr val="173042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0</a:t>
                      </a:r>
                    </a:p>
                  </a:txBody>
                  <a:tcPr marL="91440" marR="91440" marT="45720" marB="45720" anchor="ctr">
                    <a:solidFill>
                      <a:srgbClr val="FCFBF8"/>
                    </a:solidFill>
                  </a:tcPr>
                </a:tc>
                <a:tc>
                  <a:txBody>
                    <a:bodyPr lIns="57150" tIns="47625" rIns="57150" bIns="47625">
                      <a:noAutofit/>
                    </a:bodyPr>
                    <a:lstStyle/>
                    <a:p>
                      <a:pPr algn="ctr"/>
                      <a:r>
                        <a:rPr sz="2100" b="0">
                          <a:solidFill>
                            <a:srgbClr val="173042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0.67200</a:t>
                      </a:r>
                    </a:p>
                  </a:txBody>
                  <a:tcPr marL="91440" marR="91440" marT="45720" marB="45720" anchor="ctr">
                    <a:solidFill>
                      <a:srgbClr val="FCFBF8"/>
                    </a:solidFill>
                  </a:tcPr>
                </a:tc>
                <a:tc>
                  <a:txBody>
                    <a:bodyPr lIns="57150" tIns="47625" rIns="57150" bIns="47625">
                      <a:noAutofit/>
                    </a:bodyPr>
                    <a:lstStyle/>
                    <a:p>
                      <a:pPr algn="ctr"/>
                      <a:r>
                        <a:rPr sz="2100" b="0">
                          <a:solidFill>
                            <a:srgbClr val="173042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0.02800</a:t>
                      </a:r>
                    </a:p>
                  </a:txBody>
                  <a:tcPr marL="91440" marR="91440" marT="45720" marB="45720" anchor="ctr">
                    <a:solidFill>
                      <a:srgbClr val="FCFBF8"/>
                    </a:solidFill>
                  </a:tcPr>
                </a:tc>
                <a:tc>
                  <a:txBody>
                    <a:bodyPr lIns="57150" tIns="47625" rIns="57150" bIns="47625">
                      <a:noAutofit/>
                    </a:bodyPr>
                    <a:lstStyle/>
                    <a:p>
                      <a:pPr algn="ctr"/>
                      <a:r>
                        <a:rPr sz="2100" b="0">
                          <a:solidFill>
                            <a:srgbClr val="173042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0</a:t>
                      </a:r>
                    </a:p>
                  </a:txBody>
                  <a:tcPr marL="91440" marR="91440" marT="45720" marB="45720" anchor="ctr">
                    <a:solidFill>
                      <a:srgbClr val="FCFBF8"/>
                    </a:solidFill>
                  </a:tcPr>
                </a:tc>
              </a:tr>
              <a:tr h="515938">
                <a:tc>
                  <a:txBody>
                    <a:bodyPr lIns="57150" tIns="47625" rIns="57150" bIns="47625">
                      <a:noAutofit/>
                    </a:bodyPr>
                    <a:lstStyle/>
                    <a:p>
                      <a:pPr algn="ctr"/>
                      <a:r>
                        <a:rPr sz="2100" b="0">
                          <a:solidFill>
                            <a:srgbClr val="173042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2</a:t>
                      </a:r>
                    </a:p>
                  </a:txBody>
                  <a:tcPr marL="91440" marR="91440" marT="45720" marB="45720" anchor="ctr">
                    <a:solidFill>
                      <a:srgbClr val="FCFBF8"/>
                    </a:solidFill>
                  </a:tcPr>
                </a:tc>
                <a:tc>
                  <a:txBody>
                    <a:bodyPr lIns="57150" tIns="47625" rIns="57150" bIns="47625">
                      <a:noAutofit/>
                    </a:bodyPr>
                    <a:lstStyle/>
                    <a:p>
                      <a:pPr algn="ctr"/>
                      <a:r>
                        <a:rPr sz="2100" b="0">
                          <a:solidFill>
                            <a:srgbClr val="173042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0.09000</a:t>
                      </a:r>
                    </a:p>
                  </a:txBody>
                  <a:tcPr marL="91440" marR="91440" marT="45720" marB="45720" anchor="ctr">
                    <a:solidFill>
                      <a:srgbClr val="FCFBF8"/>
                    </a:solidFill>
                  </a:tcPr>
                </a:tc>
                <a:tc>
                  <a:txBody>
                    <a:bodyPr lIns="57150" tIns="47625" rIns="57150" bIns="47625">
                      <a:noAutofit/>
                    </a:bodyPr>
                    <a:lstStyle/>
                    <a:p>
                      <a:pPr algn="ctr"/>
                      <a:r>
                        <a:rPr sz="2100" b="0">
                          <a:solidFill>
                            <a:srgbClr val="173042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0</a:t>
                      </a:r>
                    </a:p>
                  </a:txBody>
                  <a:tcPr marL="91440" marR="91440" marT="45720" marB="45720" anchor="ctr">
                    <a:solidFill>
                      <a:srgbClr val="FCFBF8"/>
                    </a:solidFill>
                  </a:tcPr>
                </a:tc>
                <a:tc>
                  <a:txBody>
                    <a:bodyPr lIns="57150" tIns="47625" rIns="57150" bIns="47625">
                      <a:noAutofit/>
                    </a:bodyPr>
                    <a:lstStyle/>
                    <a:p>
                      <a:pPr algn="ctr"/>
                      <a:r>
                        <a:rPr sz="2100" b="0">
                          <a:solidFill>
                            <a:srgbClr val="173042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0.40320</a:t>
                      </a:r>
                    </a:p>
                  </a:txBody>
                  <a:tcPr marL="91440" marR="91440" marT="45720" marB="45720" anchor="ctr">
                    <a:solidFill>
                      <a:srgbClr val="FCFBF8"/>
                    </a:solidFill>
                  </a:tcPr>
                </a:tc>
                <a:tc>
                  <a:txBody>
                    <a:bodyPr lIns="57150" tIns="47625" rIns="57150" bIns="47625">
                      <a:noAutofit/>
                    </a:bodyPr>
                    <a:lstStyle/>
                    <a:p>
                      <a:pPr algn="ctr"/>
                      <a:r>
                        <a:rPr sz="2100" b="0">
                          <a:solidFill>
                            <a:srgbClr val="173042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0.01680</a:t>
                      </a:r>
                    </a:p>
                  </a:txBody>
                  <a:tcPr marL="91440" marR="91440" marT="45720" marB="45720" anchor="ctr">
                    <a:solidFill>
                      <a:srgbClr val="FCFBF8"/>
                    </a:solidFill>
                  </a:tcPr>
                </a:tc>
                <a:tc>
                  <a:txBody>
                    <a:bodyPr lIns="57150" tIns="47625" rIns="57150" bIns="47625">
                      <a:noAutofit/>
                    </a:bodyPr>
                    <a:lstStyle/>
                    <a:p>
                      <a:pPr algn="ctr"/>
                      <a:r>
                        <a:rPr sz="2100" b="0">
                          <a:solidFill>
                            <a:srgbClr val="173042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0.49000</a:t>
                      </a:r>
                    </a:p>
                  </a:txBody>
                  <a:tcPr marL="91440" marR="91440" marT="45720" marB="45720" anchor="ctr">
                    <a:solidFill>
                      <a:srgbClr val="FCFBF8"/>
                    </a:solidFill>
                  </a:tcPr>
                </a:tc>
              </a:tr>
              <a:tr h="515938">
                <a:tc>
                  <a:txBody>
                    <a:bodyPr lIns="57150" tIns="47625" rIns="57150" bIns="47625">
                      <a:noAutofit/>
                    </a:bodyPr>
                    <a:lstStyle/>
                    <a:p>
                      <a:pPr algn="ctr"/>
                      <a:r>
                        <a:rPr sz="2100" b="0">
                          <a:solidFill>
                            <a:srgbClr val="173042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3</a:t>
                      </a:r>
                    </a:p>
                  </a:txBody>
                  <a:tcPr marL="91440" marR="91440" marT="45720" marB="45720" anchor="ctr">
                    <a:solidFill>
                      <a:srgbClr val="FCFBF8"/>
                    </a:solidFill>
                  </a:tcPr>
                </a:tc>
                <a:tc>
                  <a:txBody>
                    <a:bodyPr lIns="57150" tIns="47625" rIns="57150" bIns="47625">
                      <a:noAutofit/>
                    </a:bodyPr>
                    <a:lstStyle/>
                    <a:p>
                      <a:pPr algn="ctr"/>
                      <a:r>
                        <a:rPr sz="2100" b="0">
                          <a:solidFill>
                            <a:srgbClr val="173042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0.02700</a:t>
                      </a:r>
                    </a:p>
                  </a:txBody>
                  <a:tcPr marL="91440" marR="91440" marT="45720" marB="45720" anchor="ctr">
                    <a:solidFill>
                      <a:srgbClr val="FCFBF8"/>
                    </a:solidFill>
                  </a:tcPr>
                </a:tc>
                <a:tc>
                  <a:txBody>
                    <a:bodyPr lIns="57150" tIns="47625" rIns="57150" bIns="47625">
                      <a:noAutofit/>
                    </a:bodyPr>
                    <a:lstStyle/>
                    <a:p>
                      <a:pPr algn="ctr"/>
                      <a:r>
                        <a:rPr sz="2100" b="0">
                          <a:solidFill>
                            <a:srgbClr val="173042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0</a:t>
                      </a:r>
                    </a:p>
                  </a:txBody>
                  <a:tcPr marL="91440" marR="91440" marT="45720" marB="45720" anchor="ctr">
                    <a:solidFill>
                      <a:srgbClr val="FCFBF8"/>
                    </a:solidFill>
                  </a:tcPr>
                </a:tc>
                <a:tc>
                  <a:txBody>
                    <a:bodyPr lIns="57150" tIns="47625" rIns="57150" bIns="47625">
                      <a:noAutofit/>
                    </a:bodyPr>
                    <a:lstStyle/>
                    <a:p>
                      <a:pPr algn="ctr"/>
                      <a:r>
                        <a:rPr sz="2100" b="0">
                          <a:solidFill>
                            <a:srgbClr val="173042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0.18144</a:t>
                      </a:r>
                    </a:p>
                  </a:txBody>
                  <a:tcPr marL="91440" marR="91440" marT="45720" marB="45720" anchor="ctr">
                    <a:solidFill>
                      <a:srgbClr val="FCFBF8"/>
                    </a:solidFill>
                  </a:tcPr>
                </a:tc>
                <a:tc>
                  <a:txBody>
                    <a:bodyPr lIns="57150" tIns="47625" rIns="57150" bIns="47625">
                      <a:noAutofit/>
                    </a:bodyPr>
                    <a:lstStyle/>
                    <a:p>
                      <a:pPr algn="ctr"/>
                      <a:r>
                        <a:rPr sz="2100" b="0">
                          <a:solidFill>
                            <a:srgbClr val="173042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0.00756</a:t>
                      </a:r>
                    </a:p>
                  </a:txBody>
                  <a:tcPr marL="91440" marR="91440" marT="45720" marB="45720" anchor="ctr">
                    <a:solidFill>
                      <a:srgbClr val="FCFBF8"/>
                    </a:solidFill>
                  </a:tcPr>
                </a:tc>
                <a:tc>
                  <a:txBody>
                    <a:bodyPr lIns="57150" tIns="47625" rIns="57150" bIns="47625">
                      <a:noAutofit/>
                    </a:bodyPr>
                    <a:lstStyle/>
                    <a:p>
                      <a:pPr algn="ctr"/>
                      <a:r>
                        <a:rPr sz="2100" b="0">
                          <a:solidFill>
                            <a:srgbClr val="173042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0.78400</a:t>
                      </a:r>
                    </a:p>
                  </a:txBody>
                  <a:tcPr marL="91440" marR="91440" marT="45720" marB="45720" anchor="ctr">
                    <a:solidFill>
                      <a:srgbClr val="FCFBF8"/>
                    </a:solidFill>
                  </a:tcPr>
                </a:tc>
              </a:tr>
              <a:tr h="515938">
                <a:tc>
                  <a:txBody>
                    <a:bodyPr lIns="57150" tIns="47625" rIns="57150" bIns="47625">
                      <a:noAutofit/>
                    </a:bodyPr>
                    <a:lstStyle/>
                    <a:p>
                      <a:pPr algn="ctr"/>
                      <a:r>
                        <a:rPr sz="2100" b="0">
                          <a:solidFill>
                            <a:srgbClr val="173042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†</a:t>
                      </a:r>
                    </a:p>
                  </a:txBody>
                  <a:tcPr marL="91440" marR="91440" marT="45720" marB="45720" anchor="ctr">
                    <a:solidFill>
                      <a:srgbClr val="FCFBF8"/>
                    </a:solidFill>
                  </a:tcPr>
                </a:tc>
                <a:tc>
                  <a:txBody>
                    <a:bodyPr lIns="57150" tIns="47625" rIns="57150" bIns="47625">
                      <a:noAutofit/>
                    </a:bodyPr>
                    <a:lstStyle/>
                    <a:p>
                      <a:pPr algn="ctr"/>
                      <a:r>
                        <a:rPr sz="2100" b="0">
                          <a:solidFill>
                            <a:srgbClr val="173042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0</a:t>
                      </a:r>
                    </a:p>
                  </a:txBody>
                  <a:tcPr marL="91440" marR="91440" marT="45720" marB="45720" anchor="ctr">
                    <a:solidFill>
                      <a:srgbClr val="FCFBF8"/>
                    </a:solidFill>
                  </a:tcPr>
                </a:tc>
                <a:tc>
                  <a:txBody>
                    <a:bodyPr lIns="57150" tIns="47625" rIns="57150" bIns="47625">
                      <a:noAutofit/>
                    </a:bodyPr>
                    <a:lstStyle/>
                    <a:p>
                      <a:pPr algn="ctr"/>
                      <a:r>
                        <a:rPr sz="2100" b="0">
                          <a:solidFill>
                            <a:srgbClr val="173042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0</a:t>
                      </a:r>
                    </a:p>
                  </a:txBody>
                  <a:tcPr marL="91440" marR="91440" marT="45720" marB="45720" anchor="ctr">
                    <a:solidFill>
                      <a:srgbClr val="FCFBF8"/>
                    </a:solidFill>
                  </a:tcPr>
                </a:tc>
                <a:tc>
                  <a:txBody>
                    <a:bodyPr lIns="57150" tIns="47625" rIns="57150" bIns="47625">
                      <a:noAutofit/>
                    </a:bodyPr>
                    <a:lstStyle/>
                    <a:p>
                      <a:pPr algn="ctr"/>
                      <a:r>
                        <a:rPr sz="2100" b="0">
                          <a:solidFill>
                            <a:srgbClr val="173042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0</a:t>
                      </a:r>
                    </a:p>
                  </a:txBody>
                  <a:tcPr marL="91440" marR="91440" marT="45720" marB="45720" anchor="ctr">
                    <a:solidFill>
                      <a:srgbClr val="FCFBF8"/>
                    </a:solidFill>
                  </a:tcPr>
                </a:tc>
                <a:tc>
                  <a:txBody>
                    <a:bodyPr lIns="57150" tIns="47625" rIns="57150" bIns="47625">
                      <a:noAutofit/>
                    </a:bodyPr>
                    <a:lstStyle/>
                    <a:p>
                      <a:pPr algn="ctr"/>
                      <a:r>
                        <a:rPr sz="2100" b="0">
                          <a:solidFill>
                            <a:srgbClr val="173042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0</a:t>
                      </a:r>
                    </a:p>
                  </a:txBody>
                  <a:tcPr marL="91440" marR="91440" marT="45720" marB="45720" anchor="ctr">
                    <a:solidFill>
                      <a:srgbClr val="FCFBF8"/>
                    </a:solidFill>
                  </a:tcPr>
                </a:tc>
                <a:tc>
                  <a:txBody>
                    <a:bodyPr lIns="57150" tIns="47625" rIns="57150" bIns="47625">
                      <a:noAutofit/>
                    </a:bodyPr>
                    <a:lstStyle/>
                    <a:p>
                      <a:pPr algn="ctr"/>
                      <a:r>
                        <a:rPr sz="2100" b="0">
                          <a:solidFill>
                            <a:srgbClr val="173042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1</a:t>
                      </a:r>
                    </a:p>
                  </a:txBody>
                  <a:tcPr marL="91440" marR="91440" marT="45720" marB="45720" anchor="ctr">
                    <a:solidFill>
                      <a:srgbClr val="FCFBF8"/>
                    </a:solidFill>
                  </a:tcPr>
                </a:tc>
              </a:tr>
            </a:tbl>
          </a:graphicData>
        </a:graphic>
      </p:graphicFrame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ea422fa4e3f405f"/>
          <a:stretch xmlns:a="http://schemas.openxmlformats.org/drawingml/2006/main"/>
        </p:blipFill>
        <p:spPr>
          <a:xfrm xmlns:a="http://schemas.openxmlformats.org/drawingml/2006/main">
            <a:off x="3999139" y="5286375"/>
            <a:ext cx="4193721" cy="5715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9766100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CFB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2201D04-B6AC-49ED-B0A4-D72063AC4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225" b="1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rPr>
              <a:t>為何 π 乘在 P 左側：列向量的加權平均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D3CA2AF-216E-4892-B781-7D44B9350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90625"/>
            <a:ext cx="109347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rPr>
              <a:t>每個下一步狀態，累加所有來源狀態的貢獻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C222356-475A-43E4-A62C-02B739F0B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05575"/>
            <a:ext cx="457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rPr>
              <a:t>24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A85074A-110F-47C1-AD72-EDFE981E6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895975"/>
            <a:ext cx="1047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rPr>
              <a:t>π 的項目是「整個族群處於各狀態的機率」，不是各基因型細胞比例。</a:t>
            </a:r>
          </a:p>
        </p:txBody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db46c9d64784be2"/>
          <a:stretch xmlns:a="http://schemas.openxmlformats.org/drawingml/2006/main"/>
        </p:blipFill>
        <p:spPr>
          <a:xfrm xmlns:a="http://schemas.openxmlformats.org/drawingml/2006/main">
            <a:off x="2989551" y="2095500"/>
            <a:ext cx="6212898" cy="857250"/>
          </a:xfrm>
          <a:prstGeom xmlns:a="http://schemas.openxmlformats.org/drawingml/2006/main" prst="rect">
            <a:avLst/>
          </a:prstGeom>
        </p:spPr>
      </p:pic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f3bf2f0b3e549f0"/>
          <a:stretch xmlns:a="http://schemas.openxmlformats.org/drawingml/2006/main"/>
        </p:blipFill>
        <p:spPr>
          <a:xfrm xmlns:a="http://schemas.openxmlformats.org/drawingml/2006/main">
            <a:off x="2466569" y="3362325"/>
            <a:ext cx="7258863" cy="762000"/>
          </a:xfrm>
          <a:prstGeom xmlns:a="http://schemas.openxmlformats.org/drawingml/2006/main" prst="rect">
            <a:avLst/>
          </a:prstGeom>
        </p:spPr>
      </p:pic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654e64bc97a46d5"/>
          <a:stretch xmlns:a="http://schemas.openxmlformats.org/drawingml/2006/main"/>
        </p:blipFill>
        <p:spPr>
          <a:xfrm xmlns:a="http://schemas.openxmlformats.org/drawingml/2006/main">
            <a:off x="666750" y="4684481"/>
            <a:ext cx="10858500" cy="622763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4208656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CFB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2521955-26D5-4B5C-A6EB-EF4734CDD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225" b="1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rPr>
              <a:t>矩陣連乘描述所有路徑，不是一條模擬路徑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3365F2D-B5B3-4585-A2B9-B813DD43F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90625"/>
            <a:ext cx="109347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rPr>
              <a:t>P² 加總經過所有中間狀態的兩步轉移機率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864CD8B-3975-4205-8E42-683D4A779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05575"/>
            <a:ext cx="457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rPr>
              <a:t>25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0FDD620-8687-4B4A-AF04-A9D75859D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895975"/>
            <a:ext cx="1047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rPr>
              <a:t>玩具例子的數字不能直接取代完整腫瘤的 P。單條路徑使用沿途機率乘積。</a:t>
            </a:r>
          </a:p>
        </p:txBody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b664c7a9f544c9d"/>
          <a:stretch xmlns:a="http://schemas.openxmlformats.org/drawingml/2006/main"/>
        </p:blipFill>
        <p:spPr>
          <a:xfrm xmlns:a="http://schemas.openxmlformats.org/drawingml/2006/main">
            <a:off x="3409879" y="2066925"/>
            <a:ext cx="5372243" cy="857250"/>
          </a:xfrm>
          <a:prstGeom xmlns:a="http://schemas.openxmlformats.org/drawingml/2006/main" prst="rect">
            <a:avLst/>
          </a:prstGeom>
        </p:spPr>
      </p:pic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ea72f4a9af6442f"/>
          <a:stretch xmlns:a="http://schemas.openxmlformats.org/drawingml/2006/main"/>
        </p:blipFill>
        <p:spPr>
          <a:xfrm xmlns:a="http://schemas.openxmlformats.org/drawingml/2006/main">
            <a:off x="666750" y="3576496"/>
            <a:ext cx="10858500" cy="514632"/>
          </a:xfrm>
          <a:prstGeom xmlns:a="http://schemas.openxmlformats.org/drawingml/2006/main" prst="rect">
            <a:avLst/>
          </a:prstGeom>
        </p:spPr>
      </p:pic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7f9a8ab43884d6f"/>
          <a:stretch xmlns:a="http://schemas.openxmlformats.org/drawingml/2006/main"/>
        </p:blipFill>
        <p:spPr>
          <a:xfrm xmlns:a="http://schemas.openxmlformats.org/drawingml/2006/main">
            <a:off x="4332682" y="4781550"/>
            <a:ext cx="3526636" cy="762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113111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CFB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581A62C-5EB4-4E3B-88CD-28E47C65C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225" b="1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rPr>
              <a:t>P、Q 與 M：三種矩陣回答不同問題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DF85275-CBAF-4FA9-882F-49E5BE4C2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90625"/>
            <a:ext cx="109347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rPr>
              <a:t>索引不同，因此不能把它們互相替代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30CDBF8-E372-4B57-ADC7-34ECDC591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05575"/>
            <a:ext cx="457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rPr>
              <a:t>26</a:t>
            </a:r>
          </a:p>
        </p:txBody>
      </p:sp>
      <p:graphicFrame>
        <p:nvGraphicFramePr>
          <p:cNvPr id="10" name=""/>
          <p:cNvGraphicFramePr/>
          <p:nvPr/>
        </p:nvGraphicFramePr>
        <p:xfrm>
          <a:off xmlns:a="http://schemas.openxmlformats.org/drawingml/2006/main" x="666750" y="2047875"/>
          <a:ext xmlns:a="http://schemas.openxmlformats.org/drawingml/2006/main" cx="10858500" cy="2333625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1809750"/>
                <a:gridCol w="3476625"/>
                <a:gridCol w="3667125"/>
                <a:gridCol w="1905000"/>
              </a:tblGrid>
              <a:tr h="583406">
                <a:tc>
                  <a:txBody>
                    <a:bodyPr lIns="57150" tIns="47625" rIns="57150" bIns="47625">
                      <a:noAutofit/>
                    </a:bodyPr>
                    <a:lstStyle/>
                    <a:p>
                      <a:pPr algn="ctr"/>
                      <a:r>
                        <a:rPr sz="2025" b="1">
                          <a:solidFill>
                            <a:srgbClr val="173042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矩陣</a:t>
                      </a:r>
                    </a:p>
                  </a:txBody>
                  <a:tcPr marL="91440" marR="91440" marT="45720" marB="45720" anchor="ctr">
                    <a:solidFill>
                      <a:srgbClr val="E8F0F4"/>
                    </a:solidFill>
                  </a:tcPr>
                </a:tc>
                <a:tc>
                  <a:txBody>
                    <a:bodyPr lIns="57150" tIns="47625" rIns="57150" bIns="47625">
                      <a:noAutofit/>
                    </a:bodyPr>
                    <a:lstStyle/>
                    <a:p>
                      <a:pPr algn="ctr"/>
                      <a:r>
                        <a:rPr sz="2025" b="1">
                          <a:solidFill>
                            <a:srgbClr val="173042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索引</a:t>
                      </a:r>
                    </a:p>
                  </a:txBody>
                  <a:tcPr marL="91440" marR="91440" marT="45720" marB="45720" anchor="ctr">
                    <a:solidFill>
                      <a:srgbClr val="E8F0F4"/>
                    </a:solidFill>
                  </a:tcPr>
                </a:tc>
                <a:tc>
                  <a:txBody>
                    <a:bodyPr lIns="57150" tIns="47625" rIns="57150" bIns="47625">
                      <a:noAutofit/>
                    </a:bodyPr>
                    <a:lstStyle/>
                    <a:p>
                      <a:pPr algn="ctr"/>
                      <a:r>
                        <a:rPr sz="2025" b="1">
                          <a:solidFill>
                            <a:srgbClr val="173042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元素</a:t>
                      </a:r>
                    </a:p>
                  </a:txBody>
                  <a:tcPr marL="91440" marR="91440" marT="45720" marB="45720" anchor="ctr">
                    <a:solidFill>
                      <a:srgbClr val="E8F0F4"/>
                    </a:solidFill>
                  </a:tcPr>
                </a:tc>
                <a:tc>
                  <a:txBody>
                    <a:bodyPr lIns="57150" tIns="47625" rIns="57150" bIns="47625">
                      <a:noAutofit/>
                    </a:bodyPr>
                    <a:lstStyle/>
                    <a:p>
                      <a:pPr algn="ctr"/>
                      <a:r>
                        <a:rPr sz="2025" b="1">
                          <a:solidFill>
                            <a:srgbClr val="173042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列總和</a:t>
                      </a:r>
                    </a:p>
                  </a:txBody>
                  <a:tcPr marL="91440" marR="91440" marT="45720" marB="45720" anchor="ctr">
                    <a:solidFill>
                      <a:srgbClr val="E8F0F4"/>
                    </a:solidFill>
                  </a:tcPr>
                </a:tc>
              </a:tr>
              <a:tr h="583406">
                <a:tc>
                  <a:txBody>
                    <a:bodyPr lIns="57150" tIns="47625" rIns="57150" bIns="47625">
                      <a:noAutofit/>
                    </a:bodyPr>
                    <a:lstStyle/>
                    <a:p>
                      <a:pPr algn="ctr"/>
                      <a:r>
                        <a:rPr sz="2025" b="0">
                          <a:solidFill>
                            <a:srgbClr val="173042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P</a:t>
                      </a:r>
                    </a:p>
                  </a:txBody>
                  <a:tcPr marL="91440" marR="91440" marT="45720" marB="45720" anchor="ctr">
                    <a:solidFill>
                      <a:srgbClr val="FCFBF8"/>
                    </a:solidFill>
                  </a:tcPr>
                </a:tc>
                <a:tc>
                  <a:txBody>
                    <a:bodyPr lIns="57150" tIns="47625" rIns="57150" bIns="47625">
                      <a:noAutofit/>
                    </a:bodyPr>
                    <a:lstStyle/>
                    <a:p>
                      <a:pPr algn="ctr"/>
                      <a:r>
                        <a:rPr sz="2025" b="0">
                          <a:solidFill>
                            <a:srgbClr val="173042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完整族群狀態</a:t>
                      </a:r>
                    </a:p>
                  </a:txBody>
                  <a:tcPr marL="91440" marR="91440" marT="45720" marB="45720" anchor="ctr">
                    <a:solidFill>
                      <a:srgbClr val="FCFBF8"/>
                    </a:solidFill>
                  </a:tcPr>
                </a:tc>
                <a:tc>
                  <a:txBody>
                    <a:bodyPr lIns="57150" tIns="47625" rIns="57150" bIns="47625">
                      <a:noAutofit/>
                    </a:bodyPr>
                    <a:lstStyle/>
                    <a:p>
                      <a:pPr algn="ctr"/>
                      <a:r>
                        <a:rPr sz="2025" b="0">
                          <a:solidFill>
                            <a:srgbClr val="173042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下一步機率</a:t>
                      </a:r>
                    </a:p>
                  </a:txBody>
                  <a:tcPr marL="91440" marR="91440" marT="45720" marB="45720" anchor="ctr">
                    <a:solidFill>
                      <a:srgbClr val="FCFBF8"/>
                    </a:solidFill>
                  </a:tcPr>
                </a:tc>
                <a:tc>
                  <a:txBody>
                    <a:bodyPr lIns="57150" tIns="47625" rIns="57150" bIns="47625">
                      <a:noAutofit/>
                    </a:bodyPr>
                    <a:lstStyle/>
                    <a:p>
                      <a:pPr algn="ctr"/>
                      <a:r>
                        <a:rPr sz="2025" b="0">
                          <a:solidFill>
                            <a:srgbClr val="173042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1</a:t>
                      </a:r>
                    </a:p>
                  </a:txBody>
                  <a:tcPr marL="91440" marR="91440" marT="45720" marB="45720" anchor="ctr">
                    <a:solidFill>
                      <a:srgbClr val="FCFBF8"/>
                    </a:solidFill>
                  </a:tcPr>
                </a:tc>
              </a:tr>
              <a:tr h="583406">
                <a:tc>
                  <a:txBody>
                    <a:bodyPr lIns="57150" tIns="47625" rIns="57150" bIns="47625">
                      <a:noAutofit/>
                    </a:bodyPr>
                    <a:lstStyle/>
                    <a:p>
                      <a:pPr algn="ctr"/>
                      <a:r>
                        <a:rPr sz="2025" b="0">
                          <a:solidFill>
                            <a:srgbClr val="173042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Q</a:t>
                      </a:r>
                    </a:p>
                  </a:txBody>
                  <a:tcPr marL="91440" marR="91440" marT="45720" marB="45720" anchor="ctr">
                    <a:solidFill>
                      <a:srgbClr val="FCFBF8"/>
                    </a:solidFill>
                  </a:tcPr>
                </a:tc>
                <a:tc>
                  <a:txBody>
                    <a:bodyPr lIns="57150" tIns="47625" rIns="57150" bIns="47625">
                      <a:noAutofit/>
                    </a:bodyPr>
                    <a:lstStyle/>
                    <a:p>
                      <a:pPr algn="ctr"/>
                      <a:r>
                        <a:rPr sz="2025" b="0">
                          <a:solidFill>
                            <a:srgbClr val="173042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父／子基因型</a:t>
                      </a:r>
                    </a:p>
                  </a:txBody>
                  <a:tcPr marL="91440" marR="91440" marT="45720" marB="45720" anchor="ctr">
                    <a:solidFill>
                      <a:srgbClr val="FCFBF8"/>
                    </a:solidFill>
                  </a:tcPr>
                </a:tc>
                <a:tc>
                  <a:txBody>
                    <a:bodyPr lIns="57150" tIns="47625" rIns="57150" bIns="47625">
                      <a:noAutofit/>
                    </a:bodyPr>
                    <a:lstStyle/>
                    <a:p>
                      <a:pPr algn="ctr"/>
                      <a:r>
                        <a:rPr sz="2025" b="0">
                          <a:solidFill>
                            <a:srgbClr val="173042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子代突變機率</a:t>
                      </a:r>
                    </a:p>
                  </a:txBody>
                  <a:tcPr marL="91440" marR="91440" marT="45720" marB="45720" anchor="ctr">
                    <a:solidFill>
                      <a:srgbClr val="FCFBF8"/>
                    </a:solidFill>
                  </a:tcPr>
                </a:tc>
                <a:tc>
                  <a:txBody>
                    <a:bodyPr lIns="57150" tIns="47625" rIns="57150" bIns="47625">
                      <a:noAutofit/>
                    </a:bodyPr>
                    <a:lstStyle/>
                    <a:p>
                      <a:pPr algn="ctr"/>
                      <a:r>
                        <a:rPr sz="2025" b="0">
                          <a:solidFill>
                            <a:srgbClr val="173042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1</a:t>
                      </a:r>
                    </a:p>
                  </a:txBody>
                  <a:tcPr marL="91440" marR="91440" marT="45720" marB="45720" anchor="ctr">
                    <a:solidFill>
                      <a:srgbClr val="FCFBF8"/>
                    </a:solidFill>
                  </a:tcPr>
                </a:tc>
              </a:tr>
              <a:tr h="583406">
                <a:tc>
                  <a:txBody>
                    <a:bodyPr lIns="57150" tIns="47625" rIns="57150" bIns="47625">
                      <a:noAutofit/>
                    </a:bodyPr>
                    <a:lstStyle/>
                    <a:p>
                      <a:pPr algn="ctr"/>
                      <a:r>
                        <a:rPr sz="2025" b="0">
                          <a:solidFill>
                            <a:srgbClr val="173042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M</a:t>
                      </a:r>
                    </a:p>
                  </a:txBody>
                  <a:tcPr marL="91440" marR="91440" marT="45720" marB="45720" anchor="ctr">
                    <a:solidFill>
                      <a:srgbClr val="FCFBF8"/>
                    </a:solidFill>
                  </a:tcPr>
                </a:tc>
                <a:tc>
                  <a:txBody>
                    <a:bodyPr lIns="57150" tIns="47625" rIns="57150" bIns="47625">
                      <a:noAutofit/>
                    </a:bodyPr>
                    <a:lstStyle/>
                    <a:p>
                      <a:pPr algn="ctr"/>
                      <a:r>
                        <a:rPr sz="2025" b="0">
                          <a:solidFill>
                            <a:srgbClr val="173042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父／子基因型</a:t>
                      </a:r>
                    </a:p>
                  </a:txBody>
                  <a:tcPr marL="91440" marR="91440" marT="45720" marB="45720" anchor="ctr">
                    <a:solidFill>
                      <a:srgbClr val="FCFBF8"/>
                    </a:solidFill>
                  </a:tcPr>
                </a:tc>
                <a:tc>
                  <a:txBody>
                    <a:bodyPr lIns="57150" tIns="47625" rIns="57150" bIns="47625">
                      <a:noAutofit/>
                    </a:bodyPr>
                    <a:lstStyle/>
                    <a:p>
                      <a:pPr algn="ctr"/>
                      <a:r>
                        <a:rPr sz="2025" b="0">
                          <a:solidFill>
                            <a:srgbClr val="173042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期望子代數</a:t>
                      </a:r>
                    </a:p>
                  </a:txBody>
                  <a:tcPr marL="91440" marR="91440" marT="45720" marB="45720" anchor="ctr">
                    <a:solidFill>
                      <a:srgbClr val="FCFBF8"/>
                    </a:solidFill>
                  </a:tcPr>
                </a:tc>
                <a:tc>
                  <a:txBody>
                    <a:bodyPr lIns="57150" tIns="47625" rIns="57150" bIns="47625">
                      <a:noAutofit/>
                    </a:bodyPr>
                    <a:lstStyle/>
                    <a:p>
                      <a:pPr algn="ctr"/>
                      <a:r>
                        <a:rPr sz="2025" b="0">
                          <a:solidFill>
                            <a:srgbClr val="173042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m_g</a:t>
                      </a:r>
                    </a:p>
                  </a:txBody>
                  <a:tcPr marL="91440" marR="91440" marT="45720" marB="45720" anchor="ctr">
                    <a:solidFill>
                      <a:srgbClr val="FCFBF8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20B399B-E5B8-4EDA-AA53-5569AC82C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895975"/>
            <a:ext cx="1047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rPr>
              <a:t>IL11 與治療使 M 隨當前狀態改變。完整 Markov 核 P 仍可保持固定。</a:t>
            </a:r>
          </a:p>
        </p:txBody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e4efb0978624c49"/>
          <a:stretch xmlns:a="http://schemas.openxmlformats.org/drawingml/2006/main"/>
        </p:blipFill>
        <p:spPr>
          <a:xfrm xmlns:a="http://schemas.openxmlformats.org/drawingml/2006/main">
            <a:off x="666750" y="4942191"/>
            <a:ext cx="10858500" cy="545493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8530871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CFB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BC14CA9-4997-4084-88D0-75044408D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225" b="1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rPr>
              <a:t>summarize：把基因型字典變成可畫圖的統計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3CB6ED9-EEF2-494B-A4DF-65DC1407E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90625"/>
            <a:ext cx="109347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rPr>
              <a:t>統計只讀當前族群，與下一代抽樣分開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94441F6-E07C-4CB6-B274-A3ADA3878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05575"/>
            <a:ext cx="457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rPr>
              <a:t>27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8CD2022-3A06-4058-AD30-5ED1648DF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47875"/>
            <a:ext cx="619125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3042"/>
                </a:solidFill>
                <a:latin typeface="Menlo"/>
                <a:ea typeface="Menlo"/>
                <a:cs typeface="Menlo"/>
              </a:defRPr>
            </a:pPr>
            <a:r>
              <a:rPr sz="1425" b="0">
                <a:solidFill>
                  <a:srgbClr val="173042"/>
                </a:solidFill>
                <a:latin typeface="Menlo"/>
                <a:ea typeface="Menlo"/>
                <a:cs typeface="Menlo"/>
              </a:rPr>
              <a:t>total = sum(population.values())</a:t>
            </a:r>
          </a:p>
          <a:p xmlns:a="http://schemas.openxmlformats.org/drawingml/2006/main">
            <a:pPr algn="l">
              <a:defRPr sz="1425" b="0">
                <a:solidFill>
                  <a:srgbClr val="173042"/>
                </a:solidFill>
                <a:latin typeface="Menlo"/>
                <a:ea typeface="Menlo"/>
                <a:cs typeface="Menlo"/>
              </a:defRPr>
            </a:pPr>
            <a:r>
              <a:rPr sz="1425" b="0">
                <a:solidFill>
                  <a:srgbClr val="173042"/>
                </a:solidFill>
                <a:latin typeface="Menlo"/>
                <a:ea typeface="Menlo"/>
                <a:cs typeface="Menlo"/>
              </a:rPr>
              <a:t>fractions = np.array(list(population.values()),</a:t>
            </a:r>
          </a:p>
          <a:p xmlns:a="http://schemas.openxmlformats.org/drawingml/2006/main">
            <a:pPr algn="l">
              <a:defRPr sz="1425" b="0">
                <a:solidFill>
                  <a:srgbClr val="173042"/>
                </a:solidFill>
                <a:latin typeface="Menlo"/>
                <a:ea typeface="Menlo"/>
                <a:cs typeface="Menlo"/>
              </a:defRPr>
            </a:pPr>
            <a:r>
              <a:rPr sz="1425" b="0">
                <a:solidFill>
                  <a:srgbClr val="173042"/>
                </a:solidFill>
                <a:latin typeface="Menlo"/>
                <a:ea typeface="Menlo"/>
                <a:cs typeface="Menlo"/>
              </a:rPr>
              <a:t>    dtype=float) / max(total, 1)</a:t>
            </a:r>
          </a:p>
          <a:p xmlns:a="http://schemas.openxmlformats.org/drawingml/2006/main">
            <a:pPr algn="l">
              <a:defRPr sz="1425" b="0">
                <a:solidFill>
                  <a:srgbClr val="173042"/>
                </a:solidFill>
                <a:latin typeface="Menlo"/>
                <a:ea typeface="Menlo"/>
                <a:cs typeface="Menlo"/>
              </a:defRPr>
            </a:pPr>
            <a:r>
              <a:rPr sz="1425" b="0">
                <a:solidFill>
                  <a:srgbClr val="173042"/>
                </a:solidFill>
                <a:latin typeface="Menlo"/>
                <a:ea typeface="Menlo"/>
                <a:cs typeface="Menlo"/>
              </a:rPr>
              <a:t>resistant = sum(n for g, n in population.items() if g &amp;</a:t>
            </a:r>
          </a:p>
          <a:p xmlns:a="http://schemas.openxmlformats.org/drawingml/2006/main">
            <a:pPr algn="l">
              <a:defRPr sz="1425" b="0">
                <a:solidFill>
                  <a:srgbClr val="173042"/>
                </a:solidFill>
                <a:latin typeface="Menlo"/>
                <a:ea typeface="Menlo"/>
                <a:cs typeface="Menlo"/>
              </a:defRPr>
            </a:pPr>
            <a:r>
              <a:rPr sz="1425" b="0">
                <a:solidFill>
                  <a:srgbClr val="173042"/>
                </a:solidFill>
                <a:latin typeface="Menlo"/>
                <a:ea typeface="Menlo"/>
                <a:cs typeface="Menlo"/>
              </a:rPr>
              <a:t>    (1 &lt;&lt; config.resistance_gene))</a:t>
            </a:r>
          </a:p>
          <a:p xmlns:a="http://schemas.openxmlformats.org/drawingml/2006/main">
            <a:pPr algn="l">
              <a:defRPr sz="1425" b="0">
                <a:solidFill>
                  <a:srgbClr val="173042"/>
                </a:solidFill>
                <a:latin typeface="Menlo"/>
                <a:ea typeface="Menlo"/>
                <a:cs typeface="Menlo"/>
              </a:defRPr>
            </a:pPr>
            <a:r>
              <a:rPr sz="1425" b="0">
                <a:solidFill>
                  <a:srgbClr val="173042"/>
                </a:solidFill>
                <a:latin typeface="Menlo"/>
                <a:ea typeface="Menlo"/>
                <a:cs typeface="Menlo"/>
              </a:rPr>
              <a:t>il11_fraction, shared_benefit =</a:t>
            </a:r>
          </a:p>
          <a:p xmlns:a="http://schemas.openxmlformats.org/drawingml/2006/main">
            <a:pPr algn="l">
              <a:defRPr sz="1425" b="0">
                <a:solidFill>
                  <a:srgbClr val="173042"/>
                </a:solidFill>
                <a:latin typeface="Menlo"/>
                <a:ea typeface="Menlo"/>
                <a:cs typeface="Menlo"/>
              </a:defRPr>
            </a:pPr>
            <a:r>
              <a:rPr sz="1425" b="0">
                <a:solidFill>
                  <a:srgbClr val="173042"/>
                </a:solidFill>
                <a:latin typeface="Menlo"/>
                <a:ea typeface="Menlo"/>
                <a:cs typeface="Menlo"/>
              </a:rPr>
              <a:t>    il11_environment(population, config)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786F528-1C49-4FE6-B032-D0AD3967E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085975"/>
            <a:ext cx="414337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rPr>
              <a:t>total：總細胞數</a:t>
            </a:r>
          </a:p>
          <a:p xmlns:a="http://schemas.openxmlformats.org/drawingml/2006/main">
            <a:pPr algn="l">
              <a:def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rPr>
              <a:t>resistant：抗藥位元為 1 的數量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BEBD315-4DCA-4C47-88B0-49C990CB0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009900"/>
            <a:ext cx="414337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rPr>
              <a:t>richness：不同基因型數</a:t>
            </a:r>
          </a:p>
          <a:p xmlns:a="http://schemas.openxmlformats.org/drawingml/2006/main">
            <a:pPr algn="l">
              <a:def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rPr>
              <a:t>Shannon：考慮比例與均勻度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32C3599-37BB-4ED6-B23A-B1FF2FDB8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933825"/>
            <a:ext cx="414337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rPr>
              <a:t>滅絕時比例避免除以 0</a:t>
            </a:r>
          </a:p>
          <a:p xmlns:a="http://schemas.openxmlformats.org/drawingml/2006/main">
            <a:pPr algn="l">
              <a:def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rPr>
              <a:t>細胞數與比例的定義分開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4956498-B6F2-49BA-9A4C-4747ACDFB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895975"/>
            <a:ext cx="1047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rPr>
              <a:t>原始碼節錄，長行採視覺折行。省略註解與非核心行，詳細說明見備註。</a:t>
            </a:r>
          </a:p>
        </p:txBody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8ebb96e75a64393"/>
          <a:stretch xmlns:a="http://schemas.openxmlformats.org/drawingml/2006/main"/>
        </p:blipFill>
        <p:spPr>
          <a:xfrm xmlns:a="http://schemas.openxmlformats.org/drawingml/2006/main">
            <a:off x="2202211" y="4953000"/>
            <a:ext cx="7739953" cy="90487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4390908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CFB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F402DB4-5A6E-4990-A6B4-427800425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225" b="1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rPr>
              <a:t>therapy_outcome：從 history 判讀復發事件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FE900F1-F471-4D9F-A8D6-626E24D24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90625"/>
            <a:ext cx="109347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rPr>
              <a:t>先低於治療起始負荷，再回到該負荷才算復發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17EDCC4-2766-479F-8BBE-109534B34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05575"/>
            <a:ext cx="457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rPr>
              <a:t>28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822BF1B-41C7-44EE-96CD-9C0FF6789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47875"/>
            <a:ext cx="619125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85" b="0">
                <a:solidFill>
                  <a:srgbClr val="173042"/>
                </a:solidFill>
                <a:latin typeface="Menlo"/>
                <a:ea typeface="Menlo"/>
                <a:cs typeface="Menlo"/>
              </a:defRPr>
            </a:pPr>
            <a:r>
              <a:rPr sz="1385" b="0">
                <a:solidFill>
                  <a:srgbClr val="173042"/>
                </a:solidFill>
                <a:latin typeface="Menlo"/>
                <a:ea typeface="Menlo"/>
                <a:cs typeface="Menlo"/>
              </a:rPr>
              <a:t>start = result.therapy_generation</a:t>
            </a:r>
          </a:p>
          <a:p xmlns:a="http://schemas.openxmlformats.org/drawingml/2006/main">
            <a:pPr algn="l">
              <a:defRPr sz="1385" b="0">
                <a:solidFill>
                  <a:srgbClr val="173042"/>
                </a:solidFill>
                <a:latin typeface="Menlo"/>
                <a:ea typeface="Menlo"/>
                <a:cs typeface="Menlo"/>
              </a:defRPr>
            </a:pPr>
            <a:r>
              <a:rPr sz="1385" b="0">
                <a:solidFill>
                  <a:srgbClr val="173042"/>
                </a:solidFill>
                <a:latin typeface="Menlo"/>
                <a:ea typeface="Menlo"/>
                <a:cs typeface="Menlo"/>
              </a:rPr>
              <a:t>if start is None:</a:t>
            </a:r>
          </a:p>
          <a:p xmlns:a="http://schemas.openxmlformats.org/drawingml/2006/main">
            <a:pPr algn="l">
              <a:defRPr sz="1385" b="0">
                <a:solidFill>
                  <a:srgbClr val="173042"/>
                </a:solidFill>
                <a:latin typeface="Menlo"/>
                <a:ea typeface="Menlo"/>
                <a:cs typeface="Menlo"/>
              </a:defRPr>
            </a:pPr>
            <a:r>
              <a:rPr sz="1385" b="0">
                <a:solidFill>
                  <a:srgbClr val="173042"/>
                </a:solidFill>
                <a:latin typeface="Menlo"/>
                <a:ea typeface="Menlo"/>
                <a:cs typeface="Menlo"/>
              </a:rPr>
              <a:t>    return dict(status="therapy_not_started",</a:t>
            </a:r>
          </a:p>
          <a:p xmlns:a="http://schemas.openxmlformats.org/drawingml/2006/main">
            <a:pPr algn="l">
              <a:defRPr sz="1385" b="0">
                <a:solidFill>
                  <a:srgbClr val="173042"/>
                </a:solidFill>
                <a:latin typeface="Menlo"/>
                <a:ea typeface="Menlo"/>
                <a:cs typeface="Menlo"/>
              </a:defRPr>
            </a:pPr>
            <a:r>
              <a:rPr sz="1385" b="0">
                <a:solidFill>
                  <a:srgbClr val="173042"/>
                </a:solidFill>
                <a:latin typeface="Menlo"/>
                <a:ea typeface="Menlo"/>
                <a:cs typeface="Menlo"/>
              </a:rPr>
              <a:t>    nadir=None, relapse_generation=None)</a:t>
            </a:r>
          </a:p>
          <a:p xmlns:a="http://schemas.openxmlformats.org/drawingml/2006/main">
            <a:pPr algn="l">
              <a:defRPr sz="1385" b="0">
                <a:solidFill>
                  <a:srgbClr val="173042"/>
                </a:solidFill>
                <a:latin typeface="Menlo"/>
                <a:ea typeface="Menlo"/>
                <a:cs typeface="Menlo"/>
              </a:defRPr>
            </a:pPr>
            <a:r>
              <a:rPr sz="1385" b="0">
                <a:solidFill>
                  <a:srgbClr val="173042"/>
                </a:solidFill>
                <a:latin typeface="Menlo"/>
                <a:ea typeface="Menlo"/>
                <a:cs typeface="Menlo"/>
              </a:rPr>
              <a:t>baseline = result.history[start]["total"]</a:t>
            </a:r>
          </a:p>
          <a:p xmlns:a="http://schemas.openxmlformats.org/drawingml/2006/main">
            <a:pPr algn="l">
              <a:defRPr sz="1385" b="0">
                <a:solidFill>
                  <a:srgbClr val="173042"/>
                </a:solidFill>
                <a:latin typeface="Menlo"/>
                <a:ea typeface="Menlo"/>
                <a:cs typeface="Menlo"/>
              </a:defRPr>
            </a:pPr>
            <a:r>
              <a:rPr sz="1385" b="0">
                <a:solidFill>
                  <a:srgbClr val="173042"/>
                </a:solidFill>
                <a:latin typeface="Menlo"/>
                <a:ea typeface="Menlo"/>
                <a:cs typeface="Menlo"/>
              </a:rPr>
              <a:t>after = result.history[start + 1:]</a:t>
            </a:r>
          </a:p>
          <a:p xmlns:a="http://schemas.openxmlformats.org/drawingml/2006/main">
            <a:pPr algn="l">
              <a:defRPr sz="1385" b="0">
                <a:solidFill>
                  <a:srgbClr val="173042"/>
                </a:solidFill>
                <a:latin typeface="Menlo"/>
                <a:ea typeface="Menlo"/>
                <a:cs typeface="Menlo"/>
              </a:defRPr>
            </a:pPr>
            <a:r>
              <a:rPr sz="1385" b="0">
                <a:solidFill>
                  <a:srgbClr val="173042"/>
                </a:solidFill>
                <a:latin typeface="Menlo"/>
                <a:ea typeface="Menlo"/>
                <a:cs typeface="Menlo"/>
              </a:rPr>
              <a:t>declined = False</a:t>
            </a:r>
          </a:p>
          <a:p xmlns:a="http://schemas.openxmlformats.org/drawingml/2006/main">
            <a:pPr algn="l">
              <a:defRPr sz="1385" b="0">
                <a:solidFill>
                  <a:srgbClr val="173042"/>
                </a:solidFill>
                <a:latin typeface="Menlo"/>
                <a:ea typeface="Menlo"/>
                <a:cs typeface="Menlo"/>
              </a:defRPr>
            </a:pPr>
            <a:r>
              <a:rPr sz="1385" b="0">
                <a:solidFill>
                  <a:srgbClr val="173042"/>
                </a:solidFill>
                <a:latin typeface="Menlo"/>
                <a:ea typeface="Menlo"/>
                <a:cs typeface="Menlo"/>
              </a:rPr>
              <a:t>relapse = None</a:t>
            </a:r>
          </a:p>
          <a:p xmlns:a="http://schemas.openxmlformats.org/drawingml/2006/main">
            <a:pPr algn="l">
              <a:defRPr sz="1385" b="0">
                <a:solidFill>
                  <a:srgbClr val="173042"/>
                </a:solidFill>
                <a:latin typeface="Menlo"/>
                <a:ea typeface="Menlo"/>
                <a:cs typeface="Menlo"/>
              </a:defRPr>
            </a:pPr>
            <a:r>
              <a:rPr sz="1385" b="0">
                <a:solidFill>
                  <a:srgbClr val="173042"/>
                </a:solidFill>
                <a:latin typeface="Menlo"/>
                <a:ea typeface="Menlo"/>
                <a:cs typeface="Menlo"/>
              </a:rPr>
              <a:t>for row in after:</a:t>
            </a:r>
          </a:p>
          <a:p xmlns:a="http://schemas.openxmlformats.org/drawingml/2006/main">
            <a:pPr algn="l">
              <a:defRPr sz="1385" b="0">
                <a:solidFill>
                  <a:srgbClr val="173042"/>
                </a:solidFill>
                <a:latin typeface="Menlo"/>
                <a:ea typeface="Menlo"/>
                <a:cs typeface="Menlo"/>
              </a:defRPr>
            </a:pPr>
            <a:r>
              <a:rPr sz="1385" b="0">
                <a:solidFill>
                  <a:srgbClr val="173042"/>
                </a:solidFill>
                <a:latin typeface="Menlo"/>
                <a:ea typeface="Menlo"/>
                <a:cs typeface="Menlo"/>
              </a:rPr>
              <a:t>    declined |= row["total"] &lt; baseline</a:t>
            </a:r>
          </a:p>
          <a:p xmlns:a="http://schemas.openxmlformats.org/drawingml/2006/main">
            <a:pPr algn="l">
              <a:defRPr sz="1385" b="0">
                <a:solidFill>
                  <a:srgbClr val="173042"/>
                </a:solidFill>
                <a:latin typeface="Menlo"/>
                <a:ea typeface="Menlo"/>
                <a:cs typeface="Menlo"/>
              </a:defRPr>
            </a:pPr>
            <a:r>
              <a:rPr sz="1385" b="0">
                <a:solidFill>
                  <a:srgbClr val="173042"/>
                </a:solidFill>
                <a:latin typeface="Menlo"/>
                <a:ea typeface="Menlo"/>
                <a:cs typeface="Menlo"/>
              </a:rPr>
              <a:t>    if declined and row["total"] &gt;= baseline:</a:t>
            </a:r>
          </a:p>
          <a:p xmlns:a="http://schemas.openxmlformats.org/drawingml/2006/main">
            <a:pPr algn="l">
              <a:defRPr sz="1385" b="0">
                <a:solidFill>
                  <a:srgbClr val="173042"/>
                </a:solidFill>
                <a:latin typeface="Menlo"/>
                <a:ea typeface="Menlo"/>
                <a:cs typeface="Menlo"/>
              </a:defRPr>
            </a:pPr>
            <a:r>
              <a:rPr sz="1385" b="0">
                <a:solidFill>
                  <a:srgbClr val="173042"/>
                </a:solidFill>
                <a:latin typeface="Menlo"/>
                <a:ea typeface="Menlo"/>
                <a:cs typeface="Menlo"/>
              </a:rPr>
              <a:t>        relapse = row["generation"]</a:t>
            </a:r>
          </a:p>
          <a:p xmlns:a="http://schemas.openxmlformats.org/drawingml/2006/main">
            <a:pPr algn="l">
              <a:defRPr sz="1385" b="0">
                <a:solidFill>
                  <a:srgbClr val="173042"/>
                </a:solidFill>
                <a:latin typeface="Menlo"/>
                <a:ea typeface="Menlo"/>
                <a:cs typeface="Menlo"/>
              </a:defRPr>
            </a:pPr>
            <a:r>
              <a:rPr sz="1385" b="0">
                <a:solidFill>
                  <a:srgbClr val="173042"/>
                </a:solidFill>
                <a:latin typeface="Menlo"/>
                <a:ea typeface="Menlo"/>
                <a:cs typeface="Menlo"/>
              </a:rPr>
              <a:t>        break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FAAC7B5-973A-43A5-B685-B777A87F4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085975"/>
            <a:ext cx="414337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rPr>
              <a:t>baseline 是開始治療時總量</a:t>
            </a:r>
          </a:p>
          <a:p xmlns:a="http://schemas.openxmlformats.org/drawingml/2006/main">
            <a:pPr algn="l">
              <a:def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rPr>
              <a:t>不是固定寫死的 20,000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36493A5-FEB5-4BC9-9392-80690C642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009900"/>
            <a:ext cx="414337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rPr>
              <a:t>declined 保存「曾下降」</a:t>
            </a:r>
          </a:p>
          <a:p xmlns:a="http://schemas.openxmlformats.org/drawingml/2006/main">
            <a:pPr algn="l">
              <a:def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rPr>
              <a:t>relapse 是第一次回升代數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3783F15-D037-4360-AA8D-2BEBC638D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933825"/>
            <a:ext cx="414337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rPr>
              <a:t>未啟動、未觀察到復發與滅絕</a:t>
            </a:r>
          </a:p>
          <a:p xmlns:a="http://schemas.openxmlformats.org/drawingml/2006/main">
            <a:pPr algn="l">
              <a:def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rPr>
              <a:t>保留不同 outcome 標記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CF1089B-664E-435B-BFC4-0FB102B7F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895975"/>
            <a:ext cx="1047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rPr>
              <a:t>原始碼節錄，長行採視覺折行。省略註解與非核心行，詳細說明見備註。</a:t>
            </a:r>
          </a:p>
        </p:txBody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b66dfd9e6e34f54"/>
          <a:stretch xmlns:a="http://schemas.openxmlformats.org/drawingml/2006/main"/>
        </p:blipFill>
        <p:spPr>
          <a:xfrm xmlns:a="http://schemas.openxmlformats.org/drawingml/2006/main">
            <a:off x="666750" y="5251084"/>
            <a:ext cx="10810875" cy="594457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3601597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CFB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674BBBE-ED21-4C78-9A42-E828C935C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225" b="1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rPr>
              <a:t>main：用獨立試驗建立可重現的實驗流程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951B584-2464-4D2F-B774-B89AB225E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90625"/>
            <a:ext cx="109347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rPr>
              <a:t>同一 seed 重現同一路徑，不同 replicate 使用不同 seed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C1DDD30-3925-468F-89B3-F17D18512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05575"/>
            <a:ext cx="457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rPr>
              <a:t>29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87EE16F-C237-471B-AA46-AF69BD717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47875"/>
            <a:ext cx="619125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3042"/>
                </a:solidFill>
                <a:latin typeface="Menlo"/>
                <a:ea typeface="Menlo"/>
                <a:cs typeface="Menlo"/>
              </a:defRPr>
            </a:pPr>
            <a:r>
              <a:rPr sz="1425" b="0">
                <a:solidFill>
                  <a:srgbClr val="173042"/>
                </a:solidFill>
                <a:latin typeface="Menlo"/>
                <a:ea typeface="Menlo"/>
                <a:cs typeface="Menlo"/>
              </a:rPr>
              <a:t>trials = [simulate(config, args.seed + 100000 + rep)</a:t>
            </a:r>
          </a:p>
          <a:p xmlns:a="http://schemas.openxmlformats.org/drawingml/2006/main">
            <a:pPr algn="l">
              <a:defRPr sz="1425" b="0">
                <a:solidFill>
                  <a:srgbClr val="173042"/>
                </a:solidFill>
                <a:latin typeface="Menlo"/>
                <a:ea typeface="Menlo"/>
                <a:cs typeface="Menlo"/>
              </a:defRPr>
            </a:pPr>
            <a:r>
              <a:rPr sz="1425" b="0">
                <a:solidFill>
                  <a:srgbClr val="173042"/>
                </a:solidFill>
                <a:latin typeface="Menlo"/>
                <a:ea typeface="Menlo"/>
                <a:cs typeface="Menlo"/>
              </a:rPr>
              <a:t>    for rep in range(args.replicates)]</a:t>
            </a:r>
          </a:p>
          <a:p xmlns:a="http://schemas.openxmlformats.org/drawingml/2006/main">
            <a:pPr algn="l">
              <a:defRPr sz="1425" b="0">
                <a:solidFill>
                  <a:srgbClr val="173042"/>
                </a:solidFill>
                <a:latin typeface="Menlo"/>
                <a:ea typeface="Menlo"/>
                <a:cs typeface="Menlo"/>
              </a:defRPr>
            </a:pPr>
            <a:r>
              <a:rPr sz="1425" b="0">
                <a:solidFill>
                  <a:srgbClr val="173042"/>
                </a:solidFill>
                <a:latin typeface="Menlo"/>
                <a:ea typeface="Menlo"/>
                <a:cs typeface="Menlo"/>
              </a:rPr>
              <a:t>plot_therapy_ensemble(trials, args.output)</a:t>
            </a:r>
          </a:p>
          <a:p xmlns:a="http://schemas.openxmlformats.org/drawingml/2006/main">
            <a:pPr algn="l">
              <a:defRPr sz="1425" b="0">
                <a:solidFill>
                  <a:srgbClr val="173042"/>
                </a:solidFill>
                <a:latin typeface="Menlo"/>
                <a:ea typeface="Menlo"/>
                <a:cs typeface="Menlo"/>
              </a:defRPr>
            </a:pPr>
            <a:r>
              <a:rPr sz="1425" b="0">
                <a:solidFill>
                  <a:srgbClr val="173042"/>
                </a:solidFill>
                <a:latin typeface="Menlo"/>
                <a:ea typeface="Menlo"/>
                <a:cs typeface="Menlo"/>
              </a:rPr>
              <a:t>run_comparisons(config, args.replicates, args.seed,</a:t>
            </a:r>
          </a:p>
          <a:p xmlns:a="http://schemas.openxmlformats.org/drawingml/2006/main">
            <a:pPr algn="l">
              <a:defRPr sz="1425" b="0">
                <a:solidFill>
                  <a:srgbClr val="173042"/>
                </a:solidFill>
                <a:latin typeface="Menlo"/>
                <a:ea typeface="Menlo"/>
                <a:cs typeface="Menlo"/>
              </a:defRPr>
            </a:pPr>
            <a:r>
              <a:rPr sz="1425" b="0">
                <a:solidFill>
                  <a:srgbClr val="173042"/>
                </a:solidFill>
                <a:latin typeface="Menlo"/>
                <a:ea typeface="Menlo"/>
                <a:cs typeface="Menlo"/>
              </a:rPr>
              <a:t>    args.output)</a:t>
            </a:r>
          </a:p>
          <a:p xmlns:a="http://schemas.openxmlformats.org/drawingml/2006/main">
            <a:pPr algn="l">
              <a:defRPr sz="1425" b="0">
                <a:solidFill>
                  <a:srgbClr val="173042"/>
                </a:solidFill>
                <a:latin typeface="Menlo"/>
                <a:ea typeface="Menlo"/>
                <a:cs typeface="Menlo"/>
              </a:defRPr>
            </a:pPr>
            <a:r>
              <a:rPr sz="1425" b="0">
                <a:solidFill>
                  <a:srgbClr val="173042"/>
                </a:solidFill>
                <a:latin typeface="Menlo"/>
                <a:ea typeface="Menlo"/>
                <a:cs typeface="Menlo"/>
              </a:rPr>
              <a:t>run_il11_comparison(config, args.replicates, args.seed,</a:t>
            </a:r>
          </a:p>
          <a:p xmlns:a="http://schemas.openxmlformats.org/drawingml/2006/main">
            <a:pPr algn="l">
              <a:defRPr sz="1425" b="0">
                <a:solidFill>
                  <a:srgbClr val="173042"/>
                </a:solidFill>
                <a:latin typeface="Menlo"/>
                <a:ea typeface="Menlo"/>
                <a:cs typeface="Menlo"/>
              </a:defRPr>
            </a:pPr>
            <a:r>
              <a:rPr sz="1425" b="0">
                <a:solidFill>
                  <a:srgbClr val="173042"/>
                </a:solidFill>
                <a:latin typeface="Menlo"/>
                <a:ea typeface="Menlo"/>
                <a:cs typeface="Menlo"/>
              </a:rPr>
              <a:t>    args.output)</a:t>
            </a:r>
          </a:p>
          <a:p xmlns:a="http://schemas.openxmlformats.org/drawingml/2006/main">
            <a:pPr algn="l">
              <a:defRPr sz="1425" b="0">
                <a:solidFill>
                  <a:srgbClr val="173042"/>
                </a:solidFill>
                <a:latin typeface="Menlo"/>
                <a:ea typeface="Menlo"/>
                <a:cs typeface="Menlo"/>
              </a:defRPr>
            </a:pPr>
            <a:r>
              <a:rPr sz="1425" b="0">
                <a:solidFill>
                  <a:srgbClr val="173042"/>
                </a:solidFill>
                <a:latin typeface="Menlo"/>
                <a:ea typeface="Menlo"/>
                <a:cs typeface="Menlo"/>
              </a:rPr>
              <a:t>metadata = dict(config=asdict(config), seed=args.seed,</a:t>
            </a:r>
          </a:p>
          <a:p xmlns:a="http://schemas.openxmlformats.org/drawingml/2006/main">
            <a:pPr algn="l">
              <a:defRPr sz="1425" b="0">
                <a:solidFill>
                  <a:srgbClr val="173042"/>
                </a:solidFill>
                <a:latin typeface="Menlo"/>
                <a:ea typeface="Menlo"/>
                <a:cs typeface="Menlo"/>
              </a:defRPr>
            </a:pPr>
            <a:r>
              <a:rPr sz="1425" b="0">
                <a:solidFill>
                  <a:srgbClr val="173042"/>
                </a:solidFill>
                <a:latin typeface="Menlo"/>
                <a:ea typeface="Menlo"/>
                <a:cs typeface="Menlo"/>
              </a:rPr>
              <a:t>    replicates=args.replicates,</a:t>
            </a:r>
          </a:p>
          <a:p xmlns:a="http://schemas.openxmlformats.org/drawingml/2006/main">
            <a:pPr algn="l">
              <a:defRPr sz="1425" b="0">
                <a:solidFill>
                  <a:srgbClr val="173042"/>
                </a:solidFill>
                <a:latin typeface="Menlo"/>
                <a:ea typeface="Menlo"/>
                <a:cs typeface="Menlo"/>
              </a:defRPr>
            </a:pPr>
            <a:r>
              <a:rPr sz="1425" b="0">
                <a:solidFill>
                  <a:srgbClr val="173042"/>
                </a:solidFill>
                <a:latin typeface="Menlo"/>
                <a:ea typeface="Menlo"/>
                <a:cs typeface="Menlo"/>
              </a:rPr>
              <a:t>                therapy_seeds=[t.seed for t in trials],</a:t>
            </a:r>
          </a:p>
          <a:p xmlns:a="http://schemas.openxmlformats.org/drawingml/2006/main">
            <a:pPr algn="l">
              <a:defRPr sz="1425" b="0">
                <a:solidFill>
                  <a:srgbClr val="173042"/>
                </a:solidFill>
                <a:latin typeface="Menlo"/>
                <a:ea typeface="Menlo"/>
                <a:cs typeface="Menlo"/>
              </a:defRPr>
            </a:pPr>
            <a:r>
              <a:rPr sz="1425" b="0">
                <a:solidFill>
                  <a:srgbClr val="173042"/>
                </a:solidFill>
                <a:latin typeface="Menlo"/>
                <a:ea typeface="Menlo"/>
                <a:cs typeface="Menlo"/>
              </a:rPr>
              <a:t>                interval="median and 10–90% trial</a:t>
            </a:r>
          </a:p>
          <a:p xmlns:a="http://schemas.openxmlformats.org/drawingml/2006/main">
            <a:pPr algn="l">
              <a:defRPr sz="1425" b="0">
                <a:solidFill>
                  <a:srgbClr val="173042"/>
                </a:solidFill>
                <a:latin typeface="Menlo"/>
                <a:ea typeface="Menlo"/>
                <a:cs typeface="Menlo"/>
              </a:defRPr>
            </a:pPr>
            <a:r>
              <a:rPr sz="1425" b="0">
                <a:solidFill>
                  <a:srgbClr val="173042"/>
                </a:solidFill>
                <a:latin typeface="Menlo"/>
                <a:ea typeface="Menlo"/>
                <a:cs typeface="Menlo"/>
              </a:rPr>
              <a:t>    percentiles; not confidence intervals",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11185DF-75B4-44C3-A91F-95306356F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085975"/>
            <a:ext cx="414337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rPr>
              <a:t>治療組 seed=42+100000+rep</a:t>
            </a:r>
          </a:p>
          <a:p xmlns:a="http://schemas.openxmlformats.org/drawingml/2006/main">
            <a:pPr algn="l">
              <a:def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rPr>
              <a:t>rep=0,…,29，共 30 次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AA83DFF-02CE-4CC5-BFCB-87DA7F4E5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009900"/>
            <a:ext cx="414337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rPr>
              <a:t>Config、seed、套件版本</a:t>
            </a:r>
          </a:p>
          <a:p xmlns:a="http://schemas.openxmlformats.org/drawingml/2006/main">
            <a:pPr algn="l">
              <a:def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rPr>
              <a:t>與 outcome 一起寫入 metadata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DBDC338-2F32-4F81-BBF8-072445C65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933825"/>
            <a:ext cx="414337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rPr>
              <a:t>CSV 保留逐代和逐次資料</a:t>
            </a:r>
          </a:p>
          <a:p xmlns:a="http://schemas.openxmlformats.org/drawingml/2006/main">
            <a:pPr algn="l">
              <a:def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rPr>
              <a:t>簡報圖可回溯到原始數字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B967251-87EF-4774-9D93-F85F5AF3D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895975"/>
            <a:ext cx="1047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rPr>
              <a:t>原始碼節錄，長行採視覺折行。省略註解與非核心行，詳細說明見備註。</a:t>
            </a:r>
          </a:p>
        </p:txBody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0e4bfb21b6e492e"/>
          <a:stretch xmlns:a="http://schemas.openxmlformats.org/drawingml/2006/main"/>
        </p:blipFill>
        <p:spPr>
          <a:xfrm xmlns:a="http://schemas.openxmlformats.org/drawingml/2006/main">
            <a:off x="2737562" y="5238750"/>
            <a:ext cx="6669251" cy="61912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8053789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CFB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4B428B5-E7D6-4A4B-B1C6-50152FDE6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225" b="1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rPr>
              <a:t>多次試驗統計：滅絕零值與停止缺失分開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30BA36C-1DFC-4606-BBDA-06FADBA38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90625"/>
            <a:ext cx="109347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rPr>
              <a:t>後期曲線必須同時知道有效試驗數 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E0D5320-E176-439A-B286-4C43CEA4B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05575"/>
            <a:ext cx="457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rPr>
              <a:t>30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B7E9230-C3C7-4CC8-AA18-8EB652579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47875"/>
            <a:ext cx="619125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85" b="0">
                <a:solidFill>
                  <a:srgbClr val="173042"/>
                </a:solidFill>
                <a:latin typeface="Menlo"/>
                <a:ea typeface="Menlo"/>
                <a:cs typeface="Menlo"/>
              </a:defRPr>
            </a:pPr>
            <a:r>
              <a:rPr sz="1385" b="0">
                <a:solidFill>
                  <a:srgbClr val="173042"/>
                </a:solidFill>
                <a:latin typeface="Menlo"/>
                <a:ea typeface="Menlo"/>
                <a:cs typeface="Menlo"/>
              </a:rPr>
              <a:t>data = {k: np.full((len(trials), length), np.nan) for k</a:t>
            </a:r>
          </a:p>
          <a:p xmlns:a="http://schemas.openxmlformats.org/drawingml/2006/main">
            <a:pPr algn="l">
              <a:defRPr sz="1385" b="0">
                <a:solidFill>
                  <a:srgbClr val="173042"/>
                </a:solidFill>
                <a:latin typeface="Menlo"/>
                <a:ea typeface="Menlo"/>
                <a:cs typeface="Menlo"/>
              </a:defRPr>
            </a:pPr>
            <a:r>
              <a:rPr sz="1385" b="0">
                <a:solidFill>
                  <a:srgbClr val="173042"/>
                </a:solidFill>
                <a:latin typeface="Menlo"/>
                <a:ea typeface="Menlo"/>
                <a:cs typeface="Menlo"/>
              </a:rPr>
              <a:t>    in keys}</a:t>
            </a:r>
          </a:p>
          <a:p xmlns:a="http://schemas.openxmlformats.org/drawingml/2006/main">
            <a:pPr algn="l">
              <a:defRPr sz="1385" b="0">
                <a:solidFill>
                  <a:srgbClr val="173042"/>
                </a:solidFill>
                <a:latin typeface="Menlo"/>
                <a:ea typeface="Menlo"/>
                <a:cs typeface="Menlo"/>
              </a:defRPr>
            </a:pPr>
            <a:r>
              <a:rPr sz="1385" b="0">
                <a:solidFill>
                  <a:srgbClr val="173042"/>
                </a:solidFill>
                <a:latin typeface="Menlo"/>
                <a:ea typeface="Menlo"/>
                <a:cs typeface="Menlo"/>
              </a:rPr>
              <a:t>        if generation &gt;= len(trial.history) and</a:t>
            </a:r>
          </a:p>
          <a:p xmlns:a="http://schemas.openxmlformats.org/drawingml/2006/main">
            <a:pPr algn="l">
              <a:defRPr sz="1385" b="0">
                <a:solidFill>
                  <a:srgbClr val="173042"/>
                </a:solidFill>
                <a:latin typeface="Menlo"/>
                <a:ea typeface="Menlo"/>
                <a:cs typeface="Menlo"/>
              </a:defRPr>
            </a:pPr>
            <a:r>
              <a:rPr sz="1385" b="0">
                <a:solidFill>
                  <a:srgbClr val="173042"/>
                </a:solidFill>
                <a:latin typeface="Menlo"/>
                <a:ea typeface="Menlo"/>
                <a:cs typeface="Menlo"/>
              </a:rPr>
              <a:t>    trial.stop_reason != "extinction":</a:t>
            </a:r>
          </a:p>
          <a:p xmlns:a="http://schemas.openxmlformats.org/drawingml/2006/main">
            <a:pPr algn="l">
              <a:defRPr sz="1385" b="0">
                <a:solidFill>
                  <a:srgbClr val="173042"/>
                </a:solidFill>
                <a:latin typeface="Menlo"/>
                <a:ea typeface="Menlo"/>
                <a:cs typeface="Menlo"/>
              </a:defRPr>
            </a:pPr>
            <a:r>
              <a:rPr sz="1385" b="0">
                <a:solidFill>
                  <a:srgbClr val="173042"/>
                </a:solidFill>
                <a:latin typeface="Menlo"/>
                <a:ea typeface="Menlo"/>
                <a:cs typeface="Menlo"/>
              </a:rPr>
              <a:t>            continue</a:t>
            </a:r>
          </a:p>
          <a:p xmlns:a="http://schemas.openxmlformats.org/drawingml/2006/main">
            <a:pPr algn="l">
              <a:defRPr sz="1385" b="0">
                <a:solidFill>
                  <a:srgbClr val="173042"/>
                </a:solidFill>
                <a:latin typeface="Menlo"/>
                <a:ea typeface="Menlo"/>
                <a:cs typeface="Menlo"/>
              </a:defRPr>
            </a:pPr>
            <a:r>
              <a:rPr sz="1385" b="0">
                <a:solidFill>
                  <a:srgbClr val="173042"/>
                </a:solidFill>
                <a:latin typeface="Menlo"/>
                <a:ea typeface="Menlo"/>
                <a:cs typeface="Menlo"/>
              </a:rPr>
              <a:t>        row = trial.history[min(generation,</a:t>
            </a:r>
          </a:p>
          <a:p xmlns:a="http://schemas.openxmlformats.org/drawingml/2006/main">
            <a:pPr algn="l">
              <a:defRPr sz="1385" b="0">
                <a:solidFill>
                  <a:srgbClr val="173042"/>
                </a:solidFill>
                <a:latin typeface="Menlo"/>
                <a:ea typeface="Menlo"/>
                <a:cs typeface="Menlo"/>
              </a:defRPr>
            </a:pPr>
            <a:r>
              <a:rPr sz="1385" b="0">
                <a:solidFill>
                  <a:srgbClr val="173042"/>
                </a:solidFill>
                <a:latin typeface="Menlo"/>
                <a:ea typeface="Menlo"/>
                <a:cs typeface="Menlo"/>
              </a:rPr>
              <a:t>    len(trial.history) - 1)]</a:t>
            </a:r>
          </a:p>
          <a:p xmlns:a="http://schemas.openxmlformats.org/drawingml/2006/main">
            <a:pPr algn="l">
              <a:defRPr sz="1385" b="0">
                <a:solidFill>
                  <a:srgbClr val="173042"/>
                </a:solidFill>
                <a:latin typeface="Menlo"/>
                <a:ea typeface="Menlo"/>
                <a:cs typeface="Menlo"/>
              </a:defRPr>
            </a:pPr>
            <a:r>
              <a:rPr sz="1385" b="0">
                <a:solidFill>
                  <a:srgbClr val="173042"/>
                </a:solidFill>
                <a:latin typeface="Menlo"/>
                <a:ea typeface="Menlo"/>
                <a:cs typeface="Menlo"/>
              </a:rPr>
              <a:t>        pop = trial.populations[min(generation,</a:t>
            </a:r>
          </a:p>
          <a:p xmlns:a="http://schemas.openxmlformats.org/drawingml/2006/main">
            <a:pPr algn="l">
              <a:defRPr sz="1385" b="0">
                <a:solidFill>
                  <a:srgbClr val="173042"/>
                </a:solidFill>
                <a:latin typeface="Menlo"/>
                <a:ea typeface="Menlo"/>
                <a:cs typeface="Menlo"/>
              </a:defRPr>
            </a:pPr>
            <a:r>
              <a:rPr sz="1385" b="0">
                <a:solidFill>
                  <a:srgbClr val="173042"/>
                </a:solidFill>
                <a:latin typeface="Menlo"/>
                <a:ea typeface="Menlo"/>
                <a:cs typeface="Menlo"/>
              </a:rPr>
              <a:t>    len(trial.populations) - 1)]</a:t>
            </a:r>
          </a:p>
          <a:p xmlns:a="http://schemas.openxmlformats.org/drawingml/2006/main">
            <a:pPr algn="l">
              <a:defRPr sz="1385" b="0">
                <a:solidFill>
                  <a:srgbClr val="173042"/>
                </a:solidFill>
                <a:latin typeface="Menlo"/>
                <a:ea typeface="Menlo"/>
                <a:cs typeface="Menlo"/>
              </a:defRPr>
            </a:pPr>
            <a:r>
              <a:rPr sz="1385" b="0">
                <a:solidFill>
                  <a:srgbClr val="173042"/>
                </a:solidFill>
                <a:latin typeface="Menlo"/>
                <a:ea typeface="Menlo"/>
                <a:cs typeface="Menlo"/>
              </a:rPr>
              <a:t>        total = row["total"]</a:t>
            </a:r>
          </a:p>
          <a:p xmlns:a="http://schemas.openxmlformats.org/drawingml/2006/main">
            <a:pPr algn="l">
              <a:defRPr sz="1385" b="0">
                <a:solidFill>
                  <a:srgbClr val="173042"/>
                </a:solidFill>
                <a:latin typeface="Menlo"/>
                <a:ea typeface="Menlo"/>
                <a:cs typeface="Menlo"/>
              </a:defRPr>
            </a:pPr>
            <a:r>
              <a:rPr sz="1385" b="0">
                <a:solidFill>
                  <a:srgbClr val="173042"/>
                </a:solidFill>
                <a:latin typeface="Menlo"/>
                <a:ea typeface="Menlo"/>
                <a:cs typeface="Menlo"/>
              </a:rPr>
              <a:t>    for key, matrix in data.items():</a:t>
            </a:r>
          </a:p>
          <a:p xmlns:a="http://schemas.openxmlformats.org/drawingml/2006/main">
            <a:pPr algn="l">
              <a:defRPr sz="1385" b="0">
                <a:solidFill>
                  <a:srgbClr val="173042"/>
                </a:solidFill>
                <a:latin typeface="Menlo"/>
                <a:ea typeface="Menlo"/>
                <a:cs typeface="Menlo"/>
              </a:defRPr>
            </a:pPr>
            <a:r>
              <a:rPr sz="1385" b="0">
                <a:solidFill>
                  <a:srgbClr val="173042"/>
                </a:solidFill>
                <a:latin typeface="Menlo"/>
                <a:ea typeface="Menlo"/>
                <a:cs typeface="Menlo"/>
              </a:rPr>
              <a:t>        v = matrix[:, generation]; v =</a:t>
            </a:r>
          </a:p>
          <a:p xmlns:a="http://schemas.openxmlformats.org/drawingml/2006/main">
            <a:pPr algn="l">
              <a:defRPr sz="1385" b="0">
                <a:solidFill>
                  <a:srgbClr val="173042"/>
                </a:solidFill>
                <a:latin typeface="Menlo"/>
                <a:ea typeface="Menlo"/>
                <a:cs typeface="Menlo"/>
              </a:defRPr>
            </a:pPr>
            <a:r>
              <a:rPr sz="1385" b="0">
                <a:solidFill>
                  <a:srgbClr val="173042"/>
                </a:solidFill>
                <a:latin typeface="Menlo"/>
                <a:ea typeface="Menlo"/>
                <a:cs typeface="Menlo"/>
              </a:rPr>
              <a:t>    v[np.isfinite(v)]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329785C-EFA0-4022-B1C9-39B7B86E5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085975"/>
            <a:ext cx="414337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rPr>
              <a:t>資料矩陣先填 NaN</a:t>
            </a:r>
          </a:p>
          <a:p xmlns:a="http://schemas.openxmlformats.org/drawingml/2006/main">
            <a:pPr algn="l">
              <a:def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rPr>
              <a:t>只寫入實際觀察或滅絕延續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EDE02A0-59D1-46C8-8A4E-482FB7CBD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009900"/>
            <a:ext cx="414337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rPr>
              <a:t>計算上限之後維持 NaN</a:t>
            </a:r>
          </a:p>
          <a:p xmlns:a="http://schemas.openxmlformats.org/drawingml/2006/main">
            <a:pPr algn="l">
              <a:def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rPr>
              <a:t>滅絕之後細胞數延續 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7E65F7E-5DA0-454A-8DAC-F225C7C52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933825"/>
            <a:ext cx="414337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rPr>
              <a:t>比例只對仍活且有觀察的腫瘤</a:t>
            </a:r>
          </a:p>
          <a:p xmlns:a="http://schemas.openxmlformats.org/drawingml/2006/main">
            <a:pPr algn="l">
              <a:def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rPr>
              <a:t>每代保留各指標有效 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AD41A46-009F-49AC-9817-6B94878A6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895975"/>
            <a:ext cx="1047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rPr>
              <a:t>原始碼節錄，長行採視覺折行。省略註解與非核心行，詳細說明見備註。</a:t>
            </a:r>
          </a:p>
        </p:txBody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dac0206dcda4991"/>
          <a:stretch xmlns:a="http://schemas.openxmlformats.org/drawingml/2006/main"/>
        </p:blipFill>
        <p:spPr>
          <a:xfrm xmlns:a="http://schemas.openxmlformats.org/drawingml/2006/main">
            <a:off x="764238" y="5238750"/>
            <a:ext cx="10615899" cy="61912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3037763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FCFB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B51F13F-A609-45FD-96E1-F4A7212DA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225" b="1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rPr>
              <a:t>等大小取樣：避免跨門檻大小不同的混淆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E9634BD-26DD-46C8-B858-6DF7B0BD4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90625"/>
            <a:ext cx="109347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rPr>
              <a:t>從首次達標的完整族群無放回抽取 5,000 個細胞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2DC6608-178D-49DB-A73C-A4646AD81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05575"/>
            <a:ext cx="457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rPr>
              <a:t>31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7CBE806-FD69-42BA-B795-2F0D98FE8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47875"/>
            <a:ext cx="619125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3042"/>
                </a:solidFill>
                <a:latin typeface="Menlo"/>
                <a:ea typeface="Menlo"/>
                <a:cs typeface="Menlo"/>
              </a:defRPr>
            </a:pPr>
            <a:r>
              <a:rPr sz="1425" b="0">
                <a:solidFill>
                  <a:srgbClr val="173042"/>
                </a:solidFill>
                <a:latin typeface="Menlo"/>
                <a:ea typeface="Menlo"/>
                <a:cs typeface="Menlo"/>
              </a:rPr>
              <a:t>if result.history[-1]["total"] &lt; size:</a:t>
            </a:r>
          </a:p>
          <a:p xmlns:a="http://schemas.openxmlformats.org/drawingml/2006/main">
            <a:pPr algn="l">
              <a:defRPr sz="1425" b="0">
                <a:solidFill>
                  <a:srgbClr val="173042"/>
                </a:solidFill>
                <a:latin typeface="Menlo"/>
                <a:ea typeface="Menlo"/>
                <a:cs typeface="Menlo"/>
              </a:defRPr>
            </a:pPr>
            <a:r>
              <a:rPr sz="1425" b="0">
                <a:solidFill>
                  <a:srgbClr val="173042"/>
                </a:solidFill>
                <a:latin typeface="Menlo"/>
                <a:ea typeface="Menlo"/>
                <a:cs typeface="Menlo"/>
              </a:rPr>
              <a:t>    return None</a:t>
            </a:r>
          </a:p>
          <a:p xmlns:a="http://schemas.openxmlformats.org/drawingml/2006/main">
            <a:pPr algn="l">
              <a:defRPr sz="1425" b="0">
                <a:solidFill>
                  <a:srgbClr val="173042"/>
                </a:solidFill>
                <a:latin typeface="Menlo"/>
                <a:ea typeface="Menlo"/>
                <a:cs typeface="Menlo"/>
              </a:defRPr>
            </a:pPr>
            <a:r>
              <a:rPr sz="1425" b="0">
                <a:solidFill>
                  <a:srgbClr val="173042"/>
                </a:solidFill>
                <a:latin typeface="Menlo"/>
                <a:ea typeface="Menlo"/>
                <a:cs typeface="Menlo"/>
              </a:rPr>
              <a:t>pop = result.populations[-1]</a:t>
            </a:r>
          </a:p>
          <a:p xmlns:a="http://schemas.openxmlformats.org/drawingml/2006/main">
            <a:pPr algn="l">
              <a:defRPr sz="1425" b="0">
                <a:solidFill>
                  <a:srgbClr val="173042"/>
                </a:solidFill>
                <a:latin typeface="Menlo"/>
                <a:ea typeface="Menlo"/>
                <a:cs typeface="Menlo"/>
              </a:defRPr>
            </a:pPr>
            <a:r>
              <a:rPr sz="1425" b="0">
                <a:solidFill>
                  <a:srgbClr val="173042"/>
                </a:solidFill>
                <a:latin typeface="Menlo"/>
                <a:ea typeface="Menlo"/>
                <a:cs typeface="Menlo"/>
              </a:rPr>
              <a:t>counts =</a:t>
            </a:r>
          </a:p>
          <a:p xmlns:a="http://schemas.openxmlformats.org/drawingml/2006/main">
            <a:pPr algn="l">
              <a:defRPr sz="1425" b="0">
                <a:solidFill>
                  <a:srgbClr val="173042"/>
                </a:solidFill>
                <a:latin typeface="Menlo"/>
                <a:ea typeface="Menlo"/>
                <a:cs typeface="Menlo"/>
              </a:defRPr>
            </a:pPr>
            <a:r>
              <a:rPr sz="1425" b="0">
                <a:solidFill>
                  <a:srgbClr val="173042"/>
                </a:solidFill>
                <a:latin typeface="Menlo"/>
                <a:ea typeface="Menlo"/>
                <a:cs typeface="Menlo"/>
              </a:rPr>
              <a:t>    rng.multivariate_hypergeometric(np.array(list(pop.</a:t>
            </a:r>
          </a:p>
          <a:p xmlns:a="http://schemas.openxmlformats.org/drawingml/2006/main">
            <a:pPr algn="l">
              <a:defRPr sz="1425" b="0">
                <a:solidFill>
                  <a:srgbClr val="173042"/>
                </a:solidFill>
                <a:latin typeface="Menlo"/>
                <a:ea typeface="Menlo"/>
                <a:cs typeface="Menlo"/>
              </a:defRPr>
            </a:pPr>
            <a:r>
              <a:rPr sz="1425" b="0">
                <a:solidFill>
                  <a:srgbClr val="173042"/>
                </a:solidFill>
                <a:latin typeface="Menlo"/>
                <a:ea typeface="Menlo"/>
                <a:cs typeface="Menlo"/>
              </a:rPr>
              <a:t>    values()), dtype=np.int64), size)</a:t>
            </a:r>
          </a:p>
          <a:p xmlns:a="http://schemas.openxmlformats.org/drawingml/2006/main">
            <a:pPr algn="l">
              <a:defRPr sz="1425" b="0">
                <a:solidFill>
                  <a:srgbClr val="173042"/>
                </a:solidFill>
                <a:latin typeface="Menlo"/>
                <a:ea typeface="Menlo"/>
                <a:cs typeface="Menlo"/>
              </a:defRPr>
            </a:pPr>
            <a:r>
              <a:rPr sz="1425" b="0">
                <a:solidFill>
                  <a:srgbClr val="173042"/>
                </a:solidFill>
                <a:latin typeface="Menlo"/>
                <a:ea typeface="Menlo"/>
                <a:cs typeface="Menlo"/>
              </a:rPr>
              <a:t>sampled = {g: int(n) for g, n in zip(pop, counts) if n}</a:t>
            </a:r>
          </a:p>
          <a:p xmlns:a="http://schemas.openxmlformats.org/drawingml/2006/main">
            <a:pPr algn="l">
              <a:defRPr sz="1425" b="0">
                <a:solidFill>
                  <a:srgbClr val="173042"/>
                </a:solidFill>
                <a:latin typeface="Menlo"/>
                <a:ea typeface="Menlo"/>
                <a:cs typeface="Menlo"/>
              </a:defRPr>
            </a:pPr>
            <a:r>
              <a:rPr sz="1425" b="0">
                <a:solidFill>
                  <a:srgbClr val="173042"/>
                </a:solidFill>
                <a:latin typeface="Menlo"/>
                <a:ea typeface="Menlo"/>
                <a:cs typeface="Menlo"/>
              </a:rPr>
              <a:t>return summarize(sampled,</a:t>
            </a:r>
          </a:p>
          <a:p xmlns:a="http://schemas.openxmlformats.org/drawingml/2006/main">
            <a:pPr algn="l">
              <a:defRPr sz="1425" b="0">
                <a:solidFill>
                  <a:srgbClr val="173042"/>
                </a:solidFill>
                <a:latin typeface="Menlo"/>
                <a:ea typeface="Menlo"/>
                <a:cs typeface="Menlo"/>
              </a:defRPr>
            </a:pPr>
            <a:r>
              <a:rPr sz="1425" b="0">
                <a:solidFill>
                  <a:srgbClr val="173042"/>
                </a:solidFill>
                <a:latin typeface="Menlo"/>
                <a:ea typeface="Menlo"/>
                <a:cs typeface="Menlo"/>
              </a:rPr>
              <a:t>    result.history[-1]["generation"], result.config)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A297802-D7EF-43A6-BB54-E9C52B901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085975"/>
            <a:ext cx="414337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rPr>
              <a:t>不同死亡率達標代數不同</a:t>
            </a:r>
          </a:p>
          <a:p xmlns:a="http://schemas.openxmlformats.org/drawingml/2006/main">
            <a:pPr algn="l">
              <a:def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rPr>
              <a:t>最後族群可能大於 5,000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7957208-5B49-4D6C-ADEF-4792F986F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009900"/>
            <a:ext cx="414337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rPr>
              <a:t>multivariate_hypergeometric</a:t>
            </a:r>
          </a:p>
          <a:p xmlns:a="http://schemas.openxmlformats.org/drawingml/2006/main">
            <a:pPr algn="l">
              <a:def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rPr>
              <a:t>保留固定樣本總數且不放回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2712E9F-AF87-4A4B-86C1-5728022C4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933825"/>
            <a:ext cx="414337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rPr>
              <a:t>比較等大小樣本的 H</a:t>
            </a:r>
          </a:p>
          <a:p xmlns:a="http://schemas.openxmlformats.org/drawingml/2006/main">
            <a:pPr algn="l">
              <a:def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rPr>
              <a:t>仍須注意達標時間與選擇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75C9A5C-0424-4659-9F88-1DA988377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895975"/>
            <a:ext cx="1047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rPr>
              <a:t>原始碼節錄，長行採視覺折行。省略註解與非核心行，詳細說明見備註。</a:t>
            </a:r>
          </a:p>
        </p:txBody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4ab14ff350c4a1b"/>
          <a:stretch xmlns:a="http://schemas.openxmlformats.org/drawingml/2006/main"/>
        </p:blipFill>
        <p:spPr>
          <a:xfrm xmlns:a="http://schemas.openxmlformats.org/drawingml/2006/main">
            <a:off x="1718196" y="4953000"/>
            <a:ext cx="8707983" cy="90487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713355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FCFB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C51B7FC-6D6B-40E4-A249-8D0909D1E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225" b="1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rPr>
              <a:t>test_modeling_cancer.py：測試生物語意與不變量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112FC0D-712E-42C7-B7F8-FC50000FE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90625"/>
            <a:ext cx="109347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rPr>
              <a:t>測試回答「程式是否實作了預定的模型」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1DD7EAE-02F5-41F4-A08F-86AC207DE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05575"/>
            <a:ext cx="457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rPr>
              <a:t>32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666750" y="2047875"/>
          <a:ext xmlns:a="http://schemas.openxmlformats.org/drawingml/2006/main" cx="10858500" cy="323850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2190750"/>
                <a:gridCol w="4333875"/>
                <a:gridCol w="4333875"/>
              </a:tblGrid>
              <a:tr h="647700">
                <a:tc>
                  <a:txBody>
                    <a:bodyPr lIns="57150" tIns="47625" rIns="57150" bIns="47625">
                      <a:noAutofit/>
                    </a:bodyPr>
                    <a:lstStyle/>
                    <a:p>
                      <a:pPr algn="ctr"/>
                      <a:r>
                        <a:rPr sz="1875" b="1">
                          <a:solidFill>
                            <a:srgbClr val="173042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檢查</a:t>
                      </a:r>
                    </a:p>
                  </a:txBody>
                  <a:tcPr marL="91440" marR="91440" marT="45720" marB="45720" anchor="ctr">
                    <a:solidFill>
                      <a:srgbClr val="E8F0F4"/>
                    </a:solidFill>
                  </a:tcPr>
                </a:tc>
                <a:tc>
                  <a:txBody>
                    <a:bodyPr lIns="57150" tIns="47625" rIns="57150" bIns="47625">
                      <a:noAutofit/>
                    </a:bodyPr>
                    <a:lstStyle/>
                    <a:p>
                      <a:pPr algn="ctr"/>
                      <a:r>
                        <a:rPr sz="1875" b="1">
                          <a:solidFill>
                            <a:srgbClr val="173042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期望</a:t>
                      </a:r>
                    </a:p>
                  </a:txBody>
                  <a:tcPr marL="91440" marR="91440" marT="45720" marB="45720" anchor="ctr">
                    <a:solidFill>
                      <a:srgbClr val="E8F0F4"/>
                    </a:solidFill>
                  </a:tcPr>
                </a:tc>
                <a:tc>
                  <a:txBody>
                    <a:bodyPr lIns="57150" tIns="47625" rIns="57150" bIns="47625">
                      <a:noAutofit/>
                    </a:bodyPr>
                    <a:lstStyle/>
                    <a:p>
                      <a:pPr algn="ctr"/>
                      <a:r>
                        <a:rPr sz="1875" b="1">
                          <a:solidFill>
                            <a:srgbClr val="173042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防止的錯誤</a:t>
                      </a:r>
                    </a:p>
                  </a:txBody>
                  <a:tcPr marL="91440" marR="91440" marT="45720" marB="45720" anchor="ctr">
                    <a:solidFill>
                      <a:srgbClr val="E8F0F4"/>
                    </a:solidFill>
                  </a:tcPr>
                </a:tc>
              </a:tr>
              <a:tr h="647700">
                <a:tc>
                  <a:txBody>
                    <a:bodyPr lIns="57150" tIns="47625" rIns="57150" bIns="47625">
                      <a:noAutofit/>
                    </a:bodyPr>
                    <a:lstStyle/>
                    <a:p>
                      <a:pPr algn="ctr"/>
                      <a:r>
                        <a:rPr sz="1875" b="0">
                          <a:solidFill>
                            <a:srgbClr val="173042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TSG 語意</a:t>
                      </a:r>
                    </a:p>
                  </a:txBody>
                  <a:tcPr marL="91440" marR="91440" marT="45720" marB="45720" anchor="ctr">
                    <a:solidFill>
                      <a:srgbClr val="FCFBF8"/>
                    </a:solidFill>
                  </a:tcPr>
                </a:tc>
                <a:tc>
                  <a:txBody>
                    <a:bodyPr lIns="57150" tIns="47625" rIns="57150" bIns="47625">
                      <a:noAutofit/>
                    </a:bodyPr>
                    <a:lstStyle/>
                    <a:p>
                      <a:pPr algn="ctr"/>
                      <a:r>
                        <a:rPr sz="1875" b="0">
                          <a:solidFill>
                            <a:srgbClr val="173042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不同基因各一擊不算兩擊</a:t>
                      </a:r>
                    </a:p>
                  </a:txBody>
                  <a:tcPr marL="91440" marR="91440" marT="45720" marB="45720" anchor="ctr">
                    <a:solidFill>
                      <a:srgbClr val="FCFBF8"/>
                    </a:solidFill>
                  </a:tcPr>
                </a:tc>
                <a:tc>
                  <a:txBody>
                    <a:bodyPr lIns="57150" tIns="47625" rIns="57150" bIns="47625">
                      <a:noAutofit/>
                    </a:bodyPr>
                    <a:lstStyle/>
                    <a:p>
                      <a:pPr algn="ctr"/>
                      <a:r>
                        <a:rPr sz="1875" b="0">
                          <a:solidFill>
                            <a:srgbClr val="173042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把 one-hit 和 two-hit 混淆</a:t>
                      </a:r>
                    </a:p>
                  </a:txBody>
                  <a:tcPr marL="91440" marR="91440" marT="45720" marB="45720" anchor="ctr">
                    <a:solidFill>
                      <a:srgbClr val="FCFBF8"/>
                    </a:solidFill>
                  </a:tcPr>
                </a:tc>
              </a:tr>
              <a:tr h="647700">
                <a:tc>
                  <a:txBody>
                    <a:bodyPr lIns="57150" tIns="47625" rIns="57150" bIns="47625">
                      <a:noAutofit/>
                    </a:bodyPr>
                    <a:lstStyle/>
                    <a:p>
                      <a:pPr algn="ctr"/>
                      <a:r>
                        <a:rPr sz="1875" b="0">
                          <a:solidFill>
                            <a:srgbClr val="173042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突變守恆</a:t>
                      </a:r>
                    </a:p>
                  </a:txBody>
                  <a:tcPr marL="91440" marR="91440" marT="45720" marB="45720" anchor="ctr">
                    <a:solidFill>
                      <a:srgbClr val="FCFBF8"/>
                    </a:solidFill>
                  </a:tcPr>
                </a:tc>
                <a:tc>
                  <a:txBody>
                    <a:bodyPr lIns="57150" tIns="47625" rIns="57150" bIns="47625">
                      <a:noAutofit/>
                    </a:bodyPr>
                    <a:lstStyle/>
                    <a:p>
                      <a:pPr algn="ctr"/>
                      <a:r>
                        <a:rPr sz="1875" b="0">
                          <a:solidFill>
                            <a:srgbClr val="173042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前後總細胞數相同</a:t>
                      </a:r>
                    </a:p>
                  </a:txBody>
                  <a:tcPr marL="91440" marR="91440" marT="45720" marB="45720" anchor="ctr">
                    <a:solidFill>
                      <a:srgbClr val="FCFBF8"/>
                    </a:solidFill>
                  </a:tcPr>
                </a:tc>
                <a:tc>
                  <a:txBody>
                    <a:bodyPr lIns="57150" tIns="47625" rIns="57150" bIns="47625">
                      <a:noAutofit/>
                    </a:bodyPr>
                    <a:lstStyle/>
                    <a:p>
                      <a:pPr algn="ctr"/>
                      <a:r>
                        <a:rPr sz="1875" b="0">
                          <a:solidFill>
                            <a:srgbClr val="173042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分類時重複或遺失細胞</a:t>
                      </a:r>
                    </a:p>
                  </a:txBody>
                  <a:tcPr marL="91440" marR="91440" marT="45720" marB="45720" anchor="ctr">
                    <a:solidFill>
                      <a:srgbClr val="FCFBF8"/>
                    </a:solidFill>
                  </a:tcPr>
                </a:tc>
              </a:tr>
              <a:tr h="647700">
                <a:tc>
                  <a:txBody>
                    <a:bodyPr lIns="57150" tIns="47625" rIns="57150" bIns="47625">
                      <a:noAutofit/>
                    </a:bodyPr>
                    <a:lstStyle/>
                    <a:p>
                      <a:pPr algn="ctr"/>
                      <a:r>
                        <a:rPr sz="1875" b="0">
                          <a:solidFill>
                            <a:srgbClr val="173042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獨立等位基因</a:t>
                      </a:r>
                    </a:p>
                  </a:txBody>
                  <a:tcPr marL="91440" marR="91440" marT="45720" marB="45720" anchor="ctr">
                    <a:solidFill>
                      <a:srgbClr val="FCFBF8"/>
                    </a:solidFill>
                  </a:tcPr>
                </a:tc>
                <a:tc>
                  <a:txBody>
                    <a:bodyPr lIns="57150" tIns="47625" rIns="57150" bIns="47625">
                      <a:noAutofit/>
                    </a:bodyPr>
                    <a:lstStyle/>
                    <a:p>
                      <a:pPr algn="ctr"/>
                      <a:r>
                        <a:rPr sz="1875" b="0">
                          <a:solidFill>
                            <a:srgbClr val="173042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0/1/2 擊約 0.64/0.32/0.04</a:t>
                      </a:r>
                    </a:p>
                  </a:txBody>
                  <a:tcPr marL="91440" marR="91440" marT="45720" marB="45720" anchor="ctr">
                    <a:solidFill>
                      <a:srgbClr val="FCFBF8"/>
                    </a:solidFill>
                  </a:tcPr>
                </a:tc>
                <a:tc>
                  <a:txBody>
                    <a:bodyPr lIns="57150" tIns="47625" rIns="57150" bIns="47625">
                      <a:noAutofit/>
                    </a:bodyPr>
                    <a:lstStyle/>
                    <a:p>
                      <a:pPr algn="ctr"/>
                      <a:r>
                        <a:rPr sz="1875" b="0">
                          <a:solidFill>
                            <a:srgbClr val="173042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同代多突變處理錯誤</a:t>
                      </a:r>
                    </a:p>
                  </a:txBody>
                  <a:tcPr marL="91440" marR="91440" marT="45720" marB="45720" anchor="ctr">
                    <a:solidFill>
                      <a:srgbClr val="FCFBF8"/>
                    </a:solidFill>
                  </a:tcPr>
                </a:tc>
              </a:tr>
              <a:tr h="647700">
                <a:tc>
                  <a:txBody>
                    <a:bodyPr lIns="57150" tIns="47625" rIns="57150" bIns="47625">
                      <a:noAutofit/>
                    </a:bodyPr>
                    <a:lstStyle/>
                    <a:p>
                      <a:pPr algn="ctr"/>
                      <a:r>
                        <a:rPr sz="1875" b="0">
                          <a:solidFill>
                            <a:srgbClr val="173042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IL11、截尾、seed</a:t>
                      </a:r>
                    </a:p>
                  </a:txBody>
                  <a:tcPr marL="91440" marR="91440" marT="45720" marB="45720" anchor="ctr">
                    <a:solidFill>
                      <a:srgbClr val="FCFBF8"/>
                    </a:solidFill>
                  </a:tcPr>
                </a:tc>
                <a:tc>
                  <a:txBody>
                    <a:bodyPr lIns="57150" tIns="47625" rIns="57150" bIns="47625">
                      <a:noAutofit/>
                    </a:bodyPr>
                    <a:lstStyle/>
                    <a:p>
                      <a:pPr algn="ctr"/>
                      <a:r>
                        <a:rPr sz="1875" b="0">
                          <a:solidFill>
                            <a:srgbClr val="173042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共享效益、缺失、重現</a:t>
                      </a:r>
                    </a:p>
                  </a:txBody>
                  <a:tcPr marL="91440" marR="91440" marT="45720" marB="45720" anchor="ctr">
                    <a:solidFill>
                      <a:srgbClr val="FCFBF8"/>
                    </a:solidFill>
                  </a:tcPr>
                </a:tc>
                <a:tc>
                  <a:txBody>
                    <a:bodyPr lIns="57150" tIns="47625" rIns="57150" bIns="47625">
                      <a:noAutofit/>
                    </a:bodyPr>
                    <a:lstStyle/>
                    <a:p>
                      <a:pPr algn="ctr"/>
                      <a:r>
                        <a:rPr sz="1875" b="0">
                          <a:solidFill>
                            <a:srgbClr val="173042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環境時序與統計語意錯誤</a:t>
                      </a:r>
                    </a:p>
                  </a:txBody>
                  <a:tcPr marL="91440" marR="91440" marT="45720" marB="45720" anchor="ctr">
                    <a:solidFill>
                      <a:srgbClr val="FCFBF8"/>
                    </a:solidFill>
                  </a:tcPr>
                </a:tc>
              </a:tr>
            </a:tbl>
          </a:graphicData>
        </a:graphic>
      </p:graphicFrame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867b8ae95db4630"/>
          <a:stretch xmlns:a="http://schemas.openxmlformats.org/drawingml/2006/main"/>
        </p:blipFill>
        <p:spPr>
          <a:xfrm xmlns:a="http://schemas.openxmlformats.org/drawingml/2006/main">
            <a:off x="1137809" y="5381625"/>
            <a:ext cx="9916383" cy="52387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4908152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FCFB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B0F2347-8154-45C1-8FA8-8DCE29098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225" b="1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rPr>
              <a:t>實驗設計：每張結果圖對應不同控制條件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6FE5E4D-63F9-481A-A8D4-11F620A57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90625"/>
            <a:ext cx="109347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rPr>
              <a:t>程式的參數與取樣方式決定可以比較什麼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B5819BB-5807-4075-AF55-86C2A69E1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05575"/>
            <a:ext cx="457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rPr>
              <a:t>33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666750" y="2047875"/>
          <a:ext xmlns:a="http://schemas.openxmlformats.org/drawingml/2006/main" cx="10858500" cy="333375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2238375"/>
                <a:gridCol w="3762375"/>
                <a:gridCol w="4857750"/>
              </a:tblGrid>
              <a:tr h="666750">
                <a:tc>
                  <a:txBody>
                    <a:bodyPr lIns="57150" tIns="47625" rIns="57150" bIns="47625">
                      <a:noAutofit/>
                    </a:bodyPr>
                    <a:lstStyle/>
                    <a:p>
                      <a:pPr algn="ctr"/>
                      <a:r>
                        <a:rPr sz="1875" b="1">
                          <a:solidFill>
                            <a:srgbClr val="173042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問題</a:t>
                      </a:r>
                    </a:p>
                  </a:txBody>
                  <a:tcPr marL="91440" marR="91440" marT="45720" marB="45720" anchor="ctr">
                    <a:solidFill>
                      <a:srgbClr val="E8F0F4"/>
                    </a:solidFill>
                  </a:tcPr>
                </a:tc>
                <a:tc>
                  <a:txBody>
                    <a:bodyPr lIns="57150" tIns="47625" rIns="57150" bIns="47625">
                      <a:noAutofit/>
                    </a:bodyPr>
                    <a:lstStyle/>
                    <a:p>
                      <a:pPr algn="ctr"/>
                      <a:r>
                        <a:rPr sz="1875" b="1">
                          <a:solidFill>
                            <a:srgbClr val="173042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改變條件</a:t>
                      </a:r>
                    </a:p>
                  </a:txBody>
                  <a:tcPr marL="91440" marR="91440" marT="45720" marB="45720" anchor="ctr">
                    <a:solidFill>
                      <a:srgbClr val="E8F0F4"/>
                    </a:solidFill>
                  </a:tcPr>
                </a:tc>
                <a:tc>
                  <a:txBody>
                    <a:bodyPr lIns="57150" tIns="47625" rIns="57150" bIns="47625">
                      <a:noAutofit/>
                    </a:bodyPr>
                    <a:lstStyle/>
                    <a:p>
                      <a:pPr algn="ctr"/>
                      <a:r>
                        <a:rPr sz="1875" b="1">
                          <a:solidFill>
                            <a:srgbClr val="173042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固定條件／比較方式</a:t>
                      </a:r>
                    </a:p>
                  </a:txBody>
                  <a:tcPr marL="91440" marR="91440" marT="45720" marB="45720" anchor="ctr">
                    <a:solidFill>
                      <a:srgbClr val="E8F0F4"/>
                    </a:solidFill>
                  </a:tcPr>
                </a:tc>
              </a:tr>
              <a:tr h="666750">
                <a:tc>
                  <a:txBody>
                    <a:bodyPr lIns="57150" tIns="47625" rIns="57150" bIns="47625">
                      <a:noAutofit/>
                    </a:bodyPr>
                    <a:lstStyle/>
                    <a:p>
                      <a:pPr algn="ctr"/>
                      <a:r>
                        <a:rPr sz="1875" b="0">
                          <a:solidFill>
                            <a:srgbClr val="173042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治療與復發</a:t>
                      </a:r>
                    </a:p>
                  </a:txBody>
                  <a:tcPr marL="91440" marR="91440" marT="45720" marB="45720" anchor="ctr">
                    <a:solidFill>
                      <a:srgbClr val="FCFBF8"/>
                    </a:solidFill>
                  </a:tcPr>
                </a:tc>
                <a:tc>
                  <a:txBody>
                    <a:bodyPr lIns="57150" tIns="47625" rIns="57150" bIns="47625">
                      <a:noAutofit/>
                    </a:bodyPr>
                    <a:lstStyle/>
                    <a:p>
                      <a:pPr algn="ctr"/>
                      <a:r>
                        <a:rPr sz="1875" b="0">
                          <a:solidFill>
                            <a:srgbClr val="173042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族群達門檻後啟動</a:t>
                      </a:r>
                    </a:p>
                  </a:txBody>
                  <a:tcPr marL="91440" marR="91440" marT="45720" marB="45720" anchor="ctr">
                    <a:solidFill>
                      <a:srgbClr val="FCFBF8"/>
                    </a:solidFill>
                  </a:tcPr>
                </a:tc>
                <a:tc>
                  <a:txBody>
                    <a:bodyPr lIns="57150" tIns="47625" rIns="57150" bIns="47625">
                      <a:noAutofit/>
                    </a:bodyPr>
                    <a:lstStyle/>
                    <a:p>
                      <a:pPr algn="ctr"/>
                      <a:r>
                        <a:rPr sz="1875" b="0">
                          <a:solidFill>
                            <a:srgbClr val="173042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two-hit、IL11 OFF、30 次</a:t>
                      </a:r>
                    </a:p>
                  </a:txBody>
                  <a:tcPr marL="91440" marR="91440" marT="45720" marB="45720" anchor="ctr">
                    <a:solidFill>
                      <a:srgbClr val="FCFBF8"/>
                    </a:solidFill>
                  </a:tcPr>
                </a:tc>
              </a:tr>
              <a:tr h="666750">
                <a:tc>
                  <a:txBody>
                    <a:bodyPr lIns="57150" tIns="47625" rIns="57150" bIns="47625">
                      <a:noAutofit/>
                    </a:bodyPr>
                    <a:lstStyle/>
                    <a:p>
                      <a:pPr algn="ctr"/>
                      <a:r>
                        <a:rPr sz="1875" b="0">
                          <a:solidFill>
                            <a:srgbClr val="173042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TSG 門檻</a:t>
                      </a:r>
                    </a:p>
                  </a:txBody>
                  <a:tcPr marL="91440" marR="91440" marT="45720" marB="45720" anchor="ctr">
                    <a:solidFill>
                      <a:srgbClr val="FCFBF8"/>
                    </a:solidFill>
                  </a:tcPr>
                </a:tc>
                <a:tc>
                  <a:txBody>
                    <a:bodyPr lIns="57150" tIns="47625" rIns="57150" bIns="47625">
                      <a:noAutofit/>
                    </a:bodyPr>
                    <a:lstStyle/>
                    <a:p>
                      <a:pPr algn="ctr"/>
                      <a:r>
                        <a:rPr sz="1875" b="0">
                          <a:solidFill>
                            <a:srgbClr val="173042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one-hit / two-hit</a:t>
                      </a:r>
                    </a:p>
                  </a:txBody>
                  <a:tcPr marL="91440" marR="91440" marT="45720" marB="45720" anchor="ctr">
                    <a:solidFill>
                      <a:srgbClr val="FCFBF8"/>
                    </a:solidFill>
                  </a:tcPr>
                </a:tc>
                <a:tc>
                  <a:txBody>
                    <a:bodyPr lIns="57150" tIns="47625" rIns="57150" bIns="47625">
                      <a:noAutofit/>
                    </a:bodyPr>
                    <a:lstStyle/>
                    <a:p>
                      <a:pPr algn="ctr"/>
                      <a:r>
                        <a:rPr sz="1875" b="0">
                          <a:solidFill>
                            <a:srgbClr val="173042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無治療、18 代、每組 30 次</a:t>
                      </a:r>
                    </a:p>
                  </a:txBody>
                  <a:tcPr marL="91440" marR="91440" marT="45720" marB="45720" anchor="ctr">
                    <a:solidFill>
                      <a:srgbClr val="FCFBF8"/>
                    </a:solidFill>
                  </a:tcPr>
                </a:tc>
              </a:tr>
              <a:tr h="666750">
                <a:tc>
                  <a:txBody>
                    <a:bodyPr lIns="57150" tIns="47625" rIns="57150" bIns="47625">
                      <a:noAutofit/>
                    </a:bodyPr>
                    <a:lstStyle/>
                    <a:p>
                      <a:pPr algn="ctr"/>
                      <a:r>
                        <a:rPr sz="1875" b="0">
                          <a:solidFill>
                            <a:srgbClr val="173042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IL11 共享</a:t>
                      </a:r>
                    </a:p>
                  </a:txBody>
                  <a:tcPr marL="91440" marR="91440" marT="45720" marB="45720" anchor="ctr">
                    <a:solidFill>
                      <a:srgbClr val="FCFBF8"/>
                    </a:solidFill>
                  </a:tcPr>
                </a:tc>
                <a:tc>
                  <a:txBody>
                    <a:bodyPr lIns="57150" tIns="47625" rIns="57150" bIns="47625">
                      <a:noAutofit/>
                    </a:bodyPr>
                    <a:lstStyle/>
                    <a:p>
                      <a:pPr algn="ctr"/>
                      <a:r>
                        <a:rPr sz="1875" b="0">
                          <a:solidFill>
                            <a:srgbClr val="173042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ON / OFF</a:t>
                      </a:r>
                    </a:p>
                  </a:txBody>
                  <a:tcPr marL="91440" marR="91440" marT="45720" marB="45720" anchor="ctr">
                    <a:solidFill>
                      <a:srgbClr val="FCFBF8"/>
                    </a:solidFill>
                  </a:tcPr>
                </a:tc>
                <a:tc>
                  <a:txBody>
                    <a:bodyPr lIns="57150" tIns="47625" rIns="57150" bIns="47625">
                      <a:noAutofit/>
                    </a:bodyPr>
                    <a:lstStyle/>
                    <a:p>
                      <a:pPr algn="ctr"/>
                      <a:r>
                        <a:rPr sz="1875" b="0">
                          <a:solidFill>
                            <a:srgbClr val="173042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無治療、同位點、每組 30 次</a:t>
                      </a:r>
                    </a:p>
                  </a:txBody>
                  <a:tcPr marL="91440" marR="91440" marT="45720" marB="45720" anchor="ctr">
                    <a:solidFill>
                      <a:srgbClr val="FCFBF8"/>
                    </a:solidFill>
                  </a:tcPr>
                </a:tc>
              </a:tr>
              <a:tr h="666750">
                <a:tc>
                  <a:txBody>
                    <a:bodyPr lIns="57150" tIns="47625" rIns="57150" bIns="47625">
                      <a:noAutofit/>
                    </a:bodyPr>
                    <a:lstStyle/>
                    <a:p>
                      <a:pPr algn="ctr"/>
                      <a:r>
                        <a:rPr sz="1875" b="0">
                          <a:solidFill>
                            <a:srgbClr val="173042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多樣性</a:t>
                      </a:r>
                    </a:p>
                  </a:txBody>
                  <a:tcPr marL="91440" marR="91440" marT="45720" marB="45720" anchor="ctr">
                    <a:solidFill>
                      <a:srgbClr val="FCFBF8"/>
                    </a:solidFill>
                  </a:tcPr>
                </a:tc>
                <a:tc>
                  <a:txBody>
                    <a:bodyPr lIns="57150" tIns="47625" rIns="57150" bIns="47625">
                      <a:noAutofit/>
                    </a:bodyPr>
                    <a:lstStyle/>
                    <a:p>
                      <a:pPr algn="ctr"/>
                      <a:r>
                        <a:rPr sz="1875" b="0">
                          <a:solidFill>
                            <a:srgbClr val="173042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d=0.20 / 0.35 / 0.45</a:t>
                      </a:r>
                    </a:p>
                  </a:txBody>
                  <a:tcPr marL="91440" marR="91440" marT="45720" marB="45720" anchor="ctr">
                    <a:solidFill>
                      <a:srgbClr val="FCFBF8"/>
                    </a:solidFill>
                  </a:tcPr>
                </a:tc>
                <a:tc>
                  <a:txBody>
                    <a:bodyPr lIns="57150" tIns="47625" rIns="57150" bIns="47625">
                      <a:noAutofit/>
                    </a:bodyPr>
                    <a:lstStyle/>
                    <a:p>
                      <a:pPr algn="ctr"/>
                      <a:r>
                        <a:rPr sz="1875" b="0">
                          <a:solidFill>
                            <a:srgbClr val="173042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每次取 5,000 細胞、每組 30 次</a:t>
                      </a:r>
                    </a:p>
                  </a:txBody>
                  <a:tcPr marL="91440" marR="91440" marT="45720" marB="45720" anchor="ctr">
                    <a:solidFill>
                      <a:srgbClr val="FCFBF8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D50CC91-4CF8-4625-B060-F92A639D7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895975"/>
            <a:ext cx="1047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rPr>
              <a:t>下一頁開始以實際模擬結果檢查上述程式規則的表現。</a:t>
            </a:r>
          </a:p>
        </p:txBody>
      </p:sp>
    </p:spTree>
    <p:extLst>
      <p:ext uri="{BB962C8B-B14F-4D97-AF65-F5344CB8AC3E}">
        <p14:creationId xmlns:p14="http://schemas.microsoft.com/office/powerpoint/2010/main" val="1095969579"/>
      </p:ext>
    </p:extLst>
  </p:cSld>
</p:sld>
</file>

<file path=ppt/slides/slide34.xml><?xml version="1.0" encoding="utf-8"?>
<p:sld xmlns:p="http://schemas.openxmlformats.org/presentationml/2006/main">
  <p:cSld>
    <p:bg>
      <p:bgPr>
        <a:solidFill xmlns:a="http://schemas.openxmlformats.org/drawingml/2006/main">
          <a:srgbClr val="FCFB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9742B1C-30F2-48F2-9416-3D1B04D89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225" b="1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rPr>
              <a:t>治療能降低負荷，能否持續控制？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2A24F88-F974-486F-BA15-F247B0E83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90625"/>
            <a:ext cx="109347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rPr>
              <a:t>先看總量，再追問族群組成與變異的來源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7FBB43D-AD59-41C8-907C-4A1CC63FB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05575"/>
            <a:ext cx="457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rPr>
              <a:t>34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94E82F1-2906-424B-BB8E-160729BCE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286000"/>
            <a:ext cx="10763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625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625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rPr>
              <a:t>負荷下降後為何再增長？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A334EF3-9F2E-4DF9-9C4C-8BC11AB01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286125"/>
            <a:ext cx="10763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4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rPr>
              <a:t>抗藥比例升高時，哪些突變也在變化？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8B00A41-8B6E-475B-9758-0078E0AD3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333875"/>
            <a:ext cx="10763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25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rPr>
              <a:t>改變 TSG 門檻或共享環境，結果是否跟著改變？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98C8B4C-C416-4052-9BEF-72AE7F95F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895975"/>
            <a:ext cx="1047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rPr>
              <a:t>證據順序：治療反應 → 組成與多樣性 → 控制實驗 → 後續驗證。</a:t>
            </a:r>
          </a:p>
        </p:txBody>
      </p:sp>
    </p:spTree>
    <p:extLst>
      <p:ext uri="{BB962C8B-B14F-4D97-AF65-F5344CB8AC3E}">
        <p14:creationId xmlns:p14="http://schemas.microsoft.com/office/powerpoint/2010/main" val="1416520877"/>
      </p:ext>
    </p:extLst>
  </p:cSld>
</p:sld>
</file>

<file path=ppt/slides/slide35.xml><?xml version="1.0" encoding="utf-8"?>
<p:sld xmlns:p="http://schemas.openxmlformats.org/presentationml/2006/main">
  <p:cSld>
    <p:bg>
      <p:bgPr>
        <a:solidFill xmlns:a="http://schemas.openxmlformats.org/drawingml/2006/main">
          <a:srgbClr val="FCFB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595C0DB-C83D-46B5-9C77-D1E0B656B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225" b="1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rPr>
              <a:t>治療後總量下降，抗藥族群再擴張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62EB819-9A68-4C90-AD34-0D4CB959E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90625"/>
            <a:ext cx="109347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rPr>
              <a:t>TSG two-hit、IL11 OFF，前 30 代每代 n=30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9E789F8-07BC-4841-85CA-3DDA667E9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05575"/>
            <a:ext cx="457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rPr>
              <a:t>35</a:t>
            </a:r>
          </a:p>
        </p:txBody>
      </p:sp>
      <p:graphicFrame>
        <p:nvGraphicFramePr>
          <p:cNvPr id="11" name="Chart"/>
          <p:cNvGraphicFramePr/>
          <p:nvPr/>
        </p:nvGraphicFramePr>
        <p:xfrm>
          <a:off xmlns:a="http://schemas.openxmlformats.org/drawingml/2006/main" x="619125" y="1905000"/>
          <a:ext xmlns:a="http://schemas.openxmlformats.org/drawingml/2006/main" cx="8334375" cy="3619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a8395cce8c6c4742"/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70BE066-93E9-452F-876F-C429EBAFD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238375"/>
            <a:ext cx="2286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236B8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850" b="1">
                <a:solidFill>
                  <a:srgbClr val="236B8E"/>
                </a:solidFill>
                <a:latin typeface="Arial Unicode MS"/>
                <a:ea typeface="Arial Unicode MS"/>
                <a:cs typeface="Arial Unicode MS"/>
              </a:rPr>
              <a:t>813.5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80ACD92-B399-4ACB-B721-5CCDE7AC1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886200"/>
            <a:ext cx="22860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rPr>
              <a:t>每次試驗最低負荷</a:t>
            </a:r>
          </a:p>
          <a:p xmlns:a="http://schemas.openxmlformats.org/drawingml/2006/main">
            <a:pPr algn="l">
              <a:def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rPr>
              <a:t>的中位數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rPr>
              <a:t>治療使敏感群下降</a:t>
            </a:r>
          </a:p>
          <a:p xmlns:a="http://schemas.openxmlformats.org/drawingml/2006/main">
            <a:pPr algn="l">
              <a:def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rPr>
              <a:t>抗藥群仍可擴張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912EDF3-F354-44CE-9150-23813D897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895975"/>
            <a:ext cx="1047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rPr>
              <a:t>實線為中位數，總量虛線為 P10/P90，表示試驗間變異。</a:t>
            </a:r>
          </a:p>
        </p:txBody>
      </p:sp>
    </p:spTree>
    <p:extLst>
      <p:ext uri="{BB962C8B-B14F-4D97-AF65-F5344CB8AC3E}">
        <p14:creationId xmlns:p14="http://schemas.microsoft.com/office/powerpoint/2010/main" val="1909063625"/>
      </p:ext>
    </p:extLst>
  </p:cSld>
</p:sld>
</file>

<file path=ppt/slides/slide36.xml><?xml version="1.0" encoding="utf-8"?>
<p:sld xmlns:p="http://schemas.openxmlformats.org/presentationml/2006/main">
  <p:cSld>
    <p:bg>
      <p:bgPr>
        <a:solidFill xmlns:a="http://schemas.openxmlformats.org/drawingml/2006/main">
          <a:srgbClr val="FCFB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0E4EE7A-A6C9-4D6E-9524-AA108A460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225" b="1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rPr>
              <a:t>抗藥比例迅速升高，解釋再擴張的組成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18B1E88-1089-4715-A832-70CF40AF7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90625"/>
            <a:ext cx="109347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rPr>
              <a:t>治療改變存活差異，突變率 μ 保持不變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B24A9FD-E8DE-400A-8145-080BC3412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05575"/>
            <a:ext cx="457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rPr>
              <a:t>36</a:t>
            </a:r>
          </a:p>
        </p:txBody>
      </p:sp>
      <p:graphicFrame>
        <p:nvGraphicFramePr>
          <p:cNvPr id="11" name="Chart"/>
          <p:cNvGraphicFramePr/>
          <p:nvPr/>
        </p:nvGraphicFramePr>
        <p:xfrm>
          <a:off xmlns:a="http://schemas.openxmlformats.org/drawingml/2006/main" x="619125" y="1905000"/>
          <a:ext xmlns:a="http://schemas.openxmlformats.org/drawingml/2006/main" cx="8334375" cy="3619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e0174abaf7424a19"/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7C45898-5FA5-4E47-B707-DEA42A8AD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238375"/>
            <a:ext cx="2286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236B8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850" b="1">
                <a:solidFill>
                  <a:srgbClr val="236B8E"/>
                </a:solidFill>
                <a:latin typeface="Arial Unicode MS"/>
                <a:ea typeface="Arial Unicode MS"/>
                <a:cs typeface="Arial Unicode MS"/>
              </a:rPr>
              <a:t>99.93%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0422B44-3D96-496D-A661-E1877D2E6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886200"/>
            <a:ext cx="22860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rPr>
              <a:t>第 20 代中位比例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rPr>
              <a:t>選擇壓力使</a:t>
            </a:r>
          </a:p>
          <a:p xmlns:a="http://schemas.openxmlformats.org/drawingml/2006/main">
            <a:pPr algn="l">
              <a:def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rPr>
              <a:t>抗藥細胞佔優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77D803B-DBB3-494D-9DBF-B7E818FA2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895975"/>
            <a:ext cx="1047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rPr>
              <a:t>比例依存活腫瘤定義。P10/P90 是變異範圍，並非信賴區間。</a:t>
            </a:r>
          </a:p>
        </p:txBody>
      </p:sp>
    </p:spTree>
    <p:extLst>
      <p:ext uri="{BB962C8B-B14F-4D97-AF65-F5344CB8AC3E}">
        <p14:creationId xmlns:p14="http://schemas.microsoft.com/office/powerpoint/2010/main" val="150973786"/>
      </p:ext>
    </p:extLst>
  </p:cSld>
</p:sld>
</file>

<file path=ppt/slides/slide37.xml><?xml version="1.0" encoding="utf-8"?>
<p:sld xmlns:p="http://schemas.openxmlformats.org/presentationml/2006/main">
  <p:cSld>
    <p:bg>
      <p:bgPr>
        <a:solidFill xmlns:a="http://schemas.openxmlformats.org/drawingml/2006/main">
          <a:srgbClr val="FCFB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3F982E7-CCD9-4347-9528-93241CDCD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225" b="1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rPr>
              <a:t>有效基因型數顯示治療後多樣性改變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1D9617E-71D4-426A-AA26-8DBE4F04D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90625"/>
            <a:ext cx="109347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rPr>
              <a:t>只看總負荷，會漏掉族群內部的結構變化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BB4A44C-0D44-45E9-BAD7-9D6B77BE0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05575"/>
            <a:ext cx="457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rPr>
              <a:t>37</a:t>
            </a:r>
          </a:p>
        </p:txBody>
      </p:sp>
      <p:graphicFrame>
        <p:nvGraphicFramePr>
          <p:cNvPr id="11" name="Chart"/>
          <p:cNvGraphicFramePr/>
          <p:nvPr/>
        </p:nvGraphicFramePr>
        <p:xfrm>
          <a:off xmlns:a="http://schemas.openxmlformats.org/drawingml/2006/main" x="619125" y="1905000"/>
          <a:ext xmlns:a="http://schemas.openxmlformats.org/drawingml/2006/main" cx="8334375" cy="3619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800f3f0ed9c2465f"/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C3D13C3-44EB-49A9-B2BF-1DB432218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238375"/>
            <a:ext cx="2286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236B8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850" b="1">
                <a:solidFill>
                  <a:srgbClr val="236B8E"/>
                </a:solidFill>
                <a:latin typeface="Arial Unicode MS"/>
                <a:ea typeface="Arial Unicode MS"/>
                <a:cs typeface="Arial Unicode MS"/>
              </a:rPr>
              <a:t>exp(H)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A597C1B-2D52-4579-B5D8-05B4576A7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886200"/>
            <a:ext cx="22860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rPr>
              <a:t>H 同時考慮</a:t>
            </a:r>
          </a:p>
          <a:p xmlns:a="http://schemas.openxmlformats.org/drawingml/2006/main">
            <a:pPr algn="l">
              <a:def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rPr>
              <a:t>種類與均勻程度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rPr>
              <a:t>基因型數目</a:t>
            </a:r>
          </a:p>
          <a:p xmlns:a="http://schemas.openxmlformats.org/drawingml/2006/main">
            <a:pPr algn="l">
              <a:def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rPr>
              <a:t>與負荷分開解讀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A6289A0-C2FC-4D6E-A711-8E5978478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895975"/>
            <a:ext cx="1047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rPr>
              <a:t>中位與 P10/P90，n=30。多樣性描述基因型組成，不追蹤家系。</a:t>
            </a:r>
          </a:p>
        </p:txBody>
      </p:sp>
    </p:spTree>
    <p:extLst>
      <p:ext uri="{BB962C8B-B14F-4D97-AF65-F5344CB8AC3E}">
        <p14:creationId xmlns:p14="http://schemas.microsoft.com/office/powerpoint/2010/main" val="2062739206"/>
      </p:ext>
    </p:extLst>
  </p:cSld>
</p:sld>
</file>

<file path=ppt/slides/slide38.xml><?xml version="1.0" encoding="utf-8"?>
<p:sld xmlns:p="http://schemas.openxmlformats.org/presentationml/2006/main">
  <p:cSld>
    <p:bg>
      <p:bgPr>
        <a:solidFill xmlns:a="http://schemas.openxmlformats.org/drawingml/2006/main">
          <a:srgbClr val="FCFB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734907C-4989-46E0-8A5C-B52630FF8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225" b="1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rPr>
              <a:t>後期可用試驗數下降，是觀察截尾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8EA1CD6-4658-427F-947A-3D7D60B41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90625"/>
            <a:ext cx="109347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rPr>
              <a:t>完整 0–40 代資料讓停止規則的影響可見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1974E8B-DA33-4379-A317-FE85ABC25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05575"/>
            <a:ext cx="457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rPr>
              <a:t>38</a:t>
            </a:r>
          </a:p>
        </p:txBody>
      </p:sp>
      <p:graphicFrame>
        <p:nvGraphicFramePr>
          <p:cNvPr id="11" name="Chart"/>
          <p:cNvGraphicFramePr/>
          <p:nvPr/>
        </p:nvGraphicFramePr>
        <p:xfrm>
          <a:off xmlns:a="http://schemas.openxmlformats.org/drawingml/2006/main" x="619125" y="1905000"/>
          <a:ext xmlns:a="http://schemas.openxmlformats.org/drawingml/2006/main" cx="8334375" cy="3619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1aaef1d91e1642cc"/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991E800-3FEC-4732-AAA3-5105BBC09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238375"/>
            <a:ext cx="2286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236B8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850" b="1">
                <a:solidFill>
                  <a:srgbClr val="236B8E"/>
                </a:solidFill>
                <a:latin typeface="Arial Unicode MS"/>
                <a:ea typeface="Arial Unicode MS"/>
                <a:cs typeface="Arial Unicode MS"/>
              </a:rPr>
              <a:t>n 隨代變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9B66D96-8C86-48C7-8D95-C2865FEDE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886200"/>
            <a:ext cx="22860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rPr>
              <a:t>達計算上限後</a:t>
            </a:r>
          </a:p>
          <a:p xmlns:a="http://schemas.openxmlformats.org/drawingml/2006/main">
            <a:pPr algn="l">
              <a:def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rPr>
              <a:t>後續數值缺失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rPr>
              <a:t>解讀後期曲線</a:t>
            </a:r>
          </a:p>
          <a:p xmlns:a="http://schemas.openxmlformats.org/drawingml/2006/main">
            <a:pPr algn="l">
              <a:def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rPr>
              <a:t>先確認有效 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A7A3911-97E5-4B29-A57D-CDB9CBF2E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895975"/>
            <a:ext cx="1047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rPr>
              <a:t>停止觀察與滅絕有不同意義。有效負荷與存活 n 本批次重疊。</a:t>
            </a:r>
          </a:p>
        </p:txBody>
      </p:sp>
    </p:spTree>
    <p:extLst>
      <p:ext uri="{BB962C8B-B14F-4D97-AF65-F5344CB8AC3E}">
        <p14:creationId xmlns:p14="http://schemas.microsoft.com/office/powerpoint/2010/main" val="2024870676"/>
      </p:ext>
    </p:extLst>
  </p:cSld>
</p:sld>
</file>

<file path=ppt/slides/slide39.xml><?xml version="1.0" encoding="utf-8"?>
<p:sld xmlns:p="http://schemas.openxmlformats.org/presentationml/2006/main">
  <p:cSld>
    <p:bg>
      <p:bgPr>
        <a:solidFill xmlns:a="http://schemas.openxmlformats.org/drawingml/2006/main">
          <a:srgbClr val="FCFB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77" name="">
            <a:extLst xmlns:a="http://schemas.openxmlformats.org/drawingml/2006/main">
              <a:ext uri="{FF2B5EF4-FFF2-40B4-BE49-F238E27FC236}">
                <a16:creationId xmlns:a16="http://schemas.microsoft.com/office/drawing/2014/main" id="{AC13E151-E082-4AFB-9842-2FA2E6D3C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225" b="1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rPr>
              <a:t>基因頻率熱圖：哪些位點隨治療改變？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30B1304-1283-4C98-803C-BE6C628BD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90625"/>
            <a:ext cx="109347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rPr>
              <a:t>20 個基因座，前 30 代每格為 30 次試驗平均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B94403E-0F7B-4687-AF68-ABB7540EA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05575"/>
            <a:ext cx="457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rPr>
              <a:t>39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BF5F0A8-EC97-468D-AA38-445A4FB5B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57400"/>
            <a:ext cx="1333500" cy="1647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13" b="1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13" b="1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rPr>
              <a:t>G1 driver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8D0A5C2-659C-4630-84EB-62B370477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2057400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BFD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4EBA0E5-EA7D-4506-85AD-5C21506EC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99335" y="2057400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BFD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FA03F8F-49A9-4CA3-840A-09AB9715D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2220" y="2057400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D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E91CA53-57E9-415C-AD62-2D6C74F11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5105" y="2057400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D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D557399-D351-4CEE-BC0C-7C406C07F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67990" y="2057400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C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38016C3-0756-4CE1-A4CB-EB8E4DDCF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2057400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AFC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A65A28A-DE33-4C8B-82D0-1F2669CFE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3760" y="2057400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AFC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3C00FAD-18CD-4CE8-84BA-CCD13E037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6645" y="2057400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9FC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FF4320B-36B4-47E6-8197-44487BDB6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9530" y="2057400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9FB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AC8CFC2-F9B3-4AF0-BF0C-708B3EE0B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82415" y="2057400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9FB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0BB51BA-622B-44A4-B117-201A29D69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057400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8FB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8D93EA0-0B00-412B-9066-78138080D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8185" y="2057400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9ED69AB-BA0D-46BB-926D-5A4003D0E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1070" y="2057400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7FA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52D7A2E-13EB-4239-BC85-778AAADBF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3955" y="2057400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6F9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128B435-1F88-45CB-AF3D-67D091407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6840" y="2057400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5F8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485BAF6-E369-43D3-9108-5FD0A8C57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9725" y="2057400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4F7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C18AA3F-3050-4D25-936B-B874D9A66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42610" y="2057400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F3F7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F78E739-AFAB-4FB6-8904-CA291C310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5495" y="2057400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F3F7"/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0C0B584-93D0-42DE-A64C-53D65ED5B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8380" y="2057400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F3F7"/>
          </a:solidFill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3E16118-2BD1-493B-837F-E7C23C785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1265" y="2057400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BF2F6"/>
          </a:solidFill>
          <a:ln xmlns:a="http://schemas.openxmlformats.org/drawingml/2006/main" w="0">
            <a:noFill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1844851-D64C-41C9-A791-7D0E4556D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057400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1F5"/>
          </a:solidFill>
          <a:ln xmlns:a="http://schemas.openxmlformats.org/drawingml/2006/main" w="0">
            <a:noFill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6FECE3A-35CF-4182-96D7-EBD49DD11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57035" y="2057400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0F4"/>
          </a:solidFill>
          <a:ln xmlns:a="http://schemas.openxmlformats.org/drawingml/2006/main" w="0">
            <a:noFill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3475FC8-0A59-4E4B-A1D1-92F371ED0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9920" y="2057400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EF3"/>
          </a:solidFill>
          <a:ln xmlns:a="http://schemas.openxmlformats.org/drawingml/2006/main" w="0">
            <a:noFill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7D1F9A8-F936-4D0C-8C22-6C237545B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2805" y="2057400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DF2"/>
          </a:solidFill>
          <a:ln xmlns:a="http://schemas.openxmlformats.org/drawingml/2006/main" w="0">
            <a:noFill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2F1BA2F-DA21-4493-9796-72F67E41B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5690" y="2057400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EBF1"/>
          </a:solidFill>
          <a:ln xmlns:a="http://schemas.openxmlformats.org/drawingml/2006/main" w="0">
            <a:noFill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29B4E6F-3FB6-4A7C-985F-90742D72E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48575" y="2057400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EAF0"/>
          </a:solidFill>
          <a:ln xmlns:a="http://schemas.openxmlformats.org/drawingml/2006/main" w="0">
            <a:noFill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4383A71-0AAB-47E8-8192-CD9B28496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1460" y="2057400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8EF"/>
          </a:solidFill>
          <a:ln xmlns:a="http://schemas.openxmlformats.org/drawingml/2006/main" w="0">
            <a:noFill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9DFBE8C-0ADA-41A9-9FC9-0C80B7DB1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4345" y="2057400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AE7ED"/>
          </a:solidFill>
          <a:ln xmlns:a="http://schemas.openxmlformats.org/drawingml/2006/main" w="0">
            <a:noFill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F4158D4-D649-484B-B4DD-69FEBDD2C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7230" y="2057400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5EC"/>
          </a:solidFill>
          <a:ln xmlns:a="http://schemas.openxmlformats.org/drawingml/2006/main" w="0">
            <a:noFill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9A197CD-4C43-4FB5-8A6C-A0F0A795F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0115" y="2057400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E3EB"/>
          </a:solidFill>
          <a:ln xmlns:a="http://schemas.openxmlformats.org/drawingml/2006/main" w="0">
            <a:noFill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0DE796D-A234-470E-9ADD-E8C03B4FB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057400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E2EA"/>
          </a:solidFill>
          <a:ln xmlns:a="http://schemas.openxmlformats.org/drawingml/2006/main" w="0">
            <a:noFill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344425C-6BAD-48AF-9970-1F60B77A4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22183"/>
            <a:ext cx="1333500" cy="1647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13" b="1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13" b="1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rPr>
              <a:t>G2 driver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C1B2E9D7-282D-4ABF-87C6-565A13F75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2222183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BFD"/>
          </a:solidFill>
          <a:ln xmlns:a="http://schemas.openxmlformats.org/drawingml/2006/main" w="0">
            <a:noFill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F65B5863-F97B-4829-A2B4-F5F4DA1BD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99335" y="2222183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BFD"/>
          </a:solidFill>
          <a:ln xmlns:a="http://schemas.openxmlformats.org/drawingml/2006/main" w="0">
            <a:noFill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6C9AEEAE-8A31-49E8-98CB-38DFC343D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2220" y="2222183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BFD"/>
          </a:solidFill>
          <a:ln xmlns:a="http://schemas.openxmlformats.org/drawingml/2006/main" w="0">
            <a:noFill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CAFE5823-DE4A-4627-98AC-FC193ADCD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5105" y="2222183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BFD"/>
          </a:solidFill>
          <a:ln xmlns:a="http://schemas.openxmlformats.org/drawingml/2006/main" w="0">
            <a:noFill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5FED0C62-3DF4-470B-9BAC-285ED45BB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67990" y="2222183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D"/>
          </a:solidFill>
          <a:ln xmlns:a="http://schemas.openxmlformats.org/drawingml/2006/main" w="0">
            <a:noFill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CD71E9FA-9A8D-4993-AB74-F935A8A68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2222183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C"/>
          </a:solidFill>
          <a:ln xmlns:a="http://schemas.openxmlformats.org/drawingml/2006/main" w="0">
            <a:noFill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CF52025C-8FFA-46B9-B91A-166B8D815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3760" y="2222183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AFC"/>
          </a:solidFill>
          <a:ln xmlns:a="http://schemas.openxmlformats.org/drawingml/2006/main" w="0">
            <a:noFill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909E74F6-D9CD-4B39-A2F1-6A8B44AAF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6645" y="2222183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AFC"/>
          </a:solidFill>
          <a:ln xmlns:a="http://schemas.openxmlformats.org/drawingml/2006/main" w="0">
            <a:noFill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F43E6D90-544B-49B4-A38F-D0B57D00C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9530" y="2222183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9FC"/>
          </a:solidFill>
          <a:ln xmlns:a="http://schemas.openxmlformats.org/drawingml/2006/main" w="0">
            <a:noFill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A44E065E-AA61-4BFA-9530-BB91FC9C2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82415" y="2222183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9FB"/>
          </a:solidFill>
          <a:ln xmlns:a="http://schemas.openxmlformats.org/drawingml/2006/main" w="0">
            <a:noFill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E20C9FC4-6F7B-45ED-9303-F106016C6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222183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8FB"/>
          </a:solidFill>
          <a:ln xmlns:a="http://schemas.openxmlformats.org/drawingml/2006/main" w="0">
            <a:noFill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654E3588-656B-490B-B02A-1078F5565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8185" y="2222183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8FA"/>
          </a:solidFill>
          <a:ln xmlns:a="http://schemas.openxmlformats.org/drawingml/2006/main" w="0">
            <a:noFill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949CF1A0-CADE-4A86-AED9-DEE5097A5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1070" y="2222183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7FA"/>
          </a:solidFill>
          <a:ln xmlns:a="http://schemas.openxmlformats.org/drawingml/2006/main" w="0">
            <a:noFill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3A6353F9-E6D8-4D38-AC48-0E567423C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3955" y="2222183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6F9"/>
          </a:solidFill>
          <a:ln xmlns:a="http://schemas.openxmlformats.org/drawingml/2006/main" w="0">
            <a:noFill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9C3BD05A-4BB1-40C3-8FBD-5896A342F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6840" y="2222183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9"/>
          </a:solidFill>
          <a:ln xmlns:a="http://schemas.openxmlformats.org/drawingml/2006/main" w="0">
            <a:noFill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9D5FECFD-198E-4C21-B0AD-FDED4C4F2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9725" y="2222183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8"/>
          </a:solidFill>
          <a:ln xmlns:a="http://schemas.openxmlformats.org/drawingml/2006/main" w="0">
            <a:noFill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CAA5F917-0DBF-4EE3-BF5A-7BEFA4A03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42610" y="2222183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F7"/>
          </a:solidFill>
          <a:ln xmlns:a="http://schemas.openxmlformats.org/drawingml/2006/main" w="0">
            <a:noFill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64A31272-F73B-4154-B11E-F014FB679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5495" y="2222183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BF2F6"/>
          </a:solidFill>
          <a:ln xmlns:a="http://schemas.openxmlformats.org/drawingml/2006/main" w="0">
            <a:noFill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1AF4FD4C-B33A-46F5-B83A-6D8DD203D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8380" y="2222183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1F5"/>
          </a:solidFill>
          <a:ln xmlns:a="http://schemas.openxmlformats.org/drawingml/2006/main" w="0">
            <a:noFill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A0A1273A-6D61-4490-B468-F0F724A85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1265" y="2222183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0F4"/>
          </a:solidFill>
          <a:ln xmlns:a="http://schemas.openxmlformats.org/drawingml/2006/main" w="0">
            <a:noFill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4B6B25FA-014D-4FB8-A36E-2D634EF1D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222183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EF3"/>
          </a:solidFill>
          <a:ln xmlns:a="http://schemas.openxmlformats.org/drawingml/2006/main" w="0">
            <a:noFill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BE08C022-33BC-4AC4-8654-8CC70EB74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57035" y="2222183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DF2"/>
          </a:solidFill>
          <a:ln xmlns:a="http://schemas.openxmlformats.org/drawingml/2006/main" w="0">
            <a:noFill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6A6BF613-8A2B-41E6-B8E4-D80A8CDE6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9920" y="2222183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EBF1"/>
          </a:solidFill>
          <a:ln xmlns:a="http://schemas.openxmlformats.org/drawingml/2006/main" w="0">
            <a:noFill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51BF49ED-A7F4-4024-8CF2-36D56114E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2805" y="2222183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E9F0"/>
          </a:solidFill>
          <a:ln xmlns:a="http://schemas.openxmlformats.org/drawingml/2006/main" w="0">
            <a:noFill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B56FE5CC-55C3-4E34-BA46-58CE3AFD4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5690" y="2222183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8EE"/>
          </a:solidFill>
          <a:ln xmlns:a="http://schemas.openxmlformats.org/drawingml/2006/main" w="0">
            <a:noFill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E91C70B1-CCA5-42E9-A86C-1097801F6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48575" y="2222183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6ED"/>
          </a:solidFill>
          <a:ln xmlns:a="http://schemas.openxmlformats.org/drawingml/2006/main" w="0">
            <a:noFill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50245854-32ED-4F30-AFF5-18D68FBF7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1460" y="2222183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E4EB"/>
          </a:solidFill>
          <a:ln xmlns:a="http://schemas.openxmlformats.org/drawingml/2006/main" w="0">
            <a:noFill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8F007E18-54FF-4142-8C04-2962A061A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4345" y="2222183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E2EA"/>
          </a:solidFill>
          <a:ln xmlns:a="http://schemas.openxmlformats.org/drawingml/2006/main" w="0">
            <a:noFill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58915347-6F9C-4C01-875A-A9C19ED45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7230" y="2222183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0E8"/>
          </a:solidFill>
          <a:ln xmlns:a="http://schemas.openxmlformats.org/drawingml/2006/main" w="0">
            <a:noFill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5A2A1C82-FBC6-4AA0-8F4E-E573628A8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0115" y="2222183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DEE7"/>
          </a:solidFill>
          <a:ln xmlns:a="http://schemas.openxmlformats.org/drawingml/2006/main" w="0">
            <a:noFill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4AE9EF20-9647-475B-8105-55F2BC85E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222183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CE5"/>
          </a:solidFill>
          <a:ln xmlns:a="http://schemas.openxmlformats.org/drawingml/2006/main" w="0">
            <a:noFill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F838CECF-E4A2-49B6-ABE3-372A86CD5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86965"/>
            <a:ext cx="1333500" cy="1647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13" b="1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13" b="1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rPr>
              <a:t>G3 driver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3AAA5CD8-AB50-479C-AE60-33693A339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2386965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BFD"/>
          </a:solidFill>
          <a:ln xmlns:a="http://schemas.openxmlformats.org/drawingml/2006/main" w="0">
            <a:noFill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CE57EE1F-2CC9-4D06-ACF8-C5B6A9FF6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99335" y="2386965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BFD"/>
          </a:solidFill>
          <a:ln xmlns:a="http://schemas.openxmlformats.org/drawingml/2006/main" w="0">
            <a:noFill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82179EBC-608C-4075-A3A5-5464A67E8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2220" y="2386965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D"/>
          </a:solidFill>
          <a:ln xmlns:a="http://schemas.openxmlformats.org/drawingml/2006/main" w="0">
            <a:noFill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24C72C5E-DECE-43A4-BCCD-CDF0EA4DF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5105" y="2386965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C"/>
          </a:solidFill>
          <a:ln xmlns:a="http://schemas.openxmlformats.org/drawingml/2006/main" w="0">
            <a:noFill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CF50F165-3533-409A-918B-48A92F2C8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67990" y="2386965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AFC"/>
          </a:solidFill>
          <a:ln xmlns:a="http://schemas.openxmlformats.org/drawingml/2006/main" w="0">
            <a:noFill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13235060-B085-43F6-BA85-5B5F3243A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2386965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AFC"/>
          </a:solidFill>
          <a:ln xmlns:a="http://schemas.openxmlformats.org/drawingml/2006/main" w="0">
            <a:noFill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3A503EBA-496D-442B-949D-D2EDA5C2D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3760" y="2386965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9FC"/>
          </a:solidFill>
          <a:ln xmlns:a="http://schemas.openxmlformats.org/drawingml/2006/main" w="0">
            <a:noFill/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424D9F7F-B623-4A4D-BFC7-A442F32BA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6645" y="2386965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9FB"/>
          </a:solidFill>
          <a:ln xmlns:a="http://schemas.openxmlformats.org/drawingml/2006/main" w="0">
            <a:noFill/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9BEF0DD6-ED68-47FA-AF2D-59FB7BB94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9530" y="2386965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8FB"/>
          </a:solidFill>
          <a:ln xmlns:a="http://schemas.openxmlformats.org/drawingml/2006/main" w="0">
            <a:noFill/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205DCA11-57EA-4FEF-A824-0577CE613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82415" y="2386965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8FA"/>
          </a:solidFill>
          <a:ln xmlns:a="http://schemas.openxmlformats.org/drawingml/2006/main" w="0">
            <a:noFill/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5FE4BA03-ECF2-46F5-8F7A-364A4E38E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386965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7FA"/>
          </a:solidFill>
          <a:ln xmlns:a="http://schemas.openxmlformats.org/drawingml/2006/main" w="0">
            <a:noFill/>
          </a:ln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BE4E528E-5C38-47BF-BD62-D10BF78C5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8185" y="2386965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6F9"/>
          </a:solidFill>
          <a:ln xmlns:a="http://schemas.openxmlformats.org/drawingml/2006/main" w="0">
            <a:noFill/>
          </a:ln>
        </p:spPr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4C385DA2-9E6C-4770-9753-7C08CE016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1070" y="2386965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5F9"/>
          </a:solidFill>
          <a:ln xmlns:a="http://schemas.openxmlformats.org/drawingml/2006/main" w="0">
            <a:noFill/>
          </a:ln>
        </p:spPr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4C735170-D96F-4EEB-BDAA-D21E9EDA9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3955" y="2386965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8"/>
          </a:solidFill>
          <a:ln xmlns:a="http://schemas.openxmlformats.org/drawingml/2006/main" w="0">
            <a:noFill/>
          </a:ln>
        </p:spPr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C7E69585-CE9C-495B-A57C-32525F4CF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6840" y="2386965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F3F7"/>
          </a:solidFill>
          <a:ln xmlns:a="http://schemas.openxmlformats.org/drawingml/2006/main" w="0">
            <a:noFill/>
          </a:ln>
        </p:spPr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8AA094BD-3662-40A3-ABBA-6C17FAA27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9725" y="2386965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5"/>
          </a:solidFill>
          <a:ln xmlns:a="http://schemas.openxmlformats.org/drawingml/2006/main" w="0">
            <a:noFill/>
          </a:ln>
        </p:spPr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4BABD2A3-F799-47D0-8BE3-568E42BB1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42610" y="2386965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FF3"/>
          </a:solidFill>
          <a:ln xmlns:a="http://schemas.openxmlformats.org/drawingml/2006/main" w="0">
            <a:noFill/>
          </a:ln>
        </p:spPr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27CB80A4-3261-4E67-931D-3A5DAEA0A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5495" y="2386965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CF2"/>
          </a:solidFill>
          <a:ln xmlns:a="http://schemas.openxmlformats.org/drawingml/2006/main" w="0">
            <a:noFill/>
          </a:ln>
        </p:spPr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79D9185F-34A9-40C3-9C49-1EC75DB24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8380" y="2386965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EBF1"/>
          </a:solidFill>
          <a:ln xmlns:a="http://schemas.openxmlformats.org/drawingml/2006/main" w="0">
            <a:noFill/>
          </a:ln>
        </p:spPr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58893F22-321C-41A0-B24F-CC6BDA5A5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1265" y="2386965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EAF0"/>
          </a:solidFill>
          <a:ln xmlns:a="http://schemas.openxmlformats.org/drawingml/2006/main" w="0">
            <a:noFill/>
          </a:ln>
        </p:spPr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42B1DDB9-535B-4A78-984F-DF12B50DC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86965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8EF"/>
          </a:solidFill>
          <a:ln xmlns:a="http://schemas.openxmlformats.org/drawingml/2006/main" w="0">
            <a:noFill/>
          </a:ln>
        </p:spPr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23640B2E-C194-4171-8419-155669C90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57035" y="2386965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6ED"/>
          </a:solidFill>
          <a:ln xmlns:a="http://schemas.openxmlformats.org/drawingml/2006/main" w="0">
            <a:noFill/>
          </a:ln>
        </p:spPr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108C7F8F-E9E9-43CF-B4FF-3878B36E8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9920" y="2386965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E4EB"/>
          </a:solidFill>
          <a:ln xmlns:a="http://schemas.openxmlformats.org/drawingml/2006/main" w="0">
            <a:noFill/>
          </a:ln>
        </p:spPr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A1FCE378-5256-4880-95A3-1562D926D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2805" y="2386965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E2EA"/>
          </a:solidFill>
          <a:ln xmlns:a="http://schemas.openxmlformats.org/drawingml/2006/main" w="0">
            <a:noFill/>
          </a:ln>
        </p:spPr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9A7E9560-0711-4954-AFF1-C42232363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5690" y="2386965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0E8"/>
          </a:solidFill>
          <a:ln xmlns:a="http://schemas.openxmlformats.org/drawingml/2006/main" w="0">
            <a:noFill/>
          </a:ln>
        </p:spPr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10AA5A5D-EB24-4904-AFCC-D4733BA1B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48575" y="2386965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DEE7"/>
          </a:solidFill>
          <a:ln xmlns:a="http://schemas.openxmlformats.org/drawingml/2006/main" w="0">
            <a:noFill/>
          </a:ln>
        </p:spPr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2393DC66-96BC-4771-A5F9-92D130540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1460" y="2386965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ADCE5"/>
          </a:solidFill>
          <a:ln xmlns:a="http://schemas.openxmlformats.org/drawingml/2006/main" w="0">
            <a:noFill/>
          </a:ln>
        </p:spPr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6B82AB3C-F6B2-4551-8073-EA12929DA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4345" y="2386965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DAE4"/>
          </a:solidFill>
          <a:ln xmlns:a="http://schemas.openxmlformats.org/drawingml/2006/main" w="0">
            <a:noFill/>
          </a:ln>
        </p:spPr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8992092E-1AC0-4BEC-9D8F-65C03E935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7230" y="2386965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D8E2"/>
          </a:solidFill>
          <a:ln xmlns:a="http://schemas.openxmlformats.org/drawingml/2006/main" w="0">
            <a:noFill/>
          </a:ln>
        </p:spPr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565FCA06-00F2-407C-8984-88A8DBF0A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0115" y="2386965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2D6E1"/>
          </a:solidFill>
          <a:ln xmlns:a="http://schemas.openxmlformats.org/drawingml/2006/main" w="0">
            <a:noFill/>
          </a:ln>
        </p:spPr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E91D2E3F-1DC1-4725-9E81-7E903B016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386965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D4DF"/>
          </a:solidFill>
          <a:ln xmlns:a="http://schemas.openxmlformats.org/drawingml/2006/main" w="0">
            <a:noFill/>
          </a:ln>
        </p:spPr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15E577CC-1D01-4880-982D-D1E045ACB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51748"/>
            <a:ext cx="1333500" cy="1647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13" b="1">
                <a:solidFill>
                  <a:srgbClr val="A74F3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13" b="1">
                <a:solidFill>
                  <a:srgbClr val="A74F3D"/>
                </a:solidFill>
                <a:latin typeface="Arial Unicode MS"/>
                <a:ea typeface="Arial Unicode MS"/>
                <a:cs typeface="Arial Unicode MS"/>
              </a:rPr>
              <a:t>G4 resistance</a:t>
            </a:r>
          </a:p>
        </p:txBody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D255A002-91FE-4AE0-93B9-77F3357B6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2551748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BFD"/>
          </a:solidFill>
          <a:ln xmlns:a="http://schemas.openxmlformats.org/drawingml/2006/main" w="0">
            <a:noFill/>
          </a:ln>
        </p:spPr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DA288EEB-C954-4D0E-815D-4C3F38E4A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99335" y="2551748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BFD"/>
          </a:solidFill>
          <a:ln xmlns:a="http://schemas.openxmlformats.org/drawingml/2006/main" w="0">
            <a:noFill/>
          </a:ln>
        </p:spPr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C57A7C07-AC23-4AEB-A741-764385B69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2220" y="2551748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BFD"/>
          </a:solidFill>
          <a:ln xmlns:a="http://schemas.openxmlformats.org/drawingml/2006/main" w="0">
            <a:noFill/>
          </a:ln>
        </p:spPr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EA262376-8CFF-45A3-94DF-50F3AC767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5105" y="2551748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D"/>
          </a:solidFill>
          <a:ln xmlns:a="http://schemas.openxmlformats.org/drawingml/2006/main" w="0">
            <a:noFill/>
          </a:ln>
        </p:spPr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CC3949D2-9262-4F8C-99FC-09B2DAEA4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67990" y="2551748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D"/>
          </a:solidFill>
          <a:ln xmlns:a="http://schemas.openxmlformats.org/drawingml/2006/main" w="0">
            <a:noFill/>
          </a:ln>
        </p:spPr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60813FD2-80C2-401B-941C-214697B3C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2551748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D"/>
          </a:solidFill>
          <a:ln xmlns:a="http://schemas.openxmlformats.org/drawingml/2006/main" w="0">
            <a:noFill/>
          </a:ln>
        </p:spPr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E3BA3D2A-4880-4E2C-AA1D-15429F6F0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3760" y="2551748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D"/>
          </a:solidFill>
          <a:ln xmlns:a="http://schemas.openxmlformats.org/drawingml/2006/main" w="0">
            <a:noFill/>
          </a:ln>
        </p:spPr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053836B1-1846-4E43-8C60-281FCB213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6645" y="2551748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C"/>
          </a:solidFill>
          <a:ln xmlns:a="http://schemas.openxmlformats.org/drawingml/2006/main" w="0">
            <a:noFill/>
          </a:ln>
        </p:spPr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F10C2FAE-85B4-4045-B95E-4C20CEEFD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9530" y="2551748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C"/>
          </a:solidFill>
          <a:ln xmlns:a="http://schemas.openxmlformats.org/drawingml/2006/main" w="0">
            <a:noFill/>
          </a:ln>
        </p:spPr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1FAC28F5-2AA2-4509-9791-82BE18486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82415" y="2551748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AFC"/>
          </a:solidFill>
          <a:ln xmlns:a="http://schemas.openxmlformats.org/drawingml/2006/main" w="0">
            <a:noFill/>
          </a:ln>
        </p:spPr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5FCD3811-3EF2-4A22-B89C-4CD97DAA3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551748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AFC"/>
          </a:solidFill>
          <a:ln xmlns:a="http://schemas.openxmlformats.org/drawingml/2006/main" w="0">
            <a:noFill/>
          </a:ln>
        </p:spPr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DC455EBB-9745-47A2-BF30-010165AA3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8185" y="2551748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AFC"/>
          </a:solidFill>
          <a:ln xmlns:a="http://schemas.openxmlformats.org/drawingml/2006/main" w="0">
            <a:noFill/>
          </a:ln>
        </p:spPr>
      </p: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FDC7C3F8-1328-4C56-994A-016837EB0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1070" y="2551748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AFC"/>
          </a:solidFill>
          <a:ln xmlns:a="http://schemas.openxmlformats.org/drawingml/2006/main" w="0">
            <a:noFill/>
          </a:ln>
        </p:spPr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FFEE1145-092F-4E3B-A3A7-FA865983D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3955" y="2551748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9FC"/>
          </a:solidFill>
          <a:ln xmlns:a="http://schemas.openxmlformats.org/drawingml/2006/main" w="0">
            <a:noFill/>
          </a:ln>
        </p:spPr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B1A7BCED-2AAD-48AB-8A8B-43DB0FDE9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6840" y="2551748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9FC"/>
          </a:solidFill>
          <a:ln xmlns:a="http://schemas.openxmlformats.org/drawingml/2006/main" w="0">
            <a:noFill/>
          </a:ln>
        </p:spPr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36EA13FF-037E-4E12-B30A-6780F8F61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9725" y="2551748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8FA"/>
          </a:solidFill>
          <a:ln xmlns:a="http://schemas.openxmlformats.org/drawingml/2006/main" w="0">
            <a:noFill/>
          </a:ln>
        </p:spPr>
      </p: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D7309EA5-918F-4997-B893-08E0B3706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42610" y="2551748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8EF"/>
          </a:solidFill>
          <a:ln xmlns:a="http://schemas.openxmlformats.org/drawingml/2006/main" w="0">
            <a:noFill/>
          </a:ln>
        </p:spPr>
      </p: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AED9477E-9AD3-41D5-9B5B-F66DFD626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5495" y="2551748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1B5C7"/>
          </a:solidFill>
          <a:ln xmlns:a="http://schemas.openxmlformats.org/drawingml/2006/main" w="0">
            <a:noFill/>
          </a:ln>
        </p:spPr>
      </p:sp>
      <p:sp>
        <p:nvSpPr>
          <p:cNvPr id="119" name="">
            <a:extLst xmlns:a="http://schemas.openxmlformats.org/drawingml/2006/main">
              <a:ext uri="{FF2B5EF4-FFF2-40B4-BE49-F238E27FC236}">
                <a16:creationId xmlns:a16="http://schemas.microsoft.com/office/drawing/2014/main" id="{159D0B0D-A1FF-4781-9EFA-4AE295434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8380" y="2551748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3819F"/>
          </a:solidFill>
          <a:ln xmlns:a="http://schemas.openxmlformats.org/drawingml/2006/main" w="0">
            <a:noFill/>
          </a:ln>
        </p:spPr>
      </p:sp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BBDFC4C7-A6E8-4B4D-A0DA-B1B3D0651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1265" y="2551748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6E90"/>
          </a:solidFill>
          <a:ln xmlns:a="http://schemas.openxmlformats.org/drawingml/2006/main" w="0">
            <a:noFill/>
          </a:ln>
        </p:spPr>
      </p: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9DBD40AC-FFA3-44A9-9A7A-4973932A8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551748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6B8E"/>
          </a:solidFill>
          <a:ln xmlns:a="http://schemas.openxmlformats.org/drawingml/2006/main" w="0">
            <a:noFill/>
          </a:ln>
        </p:spPr>
      </p:sp>
      <p:sp>
        <p:nvSp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4C9BE421-5099-4C99-807C-427D85CCC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57035" y="2551748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6B8E"/>
          </a:solidFill>
          <a:ln xmlns:a="http://schemas.openxmlformats.org/drawingml/2006/main" w="0">
            <a:noFill/>
          </a:ln>
        </p:spPr>
      </p:sp>
      <p:sp>
        <p:nvSpPr>
          <p:cNvPr id="123" name="">
            <a:extLst xmlns:a="http://schemas.openxmlformats.org/drawingml/2006/main">
              <a:ext uri="{FF2B5EF4-FFF2-40B4-BE49-F238E27FC236}">
                <a16:creationId xmlns:a16="http://schemas.microsoft.com/office/drawing/2014/main" id="{1B4DDC69-0485-48FB-8BBD-6CA06F10A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9920" y="2551748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6B8E"/>
          </a:solidFill>
          <a:ln xmlns:a="http://schemas.openxmlformats.org/drawingml/2006/main" w="0">
            <a:noFill/>
          </a:ln>
        </p:spPr>
      </p:sp>
      <p:sp>
        <p:nvSpPr>
          <p:cNvPr id="124" name="">
            <a:extLst xmlns:a="http://schemas.openxmlformats.org/drawingml/2006/main">
              <a:ext uri="{FF2B5EF4-FFF2-40B4-BE49-F238E27FC236}">
                <a16:creationId xmlns:a16="http://schemas.microsoft.com/office/drawing/2014/main" id="{FA1B4199-8747-41CE-BBCF-610DA78A9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2805" y="2551748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6B8E"/>
          </a:solidFill>
          <a:ln xmlns:a="http://schemas.openxmlformats.org/drawingml/2006/main" w="0">
            <a:noFill/>
          </a:ln>
        </p:spPr>
      </p:sp>
      <p:sp>
        <p:nvSpPr>
          <p:cNvPr id="125" name="">
            <a:extLst xmlns:a="http://schemas.openxmlformats.org/drawingml/2006/main">
              <a:ext uri="{FF2B5EF4-FFF2-40B4-BE49-F238E27FC236}">
                <a16:creationId xmlns:a16="http://schemas.microsoft.com/office/drawing/2014/main" id="{1C1F1E21-5644-4157-85DF-E4376A5BD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5690" y="2551748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6B8E"/>
          </a:solidFill>
          <a:ln xmlns:a="http://schemas.openxmlformats.org/drawingml/2006/main" w="0">
            <a:noFill/>
          </a:ln>
        </p:spPr>
      </p:sp>
      <p:sp>
        <p:nvSpPr>
          <p:cNvPr id="126" name="">
            <a:extLst xmlns:a="http://schemas.openxmlformats.org/drawingml/2006/main">
              <a:ext uri="{FF2B5EF4-FFF2-40B4-BE49-F238E27FC236}">
                <a16:creationId xmlns:a16="http://schemas.microsoft.com/office/drawing/2014/main" id="{EDEF1A0D-6008-4272-BDBF-1E76269FB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48575" y="2551748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6B8E"/>
          </a:solidFill>
          <a:ln xmlns:a="http://schemas.openxmlformats.org/drawingml/2006/main" w="0">
            <a:noFill/>
          </a:ln>
        </p:spPr>
      </p:sp>
      <p:sp>
        <p:nvSpPr>
          <p:cNvPr id="127" name="">
            <a:extLst xmlns:a="http://schemas.openxmlformats.org/drawingml/2006/main">
              <a:ext uri="{FF2B5EF4-FFF2-40B4-BE49-F238E27FC236}">
                <a16:creationId xmlns:a16="http://schemas.microsoft.com/office/drawing/2014/main" id="{398E3EA0-7924-4317-8D6C-04AA0BA8A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1460" y="2551748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6B8E"/>
          </a:solidFill>
          <a:ln xmlns:a="http://schemas.openxmlformats.org/drawingml/2006/main" w="0">
            <a:noFill/>
          </a:ln>
        </p:spPr>
      </p:sp>
      <p:sp>
        <p:nvSpPr>
          <p:cNvPr id="128" name="">
            <a:extLst xmlns:a="http://schemas.openxmlformats.org/drawingml/2006/main">
              <a:ext uri="{FF2B5EF4-FFF2-40B4-BE49-F238E27FC236}">
                <a16:creationId xmlns:a16="http://schemas.microsoft.com/office/drawing/2014/main" id="{F5B1E024-B280-4B87-8E3C-77F7E6B80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4345" y="2551748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6B8E"/>
          </a:solidFill>
          <a:ln xmlns:a="http://schemas.openxmlformats.org/drawingml/2006/main" w="0">
            <a:noFill/>
          </a:ln>
        </p:spPr>
      </p:sp>
      <p:sp>
        <p:nvSpPr>
          <p:cNvPr id="129" name="">
            <a:extLst xmlns:a="http://schemas.openxmlformats.org/drawingml/2006/main">
              <a:ext uri="{FF2B5EF4-FFF2-40B4-BE49-F238E27FC236}">
                <a16:creationId xmlns:a16="http://schemas.microsoft.com/office/drawing/2014/main" id="{B3AD1193-0F5A-40B3-907E-1DFD7F4C5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7230" y="2551748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6B8E"/>
          </a:solidFill>
          <a:ln xmlns:a="http://schemas.openxmlformats.org/drawingml/2006/main" w="0">
            <a:noFill/>
          </a:ln>
        </p:spPr>
      </p:sp>
      <p:sp>
        <p:nvSpPr>
          <p:cNvPr id="130" name="">
            <a:extLst xmlns:a="http://schemas.openxmlformats.org/drawingml/2006/main">
              <a:ext uri="{FF2B5EF4-FFF2-40B4-BE49-F238E27FC236}">
                <a16:creationId xmlns:a16="http://schemas.microsoft.com/office/drawing/2014/main" id="{B1A50D60-4EDB-4809-ACE2-2889CD1AD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0115" y="2551748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6B8E"/>
          </a:solidFill>
          <a:ln xmlns:a="http://schemas.openxmlformats.org/drawingml/2006/main" w="0">
            <a:noFill/>
          </a:ln>
        </p:spPr>
      </p:sp>
      <p:sp>
        <p:nvSpPr>
          <p:cNvPr id="131" name="">
            <a:extLst xmlns:a="http://schemas.openxmlformats.org/drawingml/2006/main">
              <a:ext uri="{FF2B5EF4-FFF2-40B4-BE49-F238E27FC236}">
                <a16:creationId xmlns:a16="http://schemas.microsoft.com/office/drawing/2014/main" id="{F447E48E-74E0-423F-929D-CBF4AE469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551748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6B8E"/>
          </a:solidFill>
          <a:ln xmlns:a="http://schemas.openxmlformats.org/drawingml/2006/main" w="0">
            <a:noFill/>
          </a:ln>
        </p:spPr>
      </p:sp>
      <p:sp>
        <p:nvSpPr>
          <p:cNvPr id="132" name="">
            <a:extLst xmlns:a="http://schemas.openxmlformats.org/drawingml/2006/main">
              <a:ext uri="{FF2B5EF4-FFF2-40B4-BE49-F238E27FC236}">
                <a16:creationId xmlns:a16="http://schemas.microsoft.com/office/drawing/2014/main" id="{59E3D5B0-6159-426F-BBAF-BCF426686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16530"/>
            <a:ext cx="1333500" cy="1647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13" b="1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13" b="1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rPr>
              <a:t>G5 TSG any hit</a:t>
            </a:r>
          </a:p>
        </p:txBody>
      </p:sp>
      <p:sp>
        <p:nvSpPr>
          <p:cNvPr id="133" name="">
            <a:extLst xmlns:a="http://schemas.openxmlformats.org/drawingml/2006/main">
              <a:ext uri="{FF2B5EF4-FFF2-40B4-BE49-F238E27FC236}">
                <a16:creationId xmlns:a16="http://schemas.microsoft.com/office/drawing/2014/main" id="{A5270DA6-AC9E-49BF-BE37-4404445D7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2716530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BFD"/>
          </a:solidFill>
          <a:ln xmlns:a="http://schemas.openxmlformats.org/drawingml/2006/main" w="0">
            <a:noFill/>
          </a:ln>
        </p:spPr>
      </p:sp>
      <p:sp>
        <p:nvSpPr>
          <p:cNvPr id="134" name="">
            <a:extLst xmlns:a="http://schemas.openxmlformats.org/drawingml/2006/main">
              <a:ext uri="{FF2B5EF4-FFF2-40B4-BE49-F238E27FC236}">
                <a16:creationId xmlns:a16="http://schemas.microsoft.com/office/drawing/2014/main" id="{83017BD4-A2A0-43A5-810C-92F39A646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99335" y="2716530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BFD"/>
          </a:solidFill>
          <a:ln xmlns:a="http://schemas.openxmlformats.org/drawingml/2006/main" w="0">
            <a:noFill/>
          </a:ln>
        </p:spPr>
      </p:sp>
      <p:sp>
        <p:nvSpPr>
          <p:cNvPr id="135" name="">
            <a:extLst xmlns:a="http://schemas.openxmlformats.org/drawingml/2006/main">
              <a:ext uri="{FF2B5EF4-FFF2-40B4-BE49-F238E27FC236}">
                <a16:creationId xmlns:a16="http://schemas.microsoft.com/office/drawing/2014/main" id="{6769EC11-D1B7-4BB2-9949-27FFB0005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2220" y="2716530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D"/>
          </a:solidFill>
          <a:ln xmlns:a="http://schemas.openxmlformats.org/drawingml/2006/main" w="0">
            <a:noFill/>
          </a:ln>
        </p:spPr>
      </p:sp>
      <p:sp>
        <p:nvSpPr>
          <p:cNvPr id="136" name="">
            <a:extLst xmlns:a="http://schemas.openxmlformats.org/drawingml/2006/main">
              <a:ext uri="{FF2B5EF4-FFF2-40B4-BE49-F238E27FC236}">
                <a16:creationId xmlns:a16="http://schemas.microsoft.com/office/drawing/2014/main" id="{5A7C1834-00D0-4772-8E8E-0A9C99F9E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5105" y="2716530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C"/>
          </a:solidFill>
          <a:ln xmlns:a="http://schemas.openxmlformats.org/drawingml/2006/main" w="0">
            <a:noFill/>
          </a:ln>
        </p:spPr>
      </p:sp>
      <p:sp>
        <p:nvSpPr>
          <p:cNvPr id="137" name="">
            <a:extLst xmlns:a="http://schemas.openxmlformats.org/drawingml/2006/main">
              <a:ext uri="{FF2B5EF4-FFF2-40B4-BE49-F238E27FC236}">
                <a16:creationId xmlns:a16="http://schemas.microsoft.com/office/drawing/2014/main" id="{202FBD73-D0DF-4A7C-8732-595D62ED3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67990" y="2716530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AFC"/>
          </a:solidFill>
          <a:ln xmlns:a="http://schemas.openxmlformats.org/drawingml/2006/main" w="0">
            <a:noFill/>
          </a:ln>
        </p:spPr>
      </p:sp>
      <p:sp>
        <p:nvSpPr>
          <p:cNvPr id="138" name="">
            <a:extLst xmlns:a="http://schemas.openxmlformats.org/drawingml/2006/main">
              <a:ext uri="{FF2B5EF4-FFF2-40B4-BE49-F238E27FC236}">
                <a16:creationId xmlns:a16="http://schemas.microsoft.com/office/drawing/2014/main" id="{BD2B4673-17A5-4A1B-B4F0-05475429F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2716530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AFC"/>
          </a:solidFill>
          <a:ln xmlns:a="http://schemas.openxmlformats.org/drawingml/2006/main" w="0">
            <a:noFill/>
          </a:ln>
        </p:spPr>
      </p:sp>
      <p:sp>
        <p:nvSpPr>
          <p:cNvPr id="139" name="">
            <a:extLst xmlns:a="http://schemas.openxmlformats.org/drawingml/2006/main">
              <a:ext uri="{FF2B5EF4-FFF2-40B4-BE49-F238E27FC236}">
                <a16:creationId xmlns:a16="http://schemas.microsoft.com/office/drawing/2014/main" id="{9A60DB81-B821-49AA-A837-EA9583E9B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3760" y="2716530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9FC"/>
          </a:solidFill>
          <a:ln xmlns:a="http://schemas.openxmlformats.org/drawingml/2006/main" w="0">
            <a:noFill/>
          </a:ln>
        </p:spPr>
      </p:sp>
      <p:sp>
        <p:nvSpPr>
          <p:cNvPr id="140" name="">
            <a:extLst xmlns:a="http://schemas.openxmlformats.org/drawingml/2006/main">
              <a:ext uri="{FF2B5EF4-FFF2-40B4-BE49-F238E27FC236}">
                <a16:creationId xmlns:a16="http://schemas.microsoft.com/office/drawing/2014/main" id="{F3479A51-814C-4CC5-BE9C-DF0563981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6645" y="2716530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9FC"/>
          </a:solidFill>
          <a:ln xmlns:a="http://schemas.openxmlformats.org/drawingml/2006/main" w="0">
            <a:noFill/>
          </a:ln>
        </p:spPr>
      </p:sp>
      <p:sp>
        <p:nvSpPr>
          <p:cNvPr id="141" name="">
            <a:extLst xmlns:a="http://schemas.openxmlformats.org/drawingml/2006/main">
              <a:ext uri="{FF2B5EF4-FFF2-40B4-BE49-F238E27FC236}">
                <a16:creationId xmlns:a16="http://schemas.microsoft.com/office/drawing/2014/main" id="{A76E0C45-4BD7-4A50-A4F6-F1F5C7BFE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9530" y="2716530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9FB"/>
          </a:solidFill>
          <a:ln xmlns:a="http://schemas.openxmlformats.org/drawingml/2006/main" w="0">
            <a:noFill/>
          </a:ln>
        </p:spPr>
      </p:sp>
      <p:sp>
        <p:nvSpPr>
          <p:cNvPr id="142" name="">
            <a:extLst xmlns:a="http://schemas.openxmlformats.org/drawingml/2006/main">
              <a:ext uri="{FF2B5EF4-FFF2-40B4-BE49-F238E27FC236}">
                <a16:creationId xmlns:a16="http://schemas.microsoft.com/office/drawing/2014/main" id="{25B6D2FB-D484-4D33-A836-523F689E0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82415" y="2716530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9FB"/>
          </a:solidFill>
          <a:ln xmlns:a="http://schemas.openxmlformats.org/drawingml/2006/main" w="0">
            <a:noFill/>
          </a:ln>
        </p:spPr>
      </p:sp>
      <p:sp>
        <p:nvSpPr>
          <p:cNvPr id="143" name="">
            <a:extLst xmlns:a="http://schemas.openxmlformats.org/drawingml/2006/main">
              <a:ext uri="{FF2B5EF4-FFF2-40B4-BE49-F238E27FC236}">
                <a16:creationId xmlns:a16="http://schemas.microsoft.com/office/drawing/2014/main" id="{99A525D8-214F-4BED-BD66-9525342FA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716530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8FB"/>
          </a:solidFill>
          <a:ln xmlns:a="http://schemas.openxmlformats.org/drawingml/2006/main" w="0">
            <a:noFill/>
          </a:ln>
        </p:spPr>
      </p:sp>
      <p:sp>
        <p:nvSpPr>
          <p:cNvPr id="144" name="">
            <a:extLst xmlns:a="http://schemas.openxmlformats.org/drawingml/2006/main">
              <a:ext uri="{FF2B5EF4-FFF2-40B4-BE49-F238E27FC236}">
                <a16:creationId xmlns:a16="http://schemas.microsoft.com/office/drawing/2014/main" id="{92C3A200-BF9F-495A-A0F9-EE82B9795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8185" y="2716530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8FB"/>
          </a:solidFill>
          <a:ln xmlns:a="http://schemas.openxmlformats.org/drawingml/2006/main" w="0">
            <a:noFill/>
          </a:ln>
        </p:spPr>
      </p:sp>
      <p:sp>
        <p:nvSpPr>
          <p:cNvPr id="145" name="">
            <a:extLst xmlns:a="http://schemas.openxmlformats.org/drawingml/2006/main">
              <a:ext uri="{FF2B5EF4-FFF2-40B4-BE49-F238E27FC236}">
                <a16:creationId xmlns:a16="http://schemas.microsoft.com/office/drawing/2014/main" id="{FB691EC5-BCB4-44DC-9FC3-5D65D698D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1070" y="2716530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8FB"/>
          </a:solidFill>
          <a:ln xmlns:a="http://schemas.openxmlformats.org/drawingml/2006/main" w="0">
            <a:noFill/>
          </a:ln>
        </p:spPr>
      </p:sp>
      <p:sp>
        <p:nvSpPr>
          <p:cNvPr id="146" name="">
            <a:extLst xmlns:a="http://schemas.openxmlformats.org/drawingml/2006/main">
              <a:ext uri="{FF2B5EF4-FFF2-40B4-BE49-F238E27FC236}">
                <a16:creationId xmlns:a16="http://schemas.microsoft.com/office/drawing/2014/main" id="{B10491B2-E257-410F-B807-A1F22A304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3955" y="2716530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</a:ln>
        </p:spPr>
      </p:sp>
      <p:sp>
        <p:nvSpPr>
          <p:cNvPr id="147" name="">
            <a:extLst xmlns:a="http://schemas.openxmlformats.org/drawingml/2006/main">
              <a:ext uri="{FF2B5EF4-FFF2-40B4-BE49-F238E27FC236}">
                <a16:creationId xmlns:a16="http://schemas.microsoft.com/office/drawing/2014/main" id="{D4C19404-8D2C-4231-AB67-B13166472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6840" y="2716530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7FA"/>
          </a:solidFill>
          <a:ln xmlns:a="http://schemas.openxmlformats.org/drawingml/2006/main" w="0">
            <a:noFill/>
          </a:ln>
        </p:spPr>
      </p:sp>
      <p:sp>
        <p:nvSpPr>
          <p:cNvPr id="148" name="">
            <a:extLst xmlns:a="http://schemas.openxmlformats.org/drawingml/2006/main">
              <a:ext uri="{FF2B5EF4-FFF2-40B4-BE49-F238E27FC236}">
                <a16:creationId xmlns:a16="http://schemas.microsoft.com/office/drawing/2014/main" id="{7261776D-9EE4-43CF-B261-70BA4D77C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9725" y="2716530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7FA"/>
          </a:solidFill>
          <a:ln xmlns:a="http://schemas.openxmlformats.org/drawingml/2006/main" w="0">
            <a:noFill/>
          </a:ln>
        </p:spPr>
      </p:sp>
      <p:sp>
        <p:nvSpPr>
          <p:cNvPr id="149" name="">
            <a:extLst xmlns:a="http://schemas.openxmlformats.org/drawingml/2006/main">
              <a:ext uri="{FF2B5EF4-FFF2-40B4-BE49-F238E27FC236}">
                <a16:creationId xmlns:a16="http://schemas.microsoft.com/office/drawing/2014/main" id="{A8C96C3F-69BD-43AA-9F1D-F7E2B4F70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42610" y="2716530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7FA"/>
          </a:solidFill>
          <a:ln xmlns:a="http://schemas.openxmlformats.org/drawingml/2006/main" w="0">
            <a:noFill/>
          </a:ln>
        </p:spPr>
      </p:sp>
      <p:sp>
        <p:nvSpPr>
          <p:cNvPr id="150" name="">
            <a:extLst xmlns:a="http://schemas.openxmlformats.org/drawingml/2006/main">
              <a:ext uri="{FF2B5EF4-FFF2-40B4-BE49-F238E27FC236}">
                <a16:creationId xmlns:a16="http://schemas.microsoft.com/office/drawing/2014/main" id="{5589F782-BCF6-4E65-9B08-6179827B2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5495" y="2716530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6F9"/>
          </a:solidFill>
          <a:ln xmlns:a="http://schemas.openxmlformats.org/drawingml/2006/main" w="0">
            <a:noFill/>
          </a:ln>
        </p:spPr>
      </p:sp>
      <p:sp>
        <p:nvSpPr>
          <p:cNvPr id="151" name="">
            <a:extLst xmlns:a="http://schemas.openxmlformats.org/drawingml/2006/main">
              <a:ext uri="{FF2B5EF4-FFF2-40B4-BE49-F238E27FC236}">
                <a16:creationId xmlns:a16="http://schemas.microsoft.com/office/drawing/2014/main" id="{BA0045DD-8374-4C15-95BD-4739084E3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8380" y="2716530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5F8"/>
          </a:solidFill>
          <a:ln xmlns:a="http://schemas.openxmlformats.org/drawingml/2006/main" w="0">
            <a:noFill/>
          </a:ln>
        </p:spPr>
      </p:sp>
      <p:sp>
        <p:nvSpPr>
          <p:cNvPr id="152" name="">
            <a:extLst xmlns:a="http://schemas.openxmlformats.org/drawingml/2006/main">
              <a:ext uri="{FF2B5EF4-FFF2-40B4-BE49-F238E27FC236}">
                <a16:creationId xmlns:a16="http://schemas.microsoft.com/office/drawing/2014/main" id="{A4212D42-EE60-4217-B93D-297D260E3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1265" y="2716530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8"/>
          </a:solidFill>
          <a:ln xmlns:a="http://schemas.openxmlformats.org/drawingml/2006/main" w="0">
            <a:noFill/>
          </a:ln>
        </p:spPr>
      </p:sp>
      <p:sp>
        <p:nvSpPr>
          <p:cNvPr id="153" name="">
            <a:extLst xmlns:a="http://schemas.openxmlformats.org/drawingml/2006/main">
              <a:ext uri="{FF2B5EF4-FFF2-40B4-BE49-F238E27FC236}">
                <a16:creationId xmlns:a16="http://schemas.microsoft.com/office/drawing/2014/main" id="{8E7FDA9D-E36E-46EC-84B8-37BA76A00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716530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8"/>
          </a:solidFill>
          <a:ln xmlns:a="http://schemas.openxmlformats.org/drawingml/2006/main" w="0">
            <a:noFill/>
          </a:ln>
        </p:spPr>
      </p:sp>
      <p:sp>
        <p:nvSpPr>
          <p:cNvPr id="154" name="">
            <a:extLst xmlns:a="http://schemas.openxmlformats.org/drawingml/2006/main">
              <a:ext uri="{FF2B5EF4-FFF2-40B4-BE49-F238E27FC236}">
                <a16:creationId xmlns:a16="http://schemas.microsoft.com/office/drawing/2014/main" id="{4CCB3B9B-3174-435B-B3C5-6CE5D4D26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57035" y="2716530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8"/>
          </a:solidFill>
          <a:ln xmlns:a="http://schemas.openxmlformats.org/drawingml/2006/main" w="0">
            <a:noFill/>
          </a:ln>
        </p:spPr>
      </p:sp>
      <p:sp>
        <p:nvSpPr>
          <p:cNvPr id="155" name="">
            <a:extLst xmlns:a="http://schemas.openxmlformats.org/drawingml/2006/main">
              <a:ext uri="{FF2B5EF4-FFF2-40B4-BE49-F238E27FC236}">
                <a16:creationId xmlns:a16="http://schemas.microsoft.com/office/drawing/2014/main" id="{779DEC92-00CA-42ED-8D39-9B005F744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9920" y="2716530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4F7"/>
          </a:solidFill>
          <a:ln xmlns:a="http://schemas.openxmlformats.org/drawingml/2006/main" w="0">
            <a:noFill/>
          </a:ln>
        </p:spPr>
      </p:sp>
      <p:sp>
        <p:nvSpPr>
          <p:cNvPr id="156" name="">
            <a:extLst xmlns:a="http://schemas.openxmlformats.org/drawingml/2006/main">
              <a:ext uri="{FF2B5EF4-FFF2-40B4-BE49-F238E27FC236}">
                <a16:creationId xmlns:a16="http://schemas.microsoft.com/office/drawing/2014/main" id="{8BE43337-D631-4914-B31D-254C3B1F2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2805" y="2716530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F7"/>
          </a:solidFill>
          <a:ln xmlns:a="http://schemas.openxmlformats.org/drawingml/2006/main" w="0">
            <a:noFill/>
          </a:ln>
        </p:spPr>
      </p:sp>
      <p:sp>
        <p:nvSpPr>
          <p:cNvPr id="157" name="">
            <a:extLst xmlns:a="http://schemas.openxmlformats.org/drawingml/2006/main">
              <a:ext uri="{FF2B5EF4-FFF2-40B4-BE49-F238E27FC236}">
                <a16:creationId xmlns:a16="http://schemas.microsoft.com/office/drawing/2014/main" id="{2CB0E85C-5F37-4AF5-9958-B265450B1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5690" y="2716530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F3F7"/>
          </a:solidFill>
          <a:ln xmlns:a="http://schemas.openxmlformats.org/drawingml/2006/main" w="0">
            <a:noFill/>
          </a:ln>
        </p:spPr>
      </p:sp>
      <p:sp>
        <p:nvSpPr>
          <p:cNvPr id="158" name="">
            <a:extLst xmlns:a="http://schemas.openxmlformats.org/drawingml/2006/main">
              <a:ext uri="{FF2B5EF4-FFF2-40B4-BE49-F238E27FC236}">
                <a16:creationId xmlns:a16="http://schemas.microsoft.com/office/drawing/2014/main" id="{DB93A700-7664-4D77-94D0-6DC67E0BA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48575" y="2716530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F3F7"/>
          </a:solidFill>
          <a:ln xmlns:a="http://schemas.openxmlformats.org/drawingml/2006/main" w="0">
            <a:noFill/>
          </a:ln>
        </p:spPr>
      </p:sp>
      <p:sp>
        <p:nvSpPr>
          <p:cNvPr id="159" name="">
            <a:extLst xmlns:a="http://schemas.openxmlformats.org/drawingml/2006/main">
              <a:ext uri="{FF2B5EF4-FFF2-40B4-BE49-F238E27FC236}">
                <a16:creationId xmlns:a16="http://schemas.microsoft.com/office/drawing/2014/main" id="{EF22DC45-432B-47CD-8284-D2D34904D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1460" y="2716530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F3F7"/>
          </a:solidFill>
          <a:ln xmlns:a="http://schemas.openxmlformats.org/drawingml/2006/main" w="0">
            <a:noFill/>
          </a:ln>
        </p:spPr>
      </p:sp>
      <p:sp>
        <p:nvSpPr>
          <p:cNvPr id="160" name="">
            <a:extLst xmlns:a="http://schemas.openxmlformats.org/drawingml/2006/main">
              <a:ext uri="{FF2B5EF4-FFF2-40B4-BE49-F238E27FC236}">
                <a16:creationId xmlns:a16="http://schemas.microsoft.com/office/drawing/2014/main" id="{0BF65784-A626-4D16-BAAD-F7B728681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4345" y="2716530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BF2F6"/>
          </a:solidFill>
          <a:ln xmlns:a="http://schemas.openxmlformats.org/drawingml/2006/main" w="0">
            <a:noFill/>
          </a:ln>
        </p:spPr>
      </p:sp>
      <p:sp>
        <p:nvSpPr>
          <p:cNvPr id="161" name="">
            <a:extLst xmlns:a="http://schemas.openxmlformats.org/drawingml/2006/main">
              <a:ext uri="{FF2B5EF4-FFF2-40B4-BE49-F238E27FC236}">
                <a16:creationId xmlns:a16="http://schemas.microsoft.com/office/drawing/2014/main" id="{AF434AD9-AFF9-4534-AB56-FC4190D05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7230" y="2716530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BF2F6"/>
          </a:solidFill>
          <a:ln xmlns:a="http://schemas.openxmlformats.org/drawingml/2006/main" w="0">
            <a:noFill/>
          </a:ln>
        </p:spPr>
      </p:sp>
      <p:sp>
        <p:nvSpPr>
          <p:cNvPr id="162" name="">
            <a:extLst xmlns:a="http://schemas.openxmlformats.org/drawingml/2006/main">
              <a:ext uri="{FF2B5EF4-FFF2-40B4-BE49-F238E27FC236}">
                <a16:creationId xmlns:a16="http://schemas.microsoft.com/office/drawing/2014/main" id="{0D683CEE-0ED9-40C1-A344-FAA50BA30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0115" y="2716530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BF2F6"/>
          </a:solidFill>
          <a:ln xmlns:a="http://schemas.openxmlformats.org/drawingml/2006/main" w="0">
            <a:noFill/>
          </a:ln>
        </p:spPr>
      </p:sp>
      <p:sp>
        <p:nvSpPr>
          <p:cNvPr id="163" name="">
            <a:extLst xmlns:a="http://schemas.openxmlformats.org/drawingml/2006/main">
              <a:ext uri="{FF2B5EF4-FFF2-40B4-BE49-F238E27FC236}">
                <a16:creationId xmlns:a16="http://schemas.microsoft.com/office/drawing/2014/main" id="{416BF04A-8D64-4153-A1CB-5ABD80BCC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716530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6"/>
          </a:solidFill>
          <a:ln xmlns:a="http://schemas.openxmlformats.org/drawingml/2006/main" w="0">
            <a:noFill/>
          </a:ln>
        </p:spPr>
      </p:sp>
      <p:sp>
        <p:nvSpPr>
          <p:cNvPr id="164" name="">
            <a:extLst xmlns:a="http://schemas.openxmlformats.org/drawingml/2006/main">
              <a:ext uri="{FF2B5EF4-FFF2-40B4-BE49-F238E27FC236}">
                <a16:creationId xmlns:a16="http://schemas.microsoft.com/office/drawing/2014/main" id="{8B26628F-0CCB-44CA-8F27-C5497F09E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81313"/>
            <a:ext cx="1333500" cy="1647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13" b="1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13" b="1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rPr>
              <a:t>G6 TSG any hit</a:t>
            </a:r>
          </a:p>
        </p:txBody>
      </p:sp>
      <p:sp>
        <p:nvSpPr>
          <p:cNvPr id="165" name="">
            <a:extLst xmlns:a="http://schemas.openxmlformats.org/drawingml/2006/main">
              <a:ext uri="{FF2B5EF4-FFF2-40B4-BE49-F238E27FC236}">
                <a16:creationId xmlns:a16="http://schemas.microsoft.com/office/drawing/2014/main" id="{ADB565C5-40BC-4EC8-AA89-72C2F869B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2881313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BFD"/>
          </a:solidFill>
          <a:ln xmlns:a="http://schemas.openxmlformats.org/drawingml/2006/main" w="0">
            <a:noFill/>
          </a:ln>
        </p:spPr>
      </p:sp>
      <p:sp>
        <p:nvSpPr>
          <p:cNvPr id="166" name="">
            <a:extLst xmlns:a="http://schemas.openxmlformats.org/drawingml/2006/main">
              <a:ext uri="{FF2B5EF4-FFF2-40B4-BE49-F238E27FC236}">
                <a16:creationId xmlns:a16="http://schemas.microsoft.com/office/drawing/2014/main" id="{624E1A84-A16C-4F96-9078-958659ED9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99335" y="2881313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BFD"/>
          </a:solidFill>
          <a:ln xmlns:a="http://schemas.openxmlformats.org/drawingml/2006/main" w="0">
            <a:noFill/>
          </a:ln>
        </p:spPr>
      </p:sp>
      <p:sp>
        <p:nvSpPr>
          <p:cNvPr id="167" name="">
            <a:extLst xmlns:a="http://schemas.openxmlformats.org/drawingml/2006/main">
              <a:ext uri="{FF2B5EF4-FFF2-40B4-BE49-F238E27FC236}">
                <a16:creationId xmlns:a16="http://schemas.microsoft.com/office/drawing/2014/main" id="{156CCD0B-6006-4572-9EC3-BD51356BB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2220" y="2881313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D"/>
          </a:solidFill>
          <a:ln xmlns:a="http://schemas.openxmlformats.org/drawingml/2006/main" w="0">
            <a:noFill/>
          </a:ln>
        </p:spPr>
      </p:sp>
      <p:sp>
        <p:nvSpPr>
          <p:cNvPr id="168" name="">
            <a:extLst xmlns:a="http://schemas.openxmlformats.org/drawingml/2006/main">
              <a:ext uri="{FF2B5EF4-FFF2-40B4-BE49-F238E27FC236}">
                <a16:creationId xmlns:a16="http://schemas.microsoft.com/office/drawing/2014/main" id="{6B6E0A6B-BBCE-45AF-A6CE-C107509F6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5105" y="2881313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C"/>
          </a:solidFill>
          <a:ln xmlns:a="http://schemas.openxmlformats.org/drawingml/2006/main" w="0">
            <a:noFill/>
          </a:ln>
        </p:spPr>
      </p:sp>
      <p:sp>
        <p:nvSpPr>
          <p:cNvPr id="169" name="">
            <a:extLst xmlns:a="http://schemas.openxmlformats.org/drawingml/2006/main">
              <a:ext uri="{FF2B5EF4-FFF2-40B4-BE49-F238E27FC236}">
                <a16:creationId xmlns:a16="http://schemas.microsoft.com/office/drawing/2014/main" id="{8B392909-7A8D-4884-8492-35B24E35F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67990" y="2881313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AFC"/>
          </a:solidFill>
          <a:ln xmlns:a="http://schemas.openxmlformats.org/drawingml/2006/main" w="0">
            <a:noFill/>
          </a:ln>
        </p:spPr>
      </p:sp>
      <p:sp>
        <p:nvSpPr>
          <p:cNvPr id="170" name="">
            <a:extLst xmlns:a="http://schemas.openxmlformats.org/drawingml/2006/main">
              <a:ext uri="{FF2B5EF4-FFF2-40B4-BE49-F238E27FC236}">
                <a16:creationId xmlns:a16="http://schemas.microsoft.com/office/drawing/2014/main" id="{7E5A1FB3-0DBA-443D-8479-68280A741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2881313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AFC"/>
          </a:solidFill>
          <a:ln xmlns:a="http://schemas.openxmlformats.org/drawingml/2006/main" w="0">
            <a:noFill/>
          </a:ln>
        </p:spPr>
      </p:sp>
      <p:sp>
        <p:nvSpPr>
          <p:cNvPr id="171" name="">
            <a:extLst xmlns:a="http://schemas.openxmlformats.org/drawingml/2006/main">
              <a:ext uri="{FF2B5EF4-FFF2-40B4-BE49-F238E27FC236}">
                <a16:creationId xmlns:a16="http://schemas.microsoft.com/office/drawing/2014/main" id="{5A8450F3-0DFD-41A5-AEA4-DCC7AA198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3760" y="2881313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9FC"/>
          </a:solidFill>
          <a:ln xmlns:a="http://schemas.openxmlformats.org/drawingml/2006/main" w="0">
            <a:noFill/>
          </a:ln>
        </p:spPr>
      </p:sp>
      <p:sp>
        <p:nvSpPr>
          <p:cNvPr id="172" name="">
            <a:extLst xmlns:a="http://schemas.openxmlformats.org/drawingml/2006/main">
              <a:ext uri="{FF2B5EF4-FFF2-40B4-BE49-F238E27FC236}">
                <a16:creationId xmlns:a16="http://schemas.microsoft.com/office/drawing/2014/main" id="{16273375-7E29-4D41-ABFC-49AC69D38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6645" y="2881313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9FB"/>
          </a:solidFill>
          <a:ln xmlns:a="http://schemas.openxmlformats.org/drawingml/2006/main" w="0">
            <a:noFill/>
          </a:ln>
        </p:spPr>
      </p:sp>
      <p:sp>
        <p:nvSpPr>
          <p:cNvPr id="173" name="">
            <a:extLst xmlns:a="http://schemas.openxmlformats.org/drawingml/2006/main">
              <a:ext uri="{FF2B5EF4-FFF2-40B4-BE49-F238E27FC236}">
                <a16:creationId xmlns:a16="http://schemas.microsoft.com/office/drawing/2014/main" id="{BE6AB70F-F41D-471E-99EB-FBDD2B098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9530" y="2881313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9FB"/>
          </a:solidFill>
          <a:ln xmlns:a="http://schemas.openxmlformats.org/drawingml/2006/main" w="0">
            <a:noFill/>
          </a:ln>
        </p:spPr>
      </p:sp>
      <p:sp>
        <p:nvSpPr>
          <p:cNvPr id="174" name="">
            <a:extLst xmlns:a="http://schemas.openxmlformats.org/drawingml/2006/main">
              <a:ext uri="{FF2B5EF4-FFF2-40B4-BE49-F238E27FC236}">
                <a16:creationId xmlns:a16="http://schemas.microsoft.com/office/drawing/2014/main" id="{8B98127D-CF20-457C-887D-40C97BFA9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82415" y="2881313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9FB"/>
          </a:solidFill>
          <a:ln xmlns:a="http://schemas.openxmlformats.org/drawingml/2006/main" w="0">
            <a:noFill/>
          </a:ln>
        </p:spPr>
      </p:sp>
      <p:sp>
        <p:nvSpPr>
          <p:cNvPr id="175" name="">
            <a:extLst xmlns:a="http://schemas.openxmlformats.org/drawingml/2006/main">
              <a:ext uri="{FF2B5EF4-FFF2-40B4-BE49-F238E27FC236}">
                <a16:creationId xmlns:a16="http://schemas.microsoft.com/office/drawing/2014/main" id="{EFF67470-4C3C-4D0B-AE33-58178858C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881313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8FB"/>
          </a:solidFill>
          <a:ln xmlns:a="http://schemas.openxmlformats.org/drawingml/2006/main" w="0">
            <a:noFill/>
          </a:ln>
        </p:spPr>
      </p:sp>
      <p:sp>
        <p:nvSpPr>
          <p:cNvPr id="176" name="">
            <a:extLst xmlns:a="http://schemas.openxmlformats.org/drawingml/2006/main">
              <a:ext uri="{FF2B5EF4-FFF2-40B4-BE49-F238E27FC236}">
                <a16:creationId xmlns:a16="http://schemas.microsoft.com/office/drawing/2014/main" id="{751E0269-FD8B-475A-BE88-FBDB384B4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8185" y="2881313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8FB"/>
          </a:solidFill>
          <a:ln xmlns:a="http://schemas.openxmlformats.org/drawingml/2006/main" w="0">
            <a:noFill/>
          </a:ln>
        </p:spPr>
      </p:sp>
      <p:sp>
        <p:nvSpPr>
          <p:cNvPr id="177" name="">
            <a:extLst xmlns:a="http://schemas.openxmlformats.org/drawingml/2006/main">
              <a:ext uri="{FF2B5EF4-FFF2-40B4-BE49-F238E27FC236}">
                <a16:creationId xmlns:a16="http://schemas.microsoft.com/office/drawing/2014/main" id="{C014F154-2996-4E8F-BFAC-31463D02C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1070" y="2881313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8FB"/>
          </a:solidFill>
          <a:ln xmlns:a="http://schemas.openxmlformats.org/drawingml/2006/main" w="0">
            <a:noFill/>
          </a:ln>
        </p:spPr>
      </p:sp>
      <p:sp>
        <p:nvSpPr>
          <p:cNvPr id="178" name="">
            <a:extLst xmlns:a="http://schemas.openxmlformats.org/drawingml/2006/main">
              <a:ext uri="{FF2B5EF4-FFF2-40B4-BE49-F238E27FC236}">
                <a16:creationId xmlns:a16="http://schemas.microsoft.com/office/drawing/2014/main" id="{8BE73906-F698-4CD2-8CBB-55489DE2B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3955" y="2881313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8FA"/>
          </a:solidFill>
          <a:ln xmlns:a="http://schemas.openxmlformats.org/drawingml/2006/main" w="0">
            <a:noFill/>
          </a:ln>
        </p:spPr>
      </p:sp>
      <p:sp>
        <p:nvSpPr>
          <p:cNvPr id="179" name="">
            <a:extLst xmlns:a="http://schemas.openxmlformats.org/drawingml/2006/main">
              <a:ext uri="{FF2B5EF4-FFF2-40B4-BE49-F238E27FC236}">
                <a16:creationId xmlns:a16="http://schemas.microsoft.com/office/drawing/2014/main" id="{D3FB2872-CC4F-44FD-9938-DEAD704EB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6840" y="2881313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</a:ln>
        </p:spPr>
      </p:sp>
      <p:sp>
        <p:nvSpPr>
          <p:cNvPr id="180" name="">
            <a:extLst xmlns:a="http://schemas.openxmlformats.org/drawingml/2006/main">
              <a:ext uri="{FF2B5EF4-FFF2-40B4-BE49-F238E27FC236}">
                <a16:creationId xmlns:a16="http://schemas.microsoft.com/office/drawing/2014/main" id="{A3A9771A-7118-4EB8-85FE-331AC521F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9725" y="2881313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7FA"/>
          </a:solidFill>
          <a:ln xmlns:a="http://schemas.openxmlformats.org/drawingml/2006/main" w="0">
            <a:noFill/>
          </a:ln>
        </p:spPr>
      </p:sp>
      <p:sp>
        <p:nvSpPr>
          <p:cNvPr id="181" name="">
            <a:extLst xmlns:a="http://schemas.openxmlformats.org/drawingml/2006/main">
              <a:ext uri="{FF2B5EF4-FFF2-40B4-BE49-F238E27FC236}">
                <a16:creationId xmlns:a16="http://schemas.microsoft.com/office/drawing/2014/main" id="{B94E8B01-1C1B-43C0-A403-590F8EE7E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42610" y="2881313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7FA"/>
          </a:solidFill>
          <a:ln xmlns:a="http://schemas.openxmlformats.org/drawingml/2006/main" w="0">
            <a:noFill/>
          </a:ln>
        </p:spPr>
      </p:sp>
      <p:sp>
        <p:nvSpPr>
          <p:cNvPr id="182" name="">
            <a:extLst xmlns:a="http://schemas.openxmlformats.org/drawingml/2006/main">
              <a:ext uri="{FF2B5EF4-FFF2-40B4-BE49-F238E27FC236}">
                <a16:creationId xmlns:a16="http://schemas.microsoft.com/office/drawing/2014/main" id="{0613D4FE-13CE-4D7A-8375-9F1EBF4A4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5495" y="2881313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6F9"/>
          </a:solidFill>
          <a:ln xmlns:a="http://schemas.openxmlformats.org/drawingml/2006/main" w="0">
            <a:noFill/>
          </a:ln>
        </p:spPr>
      </p:sp>
      <p:sp>
        <p:nvSpPr>
          <p:cNvPr id="183" name="">
            <a:extLst xmlns:a="http://schemas.openxmlformats.org/drawingml/2006/main">
              <a:ext uri="{FF2B5EF4-FFF2-40B4-BE49-F238E27FC236}">
                <a16:creationId xmlns:a16="http://schemas.microsoft.com/office/drawing/2014/main" id="{264D0E5A-F42C-4B12-8BE2-5D0C70311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8380" y="2881313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6F9"/>
          </a:solidFill>
          <a:ln xmlns:a="http://schemas.openxmlformats.org/drawingml/2006/main" w="0">
            <a:noFill/>
          </a:ln>
        </p:spPr>
      </p:sp>
      <p:sp>
        <p:nvSpPr>
          <p:cNvPr id="184" name="">
            <a:extLst xmlns:a="http://schemas.openxmlformats.org/drawingml/2006/main">
              <a:ext uri="{FF2B5EF4-FFF2-40B4-BE49-F238E27FC236}">
                <a16:creationId xmlns:a16="http://schemas.microsoft.com/office/drawing/2014/main" id="{DA550752-8720-425A-9A8E-6D9728811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1265" y="2881313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6F9"/>
          </a:solidFill>
          <a:ln xmlns:a="http://schemas.openxmlformats.org/drawingml/2006/main" w="0">
            <a:noFill/>
          </a:ln>
        </p:spPr>
      </p:sp>
      <p:sp>
        <p:nvSpPr>
          <p:cNvPr id="185" name="">
            <a:extLst xmlns:a="http://schemas.openxmlformats.org/drawingml/2006/main">
              <a:ext uri="{FF2B5EF4-FFF2-40B4-BE49-F238E27FC236}">
                <a16:creationId xmlns:a16="http://schemas.microsoft.com/office/drawing/2014/main" id="{E284002F-3741-4715-9875-525A976F6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881313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9"/>
          </a:solidFill>
          <a:ln xmlns:a="http://schemas.openxmlformats.org/drawingml/2006/main" w="0">
            <a:noFill/>
          </a:ln>
        </p:spPr>
      </p:sp>
      <p:sp>
        <p:nvSpPr>
          <p:cNvPr id="186" name="">
            <a:extLst xmlns:a="http://schemas.openxmlformats.org/drawingml/2006/main">
              <a:ext uri="{FF2B5EF4-FFF2-40B4-BE49-F238E27FC236}">
                <a16:creationId xmlns:a16="http://schemas.microsoft.com/office/drawing/2014/main" id="{CB89CF23-62C5-4917-AE7A-1C83BA60C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57035" y="2881313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5F8"/>
          </a:solidFill>
          <a:ln xmlns:a="http://schemas.openxmlformats.org/drawingml/2006/main" w="0">
            <a:noFill/>
          </a:ln>
        </p:spPr>
      </p:sp>
      <p:sp>
        <p:nvSpPr>
          <p:cNvPr id="187" name="">
            <a:extLst xmlns:a="http://schemas.openxmlformats.org/drawingml/2006/main">
              <a:ext uri="{FF2B5EF4-FFF2-40B4-BE49-F238E27FC236}">
                <a16:creationId xmlns:a16="http://schemas.microsoft.com/office/drawing/2014/main" id="{DFC10310-2028-4684-BA6A-0B80256F2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9920" y="2881313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5F8"/>
          </a:solidFill>
          <a:ln xmlns:a="http://schemas.openxmlformats.org/drawingml/2006/main" w="0">
            <a:noFill/>
          </a:ln>
        </p:spPr>
      </p:sp>
      <p:sp>
        <p:nvSpPr>
          <p:cNvPr id="188" name="">
            <a:extLst xmlns:a="http://schemas.openxmlformats.org/drawingml/2006/main">
              <a:ext uri="{FF2B5EF4-FFF2-40B4-BE49-F238E27FC236}">
                <a16:creationId xmlns:a16="http://schemas.microsoft.com/office/drawing/2014/main" id="{79D0D0B1-E965-4C36-A7E5-D67DAD331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2805" y="2881313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5F8"/>
          </a:solidFill>
          <a:ln xmlns:a="http://schemas.openxmlformats.org/drawingml/2006/main" w="0">
            <a:noFill/>
          </a:ln>
        </p:spPr>
      </p:sp>
      <p:sp>
        <p:nvSpPr>
          <p:cNvPr id="189" name="">
            <a:extLst xmlns:a="http://schemas.openxmlformats.org/drawingml/2006/main">
              <a:ext uri="{FF2B5EF4-FFF2-40B4-BE49-F238E27FC236}">
                <a16:creationId xmlns:a16="http://schemas.microsoft.com/office/drawing/2014/main" id="{F7B85741-1371-4930-B691-FB64082FA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5690" y="2881313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5F8"/>
          </a:solidFill>
          <a:ln xmlns:a="http://schemas.openxmlformats.org/drawingml/2006/main" w="0">
            <a:noFill/>
          </a:ln>
        </p:spPr>
      </p:sp>
      <p:sp>
        <p:nvSpPr>
          <p:cNvPr id="190" name="">
            <a:extLst xmlns:a="http://schemas.openxmlformats.org/drawingml/2006/main">
              <a:ext uri="{FF2B5EF4-FFF2-40B4-BE49-F238E27FC236}">
                <a16:creationId xmlns:a16="http://schemas.microsoft.com/office/drawing/2014/main" id="{53AB2E71-A992-4AA8-AFF4-C9F4AA40A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48575" y="2881313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8"/>
          </a:solidFill>
          <a:ln xmlns:a="http://schemas.openxmlformats.org/drawingml/2006/main" w="0">
            <a:noFill/>
          </a:ln>
        </p:spPr>
      </p:sp>
      <p:sp>
        <p:nvSpPr>
          <p:cNvPr id="191" name="">
            <a:extLst xmlns:a="http://schemas.openxmlformats.org/drawingml/2006/main">
              <a:ext uri="{FF2B5EF4-FFF2-40B4-BE49-F238E27FC236}">
                <a16:creationId xmlns:a16="http://schemas.microsoft.com/office/drawing/2014/main" id="{D3E153B9-CB0A-4194-9CF8-698CADE34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1460" y="2881313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8"/>
          </a:solidFill>
          <a:ln xmlns:a="http://schemas.openxmlformats.org/drawingml/2006/main" w="0">
            <a:noFill/>
          </a:ln>
        </p:spPr>
      </p:sp>
      <p:sp>
        <p:nvSpPr>
          <p:cNvPr id="192" name="">
            <a:extLst xmlns:a="http://schemas.openxmlformats.org/drawingml/2006/main">
              <a:ext uri="{FF2B5EF4-FFF2-40B4-BE49-F238E27FC236}">
                <a16:creationId xmlns:a16="http://schemas.microsoft.com/office/drawing/2014/main" id="{936387D5-A155-4022-8179-3D3A2609A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4345" y="2881313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8"/>
          </a:solidFill>
          <a:ln xmlns:a="http://schemas.openxmlformats.org/drawingml/2006/main" w="0">
            <a:noFill/>
          </a:ln>
        </p:spPr>
      </p:sp>
      <p:sp>
        <p:nvSpPr>
          <p:cNvPr id="193" name="">
            <a:extLst xmlns:a="http://schemas.openxmlformats.org/drawingml/2006/main">
              <a:ext uri="{FF2B5EF4-FFF2-40B4-BE49-F238E27FC236}">
                <a16:creationId xmlns:a16="http://schemas.microsoft.com/office/drawing/2014/main" id="{D04C781C-2EF8-41A4-92DF-DB037EA18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7230" y="2881313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4F7"/>
          </a:solidFill>
          <a:ln xmlns:a="http://schemas.openxmlformats.org/drawingml/2006/main" w="0">
            <a:noFill/>
          </a:ln>
        </p:spPr>
      </p:sp>
      <p:sp>
        <p:nvSpPr>
          <p:cNvPr id="194" name="">
            <a:extLst xmlns:a="http://schemas.openxmlformats.org/drawingml/2006/main">
              <a:ext uri="{FF2B5EF4-FFF2-40B4-BE49-F238E27FC236}">
                <a16:creationId xmlns:a16="http://schemas.microsoft.com/office/drawing/2014/main" id="{06F36A66-EE8B-4570-A353-9AB7815F9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0115" y="2881313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4F7"/>
          </a:solidFill>
          <a:ln xmlns:a="http://schemas.openxmlformats.org/drawingml/2006/main" w="0">
            <a:noFill/>
          </a:ln>
        </p:spPr>
      </p:sp>
      <p:sp>
        <p:nvSpPr>
          <p:cNvPr id="195" name="">
            <a:extLst xmlns:a="http://schemas.openxmlformats.org/drawingml/2006/main">
              <a:ext uri="{FF2B5EF4-FFF2-40B4-BE49-F238E27FC236}">
                <a16:creationId xmlns:a16="http://schemas.microsoft.com/office/drawing/2014/main" id="{B52787DA-6E8B-453F-ACC1-DC436564A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881313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F7"/>
          </a:solidFill>
          <a:ln xmlns:a="http://schemas.openxmlformats.org/drawingml/2006/main" w="0">
            <a:noFill/>
          </a:ln>
        </p:spPr>
      </p:sp>
      <p:sp>
        <p:nvSpPr>
          <p:cNvPr id="196" name="">
            <a:extLst xmlns:a="http://schemas.openxmlformats.org/drawingml/2006/main">
              <a:ext uri="{FF2B5EF4-FFF2-40B4-BE49-F238E27FC236}">
                <a16:creationId xmlns:a16="http://schemas.microsoft.com/office/drawing/2014/main" id="{84A01AC0-58EA-487C-9ED9-0B5AB9401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6095"/>
            <a:ext cx="1333500" cy="1647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13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rPr>
              <a:t>G7</a:t>
            </a:r>
          </a:p>
        </p:txBody>
      </p:sp>
      <p:sp>
        <p:nvSpPr>
          <p:cNvPr id="197" name="">
            <a:extLst xmlns:a="http://schemas.openxmlformats.org/drawingml/2006/main">
              <a:ext uri="{FF2B5EF4-FFF2-40B4-BE49-F238E27FC236}">
                <a16:creationId xmlns:a16="http://schemas.microsoft.com/office/drawing/2014/main" id="{47ED9F0E-C52C-4602-A0BE-50BA5202D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3046095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BFD"/>
          </a:solidFill>
          <a:ln xmlns:a="http://schemas.openxmlformats.org/drawingml/2006/main" w="0">
            <a:noFill/>
          </a:ln>
        </p:spPr>
      </p:sp>
      <p:sp>
        <p:nvSpPr>
          <p:cNvPr id="198" name="">
            <a:extLst xmlns:a="http://schemas.openxmlformats.org/drawingml/2006/main">
              <a:ext uri="{FF2B5EF4-FFF2-40B4-BE49-F238E27FC236}">
                <a16:creationId xmlns:a16="http://schemas.microsoft.com/office/drawing/2014/main" id="{AF38E30C-EBBE-46DA-A597-6967EB5BF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99335" y="3046095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BFD"/>
          </a:solidFill>
          <a:ln xmlns:a="http://schemas.openxmlformats.org/drawingml/2006/main" w="0">
            <a:noFill/>
          </a:ln>
        </p:spPr>
      </p:sp>
      <p:sp>
        <p:nvSpPr>
          <p:cNvPr id="199" name="">
            <a:extLst xmlns:a="http://schemas.openxmlformats.org/drawingml/2006/main">
              <a:ext uri="{FF2B5EF4-FFF2-40B4-BE49-F238E27FC236}">
                <a16:creationId xmlns:a16="http://schemas.microsoft.com/office/drawing/2014/main" id="{F8953C87-651B-4849-9591-4B70BAC3F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2220" y="3046095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BFD"/>
          </a:solidFill>
          <a:ln xmlns:a="http://schemas.openxmlformats.org/drawingml/2006/main" w="0">
            <a:noFill/>
          </a:ln>
        </p:spPr>
      </p:sp>
      <p:sp>
        <p:nvSpPr>
          <p:cNvPr id="200" name="">
            <a:extLst xmlns:a="http://schemas.openxmlformats.org/drawingml/2006/main">
              <a:ext uri="{FF2B5EF4-FFF2-40B4-BE49-F238E27FC236}">
                <a16:creationId xmlns:a16="http://schemas.microsoft.com/office/drawing/2014/main" id="{AB0DC17B-07FD-4E61-99C8-73AAE7556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5105" y="3046095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D"/>
          </a:solidFill>
          <a:ln xmlns:a="http://schemas.openxmlformats.org/drawingml/2006/main" w="0">
            <a:noFill/>
          </a:ln>
        </p:spPr>
      </p:sp>
      <p:sp>
        <p:nvSpPr>
          <p:cNvPr id="201" name="">
            <a:extLst xmlns:a="http://schemas.openxmlformats.org/drawingml/2006/main">
              <a:ext uri="{FF2B5EF4-FFF2-40B4-BE49-F238E27FC236}">
                <a16:creationId xmlns:a16="http://schemas.microsoft.com/office/drawing/2014/main" id="{D32C3F01-7F7A-4A93-87CB-937D8877D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67990" y="3046095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D"/>
          </a:solidFill>
          <a:ln xmlns:a="http://schemas.openxmlformats.org/drawingml/2006/main" w="0">
            <a:noFill/>
          </a:ln>
        </p:spPr>
      </p:sp>
      <p:sp>
        <p:nvSpPr>
          <p:cNvPr id="202" name="">
            <a:extLst xmlns:a="http://schemas.openxmlformats.org/drawingml/2006/main">
              <a:ext uri="{FF2B5EF4-FFF2-40B4-BE49-F238E27FC236}">
                <a16:creationId xmlns:a16="http://schemas.microsoft.com/office/drawing/2014/main" id="{9560494A-654C-4336-B57B-ADA919A86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3046095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D"/>
          </a:solidFill>
          <a:ln xmlns:a="http://schemas.openxmlformats.org/drawingml/2006/main" w="0">
            <a:noFill/>
          </a:ln>
        </p:spPr>
      </p:sp>
      <p:sp>
        <p:nvSpPr>
          <p:cNvPr id="203" name="">
            <a:extLst xmlns:a="http://schemas.openxmlformats.org/drawingml/2006/main">
              <a:ext uri="{FF2B5EF4-FFF2-40B4-BE49-F238E27FC236}">
                <a16:creationId xmlns:a16="http://schemas.microsoft.com/office/drawing/2014/main" id="{268ACA2B-F5FE-4C5E-912B-974571CBC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3760" y="3046095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C"/>
          </a:solidFill>
          <a:ln xmlns:a="http://schemas.openxmlformats.org/drawingml/2006/main" w="0">
            <a:noFill/>
          </a:ln>
        </p:spPr>
      </p:sp>
      <p:sp>
        <p:nvSpPr>
          <p:cNvPr id="204" name="">
            <a:extLst xmlns:a="http://schemas.openxmlformats.org/drawingml/2006/main">
              <a:ext uri="{FF2B5EF4-FFF2-40B4-BE49-F238E27FC236}">
                <a16:creationId xmlns:a16="http://schemas.microsoft.com/office/drawing/2014/main" id="{97859EE4-0220-4915-A36E-296B5942B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6645" y="3046095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C"/>
          </a:solidFill>
          <a:ln xmlns:a="http://schemas.openxmlformats.org/drawingml/2006/main" w="0">
            <a:noFill/>
          </a:ln>
        </p:spPr>
      </p:sp>
      <p:sp>
        <p:nvSpPr>
          <p:cNvPr id="205" name="">
            <a:extLst xmlns:a="http://schemas.openxmlformats.org/drawingml/2006/main">
              <a:ext uri="{FF2B5EF4-FFF2-40B4-BE49-F238E27FC236}">
                <a16:creationId xmlns:a16="http://schemas.microsoft.com/office/drawing/2014/main" id="{B86E24B8-2960-446F-8E32-D58B67034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9530" y="3046095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AFC"/>
          </a:solidFill>
          <a:ln xmlns:a="http://schemas.openxmlformats.org/drawingml/2006/main" w="0">
            <a:noFill/>
          </a:ln>
        </p:spPr>
      </p:sp>
      <p:sp>
        <p:nvSpPr>
          <p:cNvPr id="206" name="">
            <a:extLst xmlns:a="http://schemas.openxmlformats.org/drawingml/2006/main">
              <a:ext uri="{FF2B5EF4-FFF2-40B4-BE49-F238E27FC236}">
                <a16:creationId xmlns:a16="http://schemas.microsoft.com/office/drawing/2014/main" id="{642A9F32-1F00-4148-BABE-5F73D553A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82415" y="3046095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AFC"/>
          </a:solidFill>
          <a:ln xmlns:a="http://schemas.openxmlformats.org/drawingml/2006/main" w="0">
            <a:noFill/>
          </a:ln>
        </p:spPr>
      </p:sp>
      <p:sp>
        <p:nvSpPr>
          <p:cNvPr id="207" name="">
            <a:extLst xmlns:a="http://schemas.openxmlformats.org/drawingml/2006/main">
              <a:ext uri="{FF2B5EF4-FFF2-40B4-BE49-F238E27FC236}">
                <a16:creationId xmlns:a16="http://schemas.microsoft.com/office/drawing/2014/main" id="{840CBA4D-3DCE-4347-9A77-01F679DDB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3046095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AFC"/>
          </a:solidFill>
          <a:ln xmlns:a="http://schemas.openxmlformats.org/drawingml/2006/main" w="0">
            <a:noFill/>
          </a:ln>
        </p:spPr>
      </p:sp>
      <p:sp>
        <p:nvSpPr>
          <p:cNvPr id="208" name="">
            <a:extLst xmlns:a="http://schemas.openxmlformats.org/drawingml/2006/main">
              <a:ext uri="{FF2B5EF4-FFF2-40B4-BE49-F238E27FC236}">
                <a16:creationId xmlns:a16="http://schemas.microsoft.com/office/drawing/2014/main" id="{AFAE0263-AE3C-44F4-9A93-E28E4AAC7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8185" y="3046095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9FC"/>
          </a:solidFill>
          <a:ln xmlns:a="http://schemas.openxmlformats.org/drawingml/2006/main" w="0">
            <a:noFill/>
          </a:ln>
        </p:spPr>
      </p:sp>
      <p:sp>
        <p:nvSpPr>
          <p:cNvPr id="209" name="">
            <a:extLst xmlns:a="http://schemas.openxmlformats.org/drawingml/2006/main">
              <a:ext uri="{FF2B5EF4-FFF2-40B4-BE49-F238E27FC236}">
                <a16:creationId xmlns:a16="http://schemas.microsoft.com/office/drawing/2014/main" id="{C10117FE-6F71-4ED9-B5FC-0878E27E5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1070" y="3046095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9FC"/>
          </a:solidFill>
          <a:ln xmlns:a="http://schemas.openxmlformats.org/drawingml/2006/main" w="0">
            <a:noFill/>
          </a:ln>
        </p:spPr>
      </p:sp>
      <p:sp>
        <p:nvSpPr>
          <p:cNvPr id="210" name="">
            <a:extLst xmlns:a="http://schemas.openxmlformats.org/drawingml/2006/main">
              <a:ext uri="{FF2B5EF4-FFF2-40B4-BE49-F238E27FC236}">
                <a16:creationId xmlns:a16="http://schemas.microsoft.com/office/drawing/2014/main" id="{91C52DF6-6E37-44FA-886C-E441E4B2A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3955" y="3046095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9FC"/>
          </a:solidFill>
          <a:ln xmlns:a="http://schemas.openxmlformats.org/drawingml/2006/main" w="0">
            <a:noFill/>
          </a:ln>
        </p:spPr>
      </p:sp>
      <p:sp>
        <p:nvSpPr>
          <p:cNvPr id="211" name="">
            <a:extLst xmlns:a="http://schemas.openxmlformats.org/drawingml/2006/main">
              <a:ext uri="{FF2B5EF4-FFF2-40B4-BE49-F238E27FC236}">
                <a16:creationId xmlns:a16="http://schemas.microsoft.com/office/drawing/2014/main" id="{CC3997A6-D196-43BC-A439-BCFAFBB81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6840" y="3046095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9FB"/>
          </a:solidFill>
          <a:ln xmlns:a="http://schemas.openxmlformats.org/drawingml/2006/main" w="0">
            <a:noFill/>
          </a:ln>
        </p:spPr>
      </p:sp>
      <p:sp>
        <p:nvSpPr>
          <p:cNvPr id="212" name="">
            <a:extLst xmlns:a="http://schemas.openxmlformats.org/drawingml/2006/main">
              <a:ext uri="{FF2B5EF4-FFF2-40B4-BE49-F238E27FC236}">
                <a16:creationId xmlns:a16="http://schemas.microsoft.com/office/drawing/2014/main" id="{90A5D7F4-2E47-4050-BE23-D312AB352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9725" y="3046095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9FB"/>
          </a:solidFill>
          <a:ln xmlns:a="http://schemas.openxmlformats.org/drawingml/2006/main" w="0">
            <a:noFill/>
          </a:ln>
        </p:spPr>
      </p:sp>
      <p:sp>
        <p:nvSpPr>
          <p:cNvPr id="213" name="">
            <a:extLst xmlns:a="http://schemas.openxmlformats.org/drawingml/2006/main">
              <a:ext uri="{FF2B5EF4-FFF2-40B4-BE49-F238E27FC236}">
                <a16:creationId xmlns:a16="http://schemas.microsoft.com/office/drawing/2014/main" id="{19F259B5-0558-42FF-B585-E62326C06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42610" y="3046095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9FB"/>
          </a:solidFill>
          <a:ln xmlns:a="http://schemas.openxmlformats.org/drawingml/2006/main" w="0">
            <a:noFill/>
          </a:ln>
        </p:spPr>
      </p:sp>
      <p:sp>
        <p:nvSpPr>
          <p:cNvPr id="214" name="">
            <a:extLst xmlns:a="http://schemas.openxmlformats.org/drawingml/2006/main">
              <a:ext uri="{FF2B5EF4-FFF2-40B4-BE49-F238E27FC236}">
                <a16:creationId xmlns:a16="http://schemas.microsoft.com/office/drawing/2014/main" id="{FC13BF11-B3DA-4DF6-BBA6-3AE02B37A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5495" y="3046095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9FB"/>
          </a:solidFill>
          <a:ln xmlns:a="http://schemas.openxmlformats.org/drawingml/2006/main" w="0">
            <a:noFill/>
          </a:ln>
        </p:spPr>
      </p:sp>
      <p:sp>
        <p:nvSpPr>
          <p:cNvPr id="215" name="">
            <a:extLst xmlns:a="http://schemas.openxmlformats.org/drawingml/2006/main">
              <a:ext uri="{FF2B5EF4-FFF2-40B4-BE49-F238E27FC236}">
                <a16:creationId xmlns:a16="http://schemas.microsoft.com/office/drawing/2014/main" id="{6CE0B538-757B-4632-970A-DCD24C6F8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8380" y="3046095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9FB"/>
          </a:solidFill>
          <a:ln xmlns:a="http://schemas.openxmlformats.org/drawingml/2006/main" w="0">
            <a:noFill/>
          </a:ln>
        </p:spPr>
      </p:sp>
      <p:sp>
        <p:nvSpPr>
          <p:cNvPr id="216" name="">
            <a:extLst xmlns:a="http://schemas.openxmlformats.org/drawingml/2006/main">
              <a:ext uri="{FF2B5EF4-FFF2-40B4-BE49-F238E27FC236}">
                <a16:creationId xmlns:a16="http://schemas.microsoft.com/office/drawing/2014/main" id="{1C0A66A6-350C-4F15-AAB2-7F7E49CB4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1265" y="3046095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8FB"/>
          </a:solidFill>
          <a:ln xmlns:a="http://schemas.openxmlformats.org/drawingml/2006/main" w="0">
            <a:noFill/>
          </a:ln>
        </p:spPr>
      </p:sp>
      <p:sp>
        <p:nvSpPr>
          <p:cNvPr id="217" name="">
            <a:extLst xmlns:a="http://schemas.openxmlformats.org/drawingml/2006/main">
              <a:ext uri="{FF2B5EF4-FFF2-40B4-BE49-F238E27FC236}">
                <a16:creationId xmlns:a16="http://schemas.microsoft.com/office/drawing/2014/main" id="{5B14599E-C126-4423-AA4D-B4B489728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3046095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8FB"/>
          </a:solidFill>
          <a:ln xmlns:a="http://schemas.openxmlformats.org/drawingml/2006/main" w="0">
            <a:noFill/>
          </a:ln>
        </p:spPr>
      </p:sp>
      <p:sp>
        <p:nvSpPr>
          <p:cNvPr id="218" name="">
            <a:extLst xmlns:a="http://schemas.openxmlformats.org/drawingml/2006/main">
              <a:ext uri="{FF2B5EF4-FFF2-40B4-BE49-F238E27FC236}">
                <a16:creationId xmlns:a16="http://schemas.microsoft.com/office/drawing/2014/main" id="{01D48DBC-4290-4C80-AF2B-C219930B3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57035" y="3046095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8FB"/>
          </a:solidFill>
          <a:ln xmlns:a="http://schemas.openxmlformats.org/drawingml/2006/main" w="0">
            <a:noFill/>
          </a:ln>
        </p:spPr>
      </p:sp>
      <p:sp>
        <p:nvSpPr>
          <p:cNvPr id="219" name="">
            <a:extLst xmlns:a="http://schemas.openxmlformats.org/drawingml/2006/main">
              <a:ext uri="{FF2B5EF4-FFF2-40B4-BE49-F238E27FC236}">
                <a16:creationId xmlns:a16="http://schemas.microsoft.com/office/drawing/2014/main" id="{AC1352BC-8BAB-4AD8-996E-8C2C9A0F6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9920" y="3046095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8FB"/>
          </a:solidFill>
          <a:ln xmlns:a="http://schemas.openxmlformats.org/drawingml/2006/main" w="0">
            <a:noFill/>
          </a:ln>
        </p:spPr>
      </p:sp>
      <p:sp>
        <p:nvSpPr>
          <p:cNvPr id="220" name="">
            <a:extLst xmlns:a="http://schemas.openxmlformats.org/drawingml/2006/main">
              <a:ext uri="{FF2B5EF4-FFF2-40B4-BE49-F238E27FC236}">
                <a16:creationId xmlns:a16="http://schemas.microsoft.com/office/drawing/2014/main" id="{C8E160E0-28F1-45DC-9F8E-A155007AF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2805" y="3046095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8FB"/>
          </a:solidFill>
          <a:ln xmlns:a="http://schemas.openxmlformats.org/drawingml/2006/main" w="0">
            <a:noFill/>
          </a:ln>
        </p:spPr>
      </p:sp>
      <p:sp>
        <p:nvSpPr>
          <p:cNvPr id="221" name="">
            <a:extLst xmlns:a="http://schemas.openxmlformats.org/drawingml/2006/main">
              <a:ext uri="{FF2B5EF4-FFF2-40B4-BE49-F238E27FC236}">
                <a16:creationId xmlns:a16="http://schemas.microsoft.com/office/drawing/2014/main" id="{7CC3EA43-8194-469A-B2F1-ED9567EF1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5690" y="3046095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8FB"/>
          </a:solidFill>
          <a:ln xmlns:a="http://schemas.openxmlformats.org/drawingml/2006/main" w="0">
            <a:noFill/>
          </a:ln>
        </p:spPr>
      </p:sp>
      <p:sp>
        <p:nvSpPr>
          <p:cNvPr id="222" name="">
            <a:extLst xmlns:a="http://schemas.openxmlformats.org/drawingml/2006/main">
              <a:ext uri="{FF2B5EF4-FFF2-40B4-BE49-F238E27FC236}">
                <a16:creationId xmlns:a16="http://schemas.microsoft.com/office/drawing/2014/main" id="{8EB8622D-082C-455D-88E7-51C97930D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48575" y="3046095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8FA"/>
          </a:solidFill>
          <a:ln xmlns:a="http://schemas.openxmlformats.org/drawingml/2006/main" w="0">
            <a:noFill/>
          </a:ln>
        </p:spPr>
      </p:sp>
      <p:sp>
        <p:nvSpPr>
          <p:cNvPr id="223" name="">
            <a:extLst xmlns:a="http://schemas.openxmlformats.org/drawingml/2006/main">
              <a:ext uri="{FF2B5EF4-FFF2-40B4-BE49-F238E27FC236}">
                <a16:creationId xmlns:a16="http://schemas.microsoft.com/office/drawing/2014/main" id="{9F77930A-4587-4CB9-8F3E-9CA720FAC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1460" y="3046095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8FA"/>
          </a:solidFill>
          <a:ln xmlns:a="http://schemas.openxmlformats.org/drawingml/2006/main" w="0">
            <a:noFill/>
          </a:ln>
        </p:spPr>
      </p:sp>
      <p:sp>
        <p:nvSpPr>
          <p:cNvPr id="224" name="">
            <a:extLst xmlns:a="http://schemas.openxmlformats.org/drawingml/2006/main">
              <a:ext uri="{FF2B5EF4-FFF2-40B4-BE49-F238E27FC236}">
                <a16:creationId xmlns:a16="http://schemas.microsoft.com/office/drawing/2014/main" id="{D5E33274-812C-4B16-B929-C71F1B7E7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4345" y="3046095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</a:ln>
        </p:spPr>
      </p:sp>
      <p:sp>
        <p:nvSpPr>
          <p:cNvPr id="225" name="">
            <a:extLst xmlns:a="http://schemas.openxmlformats.org/drawingml/2006/main">
              <a:ext uri="{FF2B5EF4-FFF2-40B4-BE49-F238E27FC236}">
                <a16:creationId xmlns:a16="http://schemas.microsoft.com/office/drawing/2014/main" id="{C2D9A5B0-AF6A-4955-A010-8B9118C94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7230" y="3046095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</a:ln>
        </p:spPr>
      </p:sp>
      <p:sp>
        <p:nvSpPr>
          <p:cNvPr id="226" name="">
            <a:extLst xmlns:a="http://schemas.openxmlformats.org/drawingml/2006/main">
              <a:ext uri="{FF2B5EF4-FFF2-40B4-BE49-F238E27FC236}">
                <a16:creationId xmlns:a16="http://schemas.microsoft.com/office/drawing/2014/main" id="{EA04231C-48C2-4D1F-BC45-3EEBB774C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0115" y="3046095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7FA"/>
          </a:solidFill>
          <a:ln xmlns:a="http://schemas.openxmlformats.org/drawingml/2006/main" w="0">
            <a:noFill/>
          </a:ln>
        </p:spPr>
      </p:sp>
      <p:sp>
        <p:nvSpPr>
          <p:cNvPr id="227" name="">
            <a:extLst xmlns:a="http://schemas.openxmlformats.org/drawingml/2006/main">
              <a:ext uri="{FF2B5EF4-FFF2-40B4-BE49-F238E27FC236}">
                <a16:creationId xmlns:a16="http://schemas.microsoft.com/office/drawing/2014/main" id="{2FBF154E-F2C5-49D5-86CA-BD05B4B27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046095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7FA"/>
          </a:solidFill>
          <a:ln xmlns:a="http://schemas.openxmlformats.org/drawingml/2006/main" w="0">
            <a:noFill/>
          </a:ln>
        </p:spPr>
      </p:sp>
      <p:sp>
        <p:nvSpPr>
          <p:cNvPr id="228" name="">
            <a:extLst xmlns:a="http://schemas.openxmlformats.org/drawingml/2006/main">
              <a:ext uri="{FF2B5EF4-FFF2-40B4-BE49-F238E27FC236}">
                <a16:creationId xmlns:a16="http://schemas.microsoft.com/office/drawing/2014/main" id="{F36155DD-D282-4A9A-A2D9-54031BC53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10878"/>
            <a:ext cx="1333500" cy="1647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13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rPr>
              <a:t>G8</a:t>
            </a:r>
          </a:p>
        </p:txBody>
      </p:sp>
      <p:sp>
        <p:nvSpPr>
          <p:cNvPr id="229" name="">
            <a:extLst xmlns:a="http://schemas.openxmlformats.org/drawingml/2006/main">
              <a:ext uri="{FF2B5EF4-FFF2-40B4-BE49-F238E27FC236}">
                <a16:creationId xmlns:a16="http://schemas.microsoft.com/office/drawing/2014/main" id="{2B92A8EF-998A-495F-A132-088A79F92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3210878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BFD"/>
          </a:solidFill>
          <a:ln xmlns:a="http://schemas.openxmlformats.org/drawingml/2006/main" w="0">
            <a:noFill/>
          </a:ln>
        </p:spPr>
      </p:sp>
      <p:sp>
        <p:nvSpPr>
          <p:cNvPr id="230" name="">
            <a:extLst xmlns:a="http://schemas.openxmlformats.org/drawingml/2006/main">
              <a:ext uri="{FF2B5EF4-FFF2-40B4-BE49-F238E27FC236}">
                <a16:creationId xmlns:a16="http://schemas.microsoft.com/office/drawing/2014/main" id="{84281744-B7ED-4779-BFDC-AC95B534A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99335" y="3210878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BFD"/>
          </a:solidFill>
          <a:ln xmlns:a="http://schemas.openxmlformats.org/drawingml/2006/main" w="0">
            <a:noFill/>
          </a:ln>
        </p:spPr>
      </p:sp>
      <p:sp>
        <p:nvSpPr>
          <p:cNvPr id="231" name="">
            <a:extLst xmlns:a="http://schemas.openxmlformats.org/drawingml/2006/main">
              <a:ext uri="{FF2B5EF4-FFF2-40B4-BE49-F238E27FC236}">
                <a16:creationId xmlns:a16="http://schemas.microsoft.com/office/drawing/2014/main" id="{8ED2C205-D5ED-40C3-8CE4-95B78FDFC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2220" y="3210878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BFD"/>
          </a:solidFill>
          <a:ln xmlns:a="http://schemas.openxmlformats.org/drawingml/2006/main" w="0">
            <a:noFill/>
          </a:ln>
        </p:spPr>
      </p:sp>
      <p:sp>
        <p:nvSpPr>
          <p:cNvPr id="232" name="">
            <a:extLst xmlns:a="http://schemas.openxmlformats.org/drawingml/2006/main">
              <a:ext uri="{FF2B5EF4-FFF2-40B4-BE49-F238E27FC236}">
                <a16:creationId xmlns:a16="http://schemas.microsoft.com/office/drawing/2014/main" id="{00A345A8-A2DB-4E3B-8395-C03B8CA51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5105" y="3210878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D"/>
          </a:solidFill>
          <a:ln xmlns:a="http://schemas.openxmlformats.org/drawingml/2006/main" w="0">
            <a:noFill/>
          </a:ln>
        </p:spPr>
      </p:sp>
      <p:sp>
        <p:nvSpPr>
          <p:cNvPr id="233" name="">
            <a:extLst xmlns:a="http://schemas.openxmlformats.org/drawingml/2006/main">
              <a:ext uri="{FF2B5EF4-FFF2-40B4-BE49-F238E27FC236}">
                <a16:creationId xmlns:a16="http://schemas.microsoft.com/office/drawing/2014/main" id="{A9186009-166A-4240-98A7-F9AD9ED12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67990" y="3210878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D"/>
          </a:solidFill>
          <a:ln xmlns:a="http://schemas.openxmlformats.org/drawingml/2006/main" w="0">
            <a:noFill/>
          </a:ln>
        </p:spPr>
      </p:sp>
      <p:sp>
        <p:nvSpPr>
          <p:cNvPr id="234" name="">
            <a:extLst xmlns:a="http://schemas.openxmlformats.org/drawingml/2006/main">
              <a:ext uri="{FF2B5EF4-FFF2-40B4-BE49-F238E27FC236}">
                <a16:creationId xmlns:a16="http://schemas.microsoft.com/office/drawing/2014/main" id="{7FC7BF5F-8997-4A68-B59D-5E1524BA7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3210878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D"/>
          </a:solidFill>
          <a:ln xmlns:a="http://schemas.openxmlformats.org/drawingml/2006/main" w="0">
            <a:noFill/>
          </a:ln>
        </p:spPr>
      </p:sp>
      <p:sp>
        <p:nvSpPr>
          <p:cNvPr id="235" name="">
            <a:extLst xmlns:a="http://schemas.openxmlformats.org/drawingml/2006/main">
              <a:ext uri="{FF2B5EF4-FFF2-40B4-BE49-F238E27FC236}">
                <a16:creationId xmlns:a16="http://schemas.microsoft.com/office/drawing/2014/main" id="{D588F5B2-346D-4CF1-A5DF-6D7599C81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3760" y="3210878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D"/>
          </a:solidFill>
          <a:ln xmlns:a="http://schemas.openxmlformats.org/drawingml/2006/main" w="0">
            <a:noFill/>
          </a:ln>
        </p:spPr>
      </p:sp>
      <p:sp>
        <p:nvSpPr>
          <p:cNvPr id="236" name="">
            <a:extLst xmlns:a="http://schemas.openxmlformats.org/drawingml/2006/main">
              <a:ext uri="{FF2B5EF4-FFF2-40B4-BE49-F238E27FC236}">
                <a16:creationId xmlns:a16="http://schemas.microsoft.com/office/drawing/2014/main" id="{D9D78F0E-078F-4BDE-A601-D7972986E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6645" y="3210878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C"/>
          </a:solidFill>
          <a:ln xmlns:a="http://schemas.openxmlformats.org/drawingml/2006/main" w="0">
            <a:noFill/>
          </a:ln>
        </p:spPr>
      </p:sp>
      <p:sp>
        <p:nvSpPr>
          <p:cNvPr id="237" name="">
            <a:extLst xmlns:a="http://schemas.openxmlformats.org/drawingml/2006/main">
              <a:ext uri="{FF2B5EF4-FFF2-40B4-BE49-F238E27FC236}">
                <a16:creationId xmlns:a16="http://schemas.microsoft.com/office/drawing/2014/main" id="{2A545CAF-41C1-4581-B864-36E3E4A2C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9530" y="3210878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C"/>
          </a:solidFill>
          <a:ln xmlns:a="http://schemas.openxmlformats.org/drawingml/2006/main" w="0">
            <a:noFill/>
          </a:ln>
        </p:spPr>
      </p:sp>
      <p:sp>
        <p:nvSpPr>
          <p:cNvPr id="238" name="">
            <a:extLst xmlns:a="http://schemas.openxmlformats.org/drawingml/2006/main">
              <a:ext uri="{FF2B5EF4-FFF2-40B4-BE49-F238E27FC236}">
                <a16:creationId xmlns:a16="http://schemas.microsoft.com/office/drawing/2014/main" id="{BF7CCAF1-75F9-476E-9557-3AABA26EF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82415" y="3210878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C"/>
          </a:solidFill>
          <a:ln xmlns:a="http://schemas.openxmlformats.org/drawingml/2006/main" w="0">
            <a:noFill/>
          </a:ln>
        </p:spPr>
      </p:sp>
      <p:sp>
        <p:nvSpPr>
          <p:cNvPr id="239" name="">
            <a:extLst xmlns:a="http://schemas.openxmlformats.org/drawingml/2006/main">
              <a:ext uri="{FF2B5EF4-FFF2-40B4-BE49-F238E27FC236}">
                <a16:creationId xmlns:a16="http://schemas.microsoft.com/office/drawing/2014/main" id="{DDBC6534-5ED7-46A3-8BDA-BCA54C0BA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3210878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AFC"/>
          </a:solidFill>
          <a:ln xmlns:a="http://schemas.openxmlformats.org/drawingml/2006/main" w="0">
            <a:noFill/>
          </a:ln>
        </p:spPr>
      </p:sp>
      <p:sp>
        <p:nvSpPr>
          <p:cNvPr id="240" name="">
            <a:extLst xmlns:a="http://schemas.openxmlformats.org/drawingml/2006/main">
              <a:ext uri="{FF2B5EF4-FFF2-40B4-BE49-F238E27FC236}">
                <a16:creationId xmlns:a16="http://schemas.microsoft.com/office/drawing/2014/main" id="{9B3F7972-62D2-4FDE-8999-23EADF8A7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8185" y="3210878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AFC"/>
          </a:solidFill>
          <a:ln xmlns:a="http://schemas.openxmlformats.org/drawingml/2006/main" w="0">
            <a:noFill/>
          </a:ln>
        </p:spPr>
      </p:sp>
      <p:sp>
        <p:nvSpPr>
          <p:cNvPr id="241" name="">
            <a:extLst xmlns:a="http://schemas.openxmlformats.org/drawingml/2006/main">
              <a:ext uri="{FF2B5EF4-FFF2-40B4-BE49-F238E27FC236}">
                <a16:creationId xmlns:a16="http://schemas.microsoft.com/office/drawing/2014/main" id="{A2563C8D-41FE-4555-88C6-5E1AFC2CF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1070" y="3210878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AFC"/>
          </a:solidFill>
          <a:ln xmlns:a="http://schemas.openxmlformats.org/drawingml/2006/main" w="0">
            <a:noFill/>
          </a:ln>
        </p:spPr>
      </p:sp>
      <p:sp>
        <p:nvSpPr>
          <p:cNvPr id="242" name="">
            <a:extLst xmlns:a="http://schemas.openxmlformats.org/drawingml/2006/main">
              <a:ext uri="{FF2B5EF4-FFF2-40B4-BE49-F238E27FC236}">
                <a16:creationId xmlns:a16="http://schemas.microsoft.com/office/drawing/2014/main" id="{2D42A437-0D86-4FD9-9A87-A6F1BE57E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3955" y="3210878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9FC"/>
          </a:solidFill>
          <a:ln xmlns:a="http://schemas.openxmlformats.org/drawingml/2006/main" w="0">
            <a:noFill/>
          </a:ln>
        </p:spPr>
      </p:sp>
      <p:sp>
        <p:nvSpPr>
          <p:cNvPr id="243" name="">
            <a:extLst xmlns:a="http://schemas.openxmlformats.org/drawingml/2006/main">
              <a:ext uri="{FF2B5EF4-FFF2-40B4-BE49-F238E27FC236}">
                <a16:creationId xmlns:a16="http://schemas.microsoft.com/office/drawing/2014/main" id="{BB6EEAD1-CF15-4C23-B294-58DE1FC50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6840" y="3210878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9FC"/>
          </a:solidFill>
          <a:ln xmlns:a="http://schemas.openxmlformats.org/drawingml/2006/main" w="0">
            <a:noFill/>
          </a:ln>
        </p:spPr>
      </p:sp>
      <p:sp>
        <p:nvSpPr>
          <p:cNvPr id="244" name="">
            <a:extLst xmlns:a="http://schemas.openxmlformats.org/drawingml/2006/main">
              <a:ext uri="{FF2B5EF4-FFF2-40B4-BE49-F238E27FC236}">
                <a16:creationId xmlns:a16="http://schemas.microsoft.com/office/drawing/2014/main" id="{42E648DC-4BAC-4697-AC65-5F07F847D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9725" y="3210878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9FC"/>
          </a:solidFill>
          <a:ln xmlns:a="http://schemas.openxmlformats.org/drawingml/2006/main" w="0">
            <a:noFill/>
          </a:ln>
        </p:spPr>
      </p:sp>
      <p:sp>
        <p:nvSpPr>
          <p:cNvPr id="245" name="">
            <a:extLst xmlns:a="http://schemas.openxmlformats.org/drawingml/2006/main">
              <a:ext uri="{FF2B5EF4-FFF2-40B4-BE49-F238E27FC236}">
                <a16:creationId xmlns:a16="http://schemas.microsoft.com/office/drawing/2014/main" id="{EF1691C4-5BDF-41AD-9A0B-9871B8769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42610" y="3210878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9FC"/>
          </a:solidFill>
          <a:ln xmlns:a="http://schemas.openxmlformats.org/drawingml/2006/main" w="0">
            <a:noFill/>
          </a:ln>
        </p:spPr>
      </p:sp>
      <p:sp>
        <p:nvSpPr>
          <p:cNvPr id="246" name="">
            <a:extLst xmlns:a="http://schemas.openxmlformats.org/drawingml/2006/main">
              <a:ext uri="{FF2B5EF4-FFF2-40B4-BE49-F238E27FC236}">
                <a16:creationId xmlns:a16="http://schemas.microsoft.com/office/drawing/2014/main" id="{883C7EA4-CB26-4985-8A50-5B838102E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5495" y="3210878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9FC"/>
          </a:solidFill>
          <a:ln xmlns:a="http://schemas.openxmlformats.org/drawingml/2006/main" w="0">
            <a:noFill/>
          </a:ln>
        </p:spPr>
      </p:sp>
      <p:sp>
        <p:nvSpPr>
          <p:cNvPr id="247" name="">
            <a:extLst xmlns:a="http://schemas.openxmlformats.org/drawingml/2006/main">
              <a:ext uri="{FF2B5EF4-FFF2-40B4-BE49-F238E27FC236}">
                <a16:creationId xmlns:a16="http://schemas.microsoft.com/office/drawing/2014/main" id="{97298433-7C95-4A22-A076-2E44BA879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8380" y="3210878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9FC"/>
          </a:solidFill>
          <a:ln xmlns:a="http://schemas.openxmlformats.org/drawingml/2006/main" w="0">
            <a:noFill/>
          </a:ln>
        </p:spPr>
      </p:sp>
      <p:sp>
        <p:nvSpPr>
          <p:cNvPr id="248" name="">
            <a:extLst xmlns:a="http://schemas.openxmlformats.org/drawingml/2006/main">
              <a:ext uri="{FF2B5EF4-FFF2-40B4-BE49-F238E27FC236}">
                <a16:creationId xmlns:a16="http://schemas.microsoft.com/office/drawing/2014/main" id="{527257DF-4A99-4C72-823F-81F57C0D5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1265" y="3210878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9FC"/>
          </a:solidFill>
          <a:ln xmlns:a="http://schemas.openxmlformats.org/drawingml/2006/main" w="0">
            <a:noFill/>
          </a:ln>
        </p:spPr>
      </p:sp>
      <p:sp>
        <p:nvSpPr>
          <p:cNvPr id="249" name="">
            <a:extLst xmlns:a="http://schemas.openxmlformats.org/drawingml/2006/main">
              <a:ext uri="{FF2B5EF4-FFF2-40B4-BE49-F238E27FC236}">
                <a16:creationId xmlns:a16="http://schemas.microsoft.com/office/drawing/2014/main" id="{1BBE66D1-BCB3-41B6-AADB-BD09B6855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3210878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9FC"/>
          </a:solidFill>
          <a:ln xmlns:a="http://schemas.openxmlformats.org/drawingml/2006/main" w="0">
            <a:noFill/>
          </a:ln>
        </p:spPr>
      </p:sp>
      <p:sp>
        <p:nvSpPr>
          <p:cNvPr id="250" name="">
            <a:extLst xmlns:a="http://schemas.openxmlformats.org/drawingml/2006/main">
              <a:ext uri="{FF2B5EF4-FFF2-40B4-BE49-F238E27FC236}">
                <a16:creationId xmlns:a16="http://schemas.microsoft.com/office/drawing/2014/main" id="{AB4E3038-A07B-4C65-97E0-937DB0347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57035" y="3210878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9FC"/>
          </a:solidFill>
          <a:ln xmlns:a="http://schemas.openxmlformats.org/drawingml/2006/main" w="0">
            <a:noFill/>
          </a:ln>
        </p:spPr>
      </p:sp>
      <p:sp>
        <p:nvSpPr>
          <p:cNvPr id="251" name="">
            <a:extLst xmlns:a="http://schemas.openxmlformats.org/drawingml/2006/main">
              <a:ext uri="{FF2B5EF4-FFF2-40B4-BE49-F238E27FC236}">
                <a16:creationId xmlns:a16="http://schemas.microsoft.com/office/drawing/2014/main" id="{3187474E-72B7-4D2D-8A96-23BD2FB46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9920" y="3210878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9FC"/>
          </a:solidFill>
          <a:ln xmlns:a="http://schemas.openxmlformats.org/drawingml/2006/main" w="0">
            <a:noFill/>
          </a:ln>
        </p:spPr>
      </p:sp>
      <p:sp>
        <p:nvSpPr>
          <p:cNvPr id="252" name="">
            <a:extLst xmlns:a="http://schemas.openxmlformats.org/drawingml/2006/main">
              <a:ext uri="{FF2B5EF4-FFF2-40B4-BE49-F238E27FC236}">
                <a16:creationId xmlns:a16="http://schemas.microsoft.com/office/drawing/2014/main" id="{D6E090A9-67FF-437D-B85F-2819A7E70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2805" y="3210878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9FB"/>
          </a:solidFill>
          <a:ln xmlns:a="http://schemas.openxmlformats.org/drawingml/2006/main" w="0">
            <a:noFill/>
          </a:ln>
        </p:spPr>
      </p:sp>
      <p:sp>
        <p:nvSpPr>
          <p:cNvPr id="253" name="">
            <a:extLst xmlns:a="http://schemas.openxmlformats.org/drawingml/2006/main">
              <a:ext uri="{FF2B5EF4-FFF2-40B4-BE49-F238E27FC236}">
                <a16:creationId xmlns:a16="http://schemas.microsoft.com/office/drawing/2014/main" id="{AC984F35-4A77-4F84-8E56-F758C4787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5690" y="3210878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9FB"/>
          </a:solidFill>
          <a:ln xmlns:a="http://schemas.openxmlformats.org/drawingml/2006/main" w="0">
            <a:noFill/>
          </a:ln>
        </p:spPr>
      </p:sp>
      <p:sp>
        <p:nvSpPr>
          <p:cNvPr id="254" name="">
            <a:extLst xmlns:a="http://schemas.openxmlformats.org/drawingml/2006/main">
              <a:ext uri="{FF2B5EF4-FFF2-40B4-BE49-F238E27FC236}">
                <a16:creationId xmlns:a16="http://schemas.microsoft.com/office/drawing/2014/main" id="{0F5D11AD-2286-4EC1-8FA7-88C2611C0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48575" y="3210878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9FB"/>
          </a:solidFill>
          <a:ln xmlns:a="http://schemas.openxmlformats.org/drawingml/2006/main" w="0">
            <a:noFill/>
          </a:ln>
        </p:spPr>
      </p:sp>
      <p:sp>
        <p:nvSpPr>
          <p:cNvPr id="255" name="">
            <a:extLst xmlns:a="http://schemas.openxmlformats.org/drawingml/2006/main">
              <a:ext uri="{FF2B5EF4-FFF2-40B4-BE49-F238E27FC236}">
                <a16:creationId xmlns:a16="http://schemas.microsoft.com/office/drawing/2014/main" id="{F362BE67-7440-4A98-A193-7C147F364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1460" y="3210878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9FB"/>
          </a:solidFill>
          <a:ln xmlns:a="http://schemas.openxmlformats.org/drawingml/2006/main" w="0">
            <a:noFill/>
          </a:ln>
        </p:spPr>
      </p:sp>
      <p:sp>
        <p:nvSpPr>
          <p:cNvPr id="256" name="">
            <a:extLst xmlns:a="http://schemas.openxmlformats.org/drawingml/2006/main">
              <a:ext uri="{FF2B5EF4-FFF2-40B4-BE49-F238E27FC236}">
                <a16:creationId xmlns:a16="http://schemas.microsoft.com/office/drawing/2014/main" id="{875B7A19-33E0-4D20-91B0-E6A00E22A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4345" y="3210878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8FB"/>
          </a:solidFill>
          <a:ln xmlns:a="http://schemas.openxmlformats.org/drawingml/2006/main" w="0">
            <a:noFill/>
          </a:ln>
        </p:spPr>
      </p:sp>
      <p:sp>
        <p:nvSpPr>
          <p:cNvPr id="257" name="">
            <a:extLst xmlns:a="http://schemas.openxmlformats.org/drawingml/2006/main">
              <a:ext uri="{FF2B5EF4-FFF2-40B4-BE49-F238E27FC236}">
                <a16:creationId xmlns:a16="http://schemas.microsoft.com/office/drawing/2014/main" id="{443A0F3A-E5E2-4FDA-A081-4AF61ED3E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7230" y="3210878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8FB"/>
          </a:solidFill>
          <a:ln xmlns:a="http://schemas.openxmlformats.org/drawingml/2006/main" w="0">
            <a:noFill/>
          </a:ln>
        </p:spPr>
      </p:sp>
      <p:sp>
        <p:nvSpPr>
          <p:cNvPr id="258" name="">
            <a:extLst xmlns:a="http://schemas.openxmlformats.org/drawingml/2006/main">
              <a:ext uri="{FF2B5EF4-FFF2-40B4-BE49-F238E27FC236}">
                <a16:creationId xmlns:a16="http://schemas.microsoft.com/office/drawing/2014/main" id="{51815542-E923-47EF-892A-EC6AE47F1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0115" y="3210878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8FB"/>
          </a:solidFill>
          <a:ln xmlns:a="http://schemas.openxmlformats.org/drawingml/2006/main" w="0">
            <a:noFill/>
          </a:ln>
        </p:spPr>
      </p:sp>
      <p:sp>
        <p:nvSpPr>
          <p:cNvPr id="259" name="">
            <a:extLst xmlns:a="http://schemas.openxmlformats.org/drawingml/2006/main">
              <a:ext uri="{FF2B5EF4-FFF2-40B4-BE49-F238E27FC236}">
                <a16:creationId xmlns:a16="http://schemas.microsoft.com/office/drawing/2014/main" id="{B53FA3A5-A888-463C-A30C-9C3D5EE12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210878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8FB"/>
          </a:solidFill>
          <a:ln xmlns:a="http://schemas.openxmlformats.org/drawingml/2006/main" w="0">
            <a:noFill/>
          </a:ln>
        </p:spPr>
      </p:sp>
      <p:sp>
        <p:nvSpPr>
          <p:cNvPr id="260" name="">
            <a:extLst xmlns:a="http://schemas.openxmlformats.org/drawingml/2006/main">
              <a:ext uri="{FF2B5EF4-FFF2-40B4-BE49-F238E27FC236}">
                <a16:creationId xmlns:a16="http://schemas.microsoft.com/office/drawing/2014/main" id="{8D5956E5-69CA-46A2-AABB-980B0820C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75660"/>
            <a:ext cx="1333500" cy="1647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13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rPr>
              <a:t>G9</a:t>
            </a:r>
          </a:p>
        </p:txBody>
      </p:sp>
      <p:sp>
        <p:nvSpPr>
          <p:cNvPr id="261" name="">
            <a:extLst xmlns:a="http://schemas.openxmlformats.org/drawingml/2006/main">
              <a:ext uri="{FF2B5EF4-FFF2-40B4-BE49-F238E27FC236}">
                <a16:creationId xmlns:a16="http://schemas.microsoft.com/office/drawing/2014/main" id="{7F8F3FB0-5D0B-4398-ACDB-3DDB1DF16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3375660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BFD"/>
          </a:solidFill>
          <a:ln xmlns:a="http://schemas.openxmlformats.org/drawingml/2006/main" w="0">
            <a:noFill/>
          </a:ln>
        </p:spPr>
      </p:sp>
      <p:sp>
        <p:nvSpPr>
          <p:cNvPr id="262" name="">
            <a:extLst xmlns:a="http://schemas.openxmlformats.org/drawingml/2006/main">
              <a:ext uri="{FF2B5EF4-FFF2-40B4-BE49-F238E27FC236}">
                <a16:creationId xmlns:a16="http://schemas.microsoft.com/office/drawing/2014/main" id="{4B8AC18E-46BB-47CC-8949-A88FB95AA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99335" y="3375660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BFD"/>
          </a:solidFill>
          <a:ln xmlns:a="http://schemas.openxmlformats.org/drawingml/2006/main" w="0">
            <a:noFill/>
          </a:ln>
        </p:spPr>
      </p:sp>
      <p:sp>
        <p:nvSpPr>
          <p:cNvPr id="263" name="">
            <a:extLst xmlns:a="http://schemas.openxmlformats.org/drawingml/2006/main">
              <a:ext uri="{FF2B5EF4-FFF2-40B4-BE49-F238E27FC236}">
                <a16:creationId xmlns:a16="http://schemas.microsoft.com/office/drawing/2014/main" id="{DA920BB7-CB15-4919-AC9B-0432B8D0F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2220" y="3375660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BFD"/>
          </a:solidFill>
          <a:ln xmlns:a="http://schemas.openxmlformats.org/drawingml/2006/main" w="0">
            <a:noFill/>
          </a:ln>
        </p:spPr>
      </p:sp>
      <p:sp>
        <p:nvSpPr>
          <p:cNvPr id="264" name="">
            <a:extLst xmlns:a="http://schemas.openxmlformats.org/drawingml/2006/main">
              <a:ext uri="{FF2B5EF4-FFF2-40B4-BE49-F238E27FC236}">
                <a16:creationId xmlns:a16="http://schemas.microsoft.com/office/drawing/2014/main" id="{0650EBA1-8BFC-4955-A3A8-93174EB3A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5105" y="3375660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BFD"/>
          </a:solidFill>
          <a:ln xmlns:a="http://schemas.openxmlformats.org/drawingml/2006/main" w="0">
            <a:noFill/>
          </a:ln>
        </p:spPr>
      </p:sp>
      <p:sp>
        <p:nvSpPr>
          <p:cNvPr id="265" name="">
            <a:extLst xmlns:a="http://schemas.openxmlformats.org/drawingml/2006/main">
              <a:ext uri="{FF2B5EF4-FFF2-40B4-BE49-F238E27FC236}">
                <a16:creationId xmlns:a16="http://schemas.microsoft.com/office/drawing/2014/main" id="{DBC65FA1-661B-4383-8A3B-C42F99CD5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67990" y="3375660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D"/>
          </a:solidFill>
          <a:ln xmlns:a="http://schemas.openxmlformats.org/drawingml/2006/main" w="0">
            <a:noFill/>
          </a:ln>
        </p:spPr>
      </p:sp>
      <p:sp>
        <p:nvSpPr>
          <p:cNvPr id="266" name="">
            <a:extLst xmlns:a="http://schemas.openxmlformats.org/drawingml/2006/main">
              <a:ext uri="{FF2B5EF4-FFF2-40B4-BE49-F238E27FC236}">
                <a16:creationId xmlns:a16="http://schemas.microsoft.com/office/drawing/2014/main" id="{8984D044-F222-44AD-8FDE-2673AB9A6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3375660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D"/>
          </a:solidFill>
          <a:ln xmlns:a="http://schemas.openxmlformats.org/drawingml/2006/main" w="0">
            <a:noFill/>
          </a:ln>
        </p:spPr>
      </p:sp>
      <p:sp>
        <p:nvSpPr>
          <p:cNvPr id="267" name="">
            <a:extLst xmlns:a="http://schemas.openxmlformats.org/drawingml/2006/main">
              <a:ext uri="{FF2B5EF4-FFF2-40B4-BE49-F238E27FC236}">
                <a16:creationId xmlns:a16="http://schemas.microsoft.com/office/drawing/2014/main" id="{23D0D0B6-21B1-43C3-BBE0-2FD9B5080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3760" y="3375660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C"/>
          </a:solidFill>
          <a:ln xmlns:a="http://schemas.openxmlformats.org/drawingml/2006/main" w="0">
            <a:noFill/>
          </a:ln>
        </p:spPr>
      </p:sp>
      <p:sp>
        <p:nvSpPr>
          <p:cNvPr id="268" name="">
            <a:extLst xmlns:a="http://schemas.openxmlformats.org/drawingml/2006/main">
              <a:ext uri="{FF2B5EF4-FFF2-40B4-BE49-F238E27FC236}">
                <a16:creationId xmlns:a16="http://schemas.microsoft.com/office/drawing/2014/main" id="{0CCA6E2B-78DB-48FF-AC2D-6A1A6D149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6645" y="3375660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C"/>
          </a:solidFill>
          <a:ln xmlns:a="http://schemas.openxmlformats.org/drawingml/2006/main" w="0">
            <a:noFill/>
          </a:ln>
        </p:spPr>
      </p:sp>
      <p:sp>
        <p:nvSpPr>
          <p:cNvPr id="269" name="">
            <a:extLst xmlns:a="http://schemas.openxmlformats.org/drawingml/2006/main">
              <a:ext uri="{FF2B5EF4-FFF2-40B4-BE49-F238E27FC236}">
                <a16:creationId xmlns:a16="http://schemas.microsoft.com/office/drawing/2014/main" id="{426F0CD0-6A33-46F7-87D7-701ACF004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9530" y="3375660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AFC"/>
          </a:solidFill>
          <a:ln xmlns:a="http://schemas.openxmlformats.org/drawingml/2006/main" w="0">
            <a:noFill/>
          </a:ln>
        </p:spPr>
      </p:sp>
      <p:sp>
        <p:nvSpPr>
          <p:cNvPr id="270" name="">
            <a:extLst xmlns:a="http://schemas.openxmlformats.org/drawingml/2006/main">
              <a:ext uri="{FF2B5EF4-FFF2-40B4-BE49-F238E27FC236}">
                <a16:creationId xmlns:a16="http://schemas.microsoft.com/office/drawing/2014/main" id="{15AD3B1F-84A2-46F9-9943-15F777CBA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82415" y="3375660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AFC"/>
          </a:solidFill>
          <a:ln xmlns:a="http://schemas.openxmlformats.org/drawingml/2006/main" w="0">
            <a:noFill/>
          </a:ln>
        </p:spPr>
      </p:sp>
      <p:sp>
        <p:nvSpPr>
          <p:cNvPr id="271" name="">
            <a:extLst xmlns:a="http://schemas.openxmlformats.org/drawingml/2006/main">
              <a:ext uri="{FF2B5EF4-FFF2-40B4-BE49-F238E27FC236}">
                <a16:creationId xmlns:a16="http://schemas.microsoft.com/office/drawing/2014/main" id="{C2143BE4-6D31-422C-A170-9A16465EB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3375660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AFC"/>
          </a:solidFill>
          <a:ln xmlns:a="http://schemas.openxmlformats.org/drawingml/2006/main" w="0">
            <a:noFill/>
          </a:ln>
        </p:spPr>
      </p:sp>
      <p:sp>
        <p:nvSpPr>
          <p:cNvPr id="272" name="">
            <a:extLst xmlns:a="http://schemas.openxmlformats.org/drawingml/2006/main">
              <a:ext uri="{FF2B5EF4-FFF2-40B4-BE49-F238E27FC236}">
                <a16:creationId xmlns:a16="http://schemas.microsoft.com/office/drawing/2014/main" id="{9E75A8FF-63A2-413D-BC78-8B9F3D70B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8185" y="3375660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9FC"/>
          </a:solidFill>
          <a:ln xmlns:a="http://schemas.openxmlformats.org/drawingml/2006/main" w="0">
            <a:noFill/>
          </a:ln>
        </p:spPr>
      </p:sp>
      <p:sp>
        <p:nvSpPr>
          <p:cNvPr id="273" name="">
            <a:extLst xmlns:a="http://schemas.openxmlformats.org/drawingml/2006/main">
              <a:ext uri="{FF2B5EF4-FFF2-40B4-BE49-F238E27FC236}">
                <a16:creationId xmlns:a16="http://schemas.microsoft.com/office/drawing/2014/main" id="{9F1B62CE-9808-4BB5-80FF-231115375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1070" y="3375660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9FC"/>
          </a:solidFill>
          <a:ln xmlns:a="http://schemas.openxmlformats.org/drawingml/2006/main" w="0">
            <a:noFill/>
          </a:ln>
        </p:spPr>
      </p:sp>
      <p:sp>
        <p:nvSpPr>
          <p:cNvPr id="274" name="">
            <a:extLst xmlns:a="http://schemas.openxmlformats.org/drawingml/2006/main">
              <a:ext uri="{FF2B5EF4-FFF2-40B4-BE49-F238E27FC236}">
                <a16:creationId xmlns:a16="http://schemas.microsoft.com/office/drawing/2014/main" id="{010C4690-BB39-464F-A37B-7143FA84D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3955" y="3375660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9FB"/>
          </a:solidFill>
          <a:ln xmlns:a="http://schemas.openxmlformats.org/drawingml/2006/main" w="0">
            <a:noFill/>
          </a:ln>
        </p:spPr>
      </p:sp>
      <p:sp>
        <p:nvSpPr>
          <p:cNvPr id="275" name="">
            <a:extLst xmlns:a="http://schemas.openxmlformats.org/drawingml/2006/main">
              <a:ext uri="{FF2B5EF4-FFF2-40B4-BE49-F238E27FC236}">
                <a16:creationId xmlns:a16="http://schemas.microsoft.com/office/drawing/2014/main" id="{EBF04F07-CB5C-4BEE-9D64-052B6A2BA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6840" y="3375660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9FB"/>
          </a:solidFill>
          <a:ln xmlns:a="http://schemas.openxmlformats.org/drawingml/2006/main" w="0">
            <a:noFill/>
          </a:ln>
        </p:spPr>
      </p:sp>
      <p:sp>
        <p:nvSpPr>
          <p:cNvPr id="276" name="">
            <a:extLst xmlns:a="http://schemas.openxmlformats.org/drawingml/2006/main">
              <a:ext uri="{FF2B5EF4-FFF2-40B4-BE49-F238E27FC236}">
                <a16:creationId xmlns:a16="http://schemas.microsoft.com/office/drawing/2014/main" id="{85A0FB43-3320-4D4C-9780-C5A10AD47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9725" y="3375660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9FB"/>
          </a:solidFill>
          <a:ln xmlns:a="http://schemas.openxmlformats.org/drawingml/2006/main" w="0">
            <a:noFill/>
          </a:ln>
        </p:spPr>
      </p:sp>
      <p:sp>
        <p:nvSpPr>
          <p:cNvPr id="277" name="">
            <a:extLst xmlns:a="http://schemas.openxmlformats.org/drawingml/2006/main">
              <a:ext uri="{FF2B5EF4-FFF2-40B4-BE49-F238E27FC236}">
                <a16:creationId xmlns:a16="http://schemas.microsoft.com/office/drawing/2014/main" id="{217FA9EE-0318-4E08-AF94-DACAF8FFD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42610" y="3375660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8FB"/>
          </a:solidFill>
          <a:ln xmlns:a="http://schemas.openxmlformats.org/drawingml/2006/main" w="0">
            <a:noFill/>
          </a:ln>
        </p:spPr>
      </p:sp>
      <p:sp>
        <p:nvSpPr>
          <p:cNvPr id="278" name="">
            <a:extLst xmlns:a="http://schemas.openxmlformats.org/drawingml/2006/main">
              <a:ext uri="{FF2B5EF4-FFF2-40B4-BE49-F238E27FC236}">
                <a16:creationId xmlns:a16="http://schemas.microsoft.com/office/drawing/2014/main" id="{541EBC7C-9657-46B5-87CF-F9E53ABB8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5495" y="3375660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8FB"/>
          </a:solidFill>
          <a:ln xmlns:a="http://schemas.openxmlformats.org/drawingml/2006/main" w="0">
            <a:noFill/>
          </a:ln>
        </p:spPr>
      </p:sp>
      <p:sp>
        <p:nvSpPr>
          <p:cNvPr id="279" name="">
            <a:extLst xmlns:a="http://schemas.openxmlformats.org/drawingml/2006/main">
              <a:ext uri="{FF2B5EF4-FFF2-40B4-BE49-F238E27FC236}">
                <a16:creationId xmlns:a16="http://schemas.microsoft.com/office/drawing/2014/main" id="{0B3ED522-39A6-4D9B-BA3C-EEA06B7B5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8380" y="3375660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8FB"/>
          </a:solidFill>
          <a:ln xmlns:a="http://schemas.openxmlformats.org/drawingml/2006/main" w="0">
            <a:noFill/>
          </a:ln>
        </p:spPr>
      </p:sp>
      <p:sp>
        <p:nvSpPr>
          <p:cNvPr id="280" name="">
            <a:extLst xmlns:a="http://schemas.openxmlformats.org/drawingml/2006/main">
              <a:ext uri="{FF2B5EF4-FFF2-40B4-BE49-F238E27FC236}">
                <a16:creationId xmlns:a16="http://schemas.microsoft.com/office/drawing/2014/main" id="{2265E47F-63A7-4B45-8D22-1ADE0204E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1265" y="3375660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8FB"/>
          </a:solidFill>
          <a:ln xmlns:a="http://schemas.openxmlformats.org/drawingml/2006/main" w="0">
            <a:noFill/>
          </a:ln>
        </p:spPr>
      </p:sp>
      <p:sp>
        <p:nvSpPr>
          <p:cNvPr id="281" name="">
            <a:extLst xmlns:a="http://schemas.openxmlformats.org/drawingml/2006/main">
              <a:ext uri="{FF2B5EF4-FFF2-40B4-BE49-F238E27FC236}">
                <a16:creationId xmlns:a16="http://schemas.microsoft.com/office/drawing/2014/main" id="{58D12322-AB67-41C4-9467-3A8DA29DE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3375660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8FB"/>
          </a:solidFill>
          <a:ln xmlns:a="http://schemas.openxmlformats.org/drawingml/2006/main" w="0">
            <a:noFill/>
          </a:ln>
        </p:spPr>
      </p:sp>
      <p:sp>
        <p:nvSpPr>
          <p:cNvPr id="282" name="">
            <a:extLst xmlns:a="http://schemas.openxmlformats.org/drawingml/2006/main">
              <a:ext uri="{FF2B5EF4-FFF2-40B4-BE49-F238E27FC236}">
                <a16:creationId xmlns:a16="http://schemas.microsoft.com/office/drawing/2014/main" id="{4BDCD494-3B9B-4DE2-9B3A-A8DF6D17E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57035" y="3375660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8FA"/>
          </a:solidFill>
          <a:ln xmlns:a="http://schemas.openxmlformats.org/drawingml/2006/main" w="0">
            <a:noFill/>
          </a:ln>
        </p:spPr>
      </p:sp>
      <p:sp>
        <p:nvSpPr>
          <p:cNvPr id="283" name="">
            <a:extLst xmlns:a="http://schemas.openxmlformats.org/drawingml/2006/main">
              <a:ext uri="{FF2B5EF4-FFF2-40B4-BE49-F238E27FC236}">
                <a16:creationId xmlns:a16="http://schemas.microsoft.com/office/drawing/2014/main" id="{B0913732-D85A-426F-886F-250EE9424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9920" y="3375660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</a:ln>
        </p:spPr>
      </p:sp>
      <p:sp>
        <p:nvSpPr>
          <p:cNvPr id="284" name="">
            <a:extLst xmlns:a="http://schemas.openxmlformats.org/drawingml/2006/main">
              <a:ext uri="{FF2B5EF4-FFF2-40B4-BE49-F238E27FC236}">
                <a16:creationId xmlns:a16="http://schemas.microsoft.com/office/drawing/2014/main" id="{80833CF3-C2AB-4383-86D0-C12369F16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2805" y="3375660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7FA"/>
          </a:solidFill>
          <a:ln xmlns:a="http://schemas.openxmlformats.org/drawingml/2006/main" w="0">
            <a:noFill/>
          </a:ln>
        </p:spPr>
      </p:sp>
      <p:sp>
        <p:nvSpPr>
          <p:cNvPr id="285" name="">
            <a:extLst xmlns:a="http://schemas.openxmlformats.org/drawingml/2006/main">
              <a:ext uri="{FF2B5EF4-FFF2-40B4-BE49-F238E27FC236}">
                <a16:creationId xmlns:a16="http://schemas.microsoft.com/office/drawing/2014/main" id="{738709F6-B5E3-49EB-B2D1-3A2B952DA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5690" y="3375660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7FA"/>
          </a:solidFill>
          <a:ln xmlns:a="http://schemas.openxmlformats.org/drawingml/2006/main" w="0">
            <a:noFill/>
          </a:ln>
        </p:spPr>
      </p:sp>
      <p:sp>
        <p:nvSpPr>
          <p:cNvPr id="286" name="">
            <a:extLst xmlns:a="http://schemas.openxmlformats.org/drawingml/2006/main">
              <a:ext uri="{FF2B5EF4-FFF2-40B4-BE49-F238E27FC236}">
                <a16:creationId xmlns:a16="http://schemas.microsoft.com/office/drawing/2014/main" id="{AE061625-DE24-4342-9E38-F910F1190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48575" y="3375660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7FA"/>
          </a:solidFill>
          <a:ln xmlns:a="http://schemas.openxmlformats.org/drawingml/2006/main" w="0">
            <a:noFill/>
          </a:ln>
        </p:spPr>
      </p:sp>
      <p:sp>
        <p:nvSpPr>
          <p:cNvPr id="287" name="">
            <a:extLst xmlns:a="http://schemas.openxmlformats.org/drawingml/2006/main">
              <a:ext uri="{FF2B5EF4-FFF2-40B4-BE49-F238E27FC236}">
                <a16:creationId xmlns:a16="http://schemas.microsoft.com/office/drawing/2014/main" id="{D87DB945-6538-4835-84D0-4466AF493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1460" y="3375660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6F9"/>
          </a:solidFill>
          <a:ln xmlns:a="http://schemas.openxmlformats.org/drawingml/2006/main" w="0">
            <a:noFill/>
          </a:ln>
        </p:spPr>
      </p:sp>
      <p:sp>
        <p:nvSpPr>
          <p:cNvPr id="288" name="">
            <a:extLst xmlns:a="http://schemas.openxmlformats.org/drawingml/2006/main">
              <a:ext uri="{FF2B5EF4-FFF2-40B4-BE49-F238E27FC236}">
                <a16:creationId xmlns:a16="http://schemas.microsoft.com/office/drawing/2014/main" id="{355F26A6-DA5E-4096-9342-AACF4EB5B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4345" y="3375660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6F9"/>
          </a:solidFill>
          <a:ln xmlns:a="http://schemas.openxmlformats.org/drawingml/2006/main" w="0">
            <a:noFill/>
          </a:ln>
        </p:spPr>
      </p:sp>
      <p:sp>
        <p:nvSpPr>
          <p:cNvPr id="289" name="">
            <a:extLst xmlns:a="http://schemas.openxmlformats.org/drawingml/2006/main">
              <a:ext uri="{FF2B5EF4-FFF2-40B4-BE49-F238E27FC236}">
                <a16:creationId xmlns:a16="http://schemas.microsoft.com/office/drawing/2014/main" id="{6222B55B-002E-4C12-85B0-A63AD27EC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7230" y="3375660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6F9"/>
          </a:solidFill>
          <a:ln xmlns:a="http://schemas.openxmlformats.org/drawingml/2006/main" w="0">
            <a:noFill/>
          </a:ln>
        </p:spPr>
      </p:sp>
      <p:sp>
        <p:nvSpPr>
          <p:cNvPr id="290" name="">
            <a:extLst xmlns:a="http://schemas.openxmlformats.org/drawingml/2006/main">
              <a:ext uri="{FF2B5EF4-FFF2-40B4-BE49-F238E27FC236}">
                <a16:creationId xmlns:a16="http://schemas.microsoft.com/office/drawing/2014/main" id="{225901A4-0A97-4B5D-A33A-EA6CCD451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0115" y="3375660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6F9"/>
          </a:solidFill>
          <a:ln xmlns:a="http://schemas.openxmlformats.org/drawingml/2006/main" w="0">
            <a:noFill/>
          </a:ln>
        </p:spPr>
      </p:sp>
      <p:sp>
        <p:nvSpPr>
          <p:cNvPr id="291" name="">
            <a:extLst xmlns:a="http://schemas.openxmlformats.org/drawingml/2006/main">
              <a:ext uri="{FF2B5EF4-FFF2-40B4-BE49-F238E27FC236}">
                <a16:creationId xmlns:a16="http://schemas.microsoft.com/office/drawing/2014/main" id="{3A054AAA-B3F0-4272-BF27-DC71A22D9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375660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6F9"/>
          </a:solidFill>
          <a:ln xmlns:a="http://schemas.openxmlformats.org/drawingml/2006/main" w="0">
            <a:noFill/>
          </a:ln>
        </p:spPr>
      </p:sp>
      <p:sp>
        <p:nvSpPr>
          <p:cNvPr id="292" name="">
            <a:extLst xmlns:a="http://schemas.openxmlformats.org/drawingml/2006/main">
              <a:ext uri="{FF2B5EF4-FFF2-40B4-BE49-F238E27FC236}">
                <a16:creationId xmlns:a16="http://schemas.microsoft.com/office/drawing/2014/main" id="{B59AFC6A-21EA-4B41-A3CA-CC33951DA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40443"/>
            <a:ext cx="1333500" cy="1647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13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rPr>
              <a:t>G10</a:t>
            </a:r>
          </a:p>
        </p:txBody>
      </p:sp>
      <p:sp>
        <p:nvSpPr>
          <p:cNvPr id="293" name="">
            <a:extLst xmlns:a="http://schemas.openxmlformats.org/drawingml/2006/main">
              <a:ext uri="{FF2B5EF4-FFF2-40B4-BE49-F238E27FC236}">
                <a16:creationId xmlns:a16="http://schemas.microsoft.com/office/drawing/2014/main" id="{AA5CE3FC-3EDE-4DD1-B2A6-8105AD464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3540443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BFD"/>
          </a:solidFill>
          <a:ln xmlns:a="http://schemas.openxmlformats.org/drawingml/2006/main" w="0">
            <a:noFill/>
          </a:ln>
        </p:spPr>
      </p:sp>
      <p:sp>
        <p:nvSpPr>
          <p:cNvPr id="294" name="">
            <a:extLst xmlns:a="http://schemas.openxmlformats.org/drawingml/2006/main">
              <a:ext uri="{FF2B5EF4-FFF2-40B4-BE49-F238E27FC236}">
                <a16:creationId xmlns:a16="http://schemas.microsoft.com/office/drawing/2014/main" id="{848235A6-16E0-4E6C-AE6A-C7CBB5BE9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99335" y="3540443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BFD"/>
          </a:solidFill>
          <a:ln xmlns:a="http://schemas.openxmlformats.org/drawingml/2006/main" w="0">
            <a:noFill/>
          </a:ln>
        </p:spPr>
      </p:sp>
      <p:sp>
        <p:nvSpPr>
          <p:cNvPr id="295" name="">
            <a:extLst xmlns:a="http://schemas.openxmlformats.org/drawingml/2006/main">
              <a:ext uri="{FF2B5EF4-FFF2-40B4-BE49-F238E27FC236}">
                <a16:creationId xmlns:a16="http://schemas.microsoft.com/office/drawing/2014/main" id="{3E817AFA-8BF2-48B2-94F7-95D311839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2220" y="3540443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BFD"/>
          </a:solidFill>
          <a:ln xmlns:a="http://schemas.openxmlformats.org/drawingml/2006/main" w="0">
            <a:noFill/>
          </a:ln>
        </p:spPr>
      </p:sp>
      <p:sp>
        <p:nvSpPr>
          <p:cNvPr id="296" name="">
            <a:extLst xmlns:a="http://schemas.openxmlformats.org/drawingml/2006/main">
              <a:ext uri="{FF2B5EF4-FFF2-40B4-BE49-F238E27FC236}">
                <a16:creationId xmlns:a16="http://schemas.microsoft.com/office/drawing/2014/main" id="{F2E29505-176E-42F5-B535-1CDE7E88D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5105" y="3540443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BFD"/>
          </a:solidFill>
          <a:ln xmlns:a="http://schemas.openxmlformats.org/drawingml/2006/main" w="0">
            <a:noFill/>
          </a:ln>
        </p:spPr>
      </p:sp>
      <p:sp>
        <p:nvSpPr>
          <p:cNvPr id="297" name="">
            <a:extLst xmlns:a="http://schemas.openxmlformats.org/drawingml/2006/main">
              <a:ext uri="{FF2B5EF4-FFF2-40B4-BE49-F238E27FC236}">
                <a16:creationId xmlns:a16="http://schemas.microsoft.com/office/drawing/2014/main" id="{4A7DD569-BF35-405A-BD88-6ACC0D107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67990" y="3540443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D"/>
          </a:solidFill>
          <a:ln xmlns:a="http://schemas.openxmlformats.org/drawingml/2006/main" w="0">
            <a:noFill/>
          </a:ln>
        </p:spPr>
      </p:sp>
      <p:sp>
        <p:nvSpPr>
          <p:cNvPr id="298" name="">
            <a:extLst xmlns:a="http://schemas.openxmlformats.org/drawingml/2006/main">
              <a:ext uri="{FF2B5EF4-FFF2-40B4-BE49-F238E27FC236}">
                <a16:creationId xmlns:a16="http://schemas.microsoft.com/office/drawing/2014/main" id="{BEBA72D0-04B6-4300-BD13-D5642DC60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3540443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D"/>
          </a:solidFill>
          <a:ln xmlns:a="http://schemas.openxmlformats.org/drawingml/2006/main" w="0">
            <a:noFill/>
          </a:ln>
        </p:spPr>
      </p:sp>
      <p:sp>
        <p:nvSpPr>
          <p:cNvPr id="299" name="">
            <a:extLst xmlns:a="http://schemas.openxmlformats.org/drawingml/2006/main">
              <a:ext uri="{FF2B5EF4-FFF2-40B4-BE49-F238E27FC236}">
                <a16:creationId xmlns:a16="http://schemas.microsoft.com/office/drawing/2014/main" id="{0F0D6810-0136-4A3A-9B72-CB5EF3899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3760" y="3540443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C"/>
          </a:solidFill>
          <a:ln xmlns:a="http://schemas.openxmlformats.org/drawingml/2006/main" w="0">
            <a:noFill/>
          </a:ln>
        </p:spPr>
      </p:sp>
      <p:sp>
        <p:nvSpPr>
          <p:cNvPr id="300" name="">
            <a:extLst xmlns:a="http://schemas.openxmlformats.org/drawingml/2006/main">
              <a:ext uri="{FF2B5EF4-FFF2-40B4-BE49-F238E27FC236}">
                <a16:creationId xmlns:a16="http://schemas.microsoft.com/office/drawing/2014/main" id="{A68B3065-47CD-4F73-B3F4-577FE9FF6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6645" y="3540443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C"/>
          </a:solidFill>
          <a:ln xmlns:a="http://schemas.openxmlformats.org/drawingml/2006/main" w="0">
            <a:noFill/>
          </a:ln>
        </p:spPr>
      </p:sp>
      <p:sp>
        <p:nvSpPr>
          <p:cNvPr id="301" name="">
            <a:extLst xmlns:a="http://schemas.openxmlformats.org/drawingml/2006/main">
              <a:ext uri="{FF2B5EF4-FFF2-40B4-BE49-F238E27FC236}">
                <a16:creationId xmlns:a16="http://schemas.microsoft.com/office/drawing/2014/main" id="{A23B4D5E-0AB1-4DAB-A6C0-6911CFD97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9530" y="3540443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C"/>
          </a:solidFill>
          <a:ln xmlns:a="http://schemas.openxmlformats.org/drawingml/2006/main" w="0">
            <a:noFill/>
          </a:ln>
        </p:spPr>
      </p:sp>
      <p:sp>
        <p:nvSpPr>
          <p:cNvPr id="302" name="">
            <a:extLst xmlns:a="http://schemas.openxmlformats.org/drawingml/2006/main">
              <a:ext uri="{FF2B5EF4-FFF2-40B4-BE49-F238E27FC236}">
                <a16:creationId xmlns:a16="http://schemas.microsoft.com/office/drawing/2014/main" id="{BB6F4021-B6E6-4D0E-BB2A-18A783CE3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82415" y="3540443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AFC"/>
          </a:solidFill>
          <a:ln xmlns:a="http://schemas.openxmlformats.org/drawingml/2006/main" w="0">
            <a:noFill/>
          </a:ln>
        </p:spPr>
      </p:sp>
      <p:sp>
        <p:nvSpPr>
          <p:cNvPr id="303" name="">
            <a:extLst xmlns:a="http://schemas.openxmlformats.org/drawingml/2006/main">
              <a:ext uri="{FF2B5EF4-FFF2-40B4-BE49-F238E27FC236}">
                <a16:creationId xmlns:a16="http://schemas.microsoft.com/office/drawing/2014/main" id="{E8D61D69-6BE1-4505-8A36-4725AEB82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3540443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AFC"/>
          </a:solidFill>
          <a:ln xmlns:a="http://schemas.openxmlformats.org/drawingml/2006/main" w="0">
            <a:noFill/>
          </a:ln>
        </p:spPr>
      </p:sp>
      <p:sp>
        <p:nvSpPr>
          <p:cNvPr id="304" name="">
            <a:extLst xmlns:a="http://schemas.openxmlformats.org/drawingml/2006/main">
              <a:ext uri="{FF2B5EF4-FFF2-40B4-BE49-F238E27FC236}">
                <a16:creationId xmlns:a16="http://schemas.microsoft.com/office/drawing/2014/main" id="{686518DF-0CD4-4EC0-9D93-FCCF0E370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8185" y="3540443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AFC"/>
          </a:solidFill>
          <a:ln xmlns:a="http://schemas.openxmlformats.org/drawingml/2006/main" w="0">
            <a:noFill/>
          </a:ln>
        </p:spPr>
      </p:sp>
      <p:sp>
        <p:nvSpPr>
          <p:cNvPr id="305" name="">
            <a:extLst xmlns:a="http://schemas.openxmlformats.org/drawingml/2006/main">
              <a:ext uri="{FF2B5EF4-FFF2-40B4-BE49-F238E27FC236}">
                <a16:creationId xmlns:a16="http://schemas.microsoft.com/office/drawing/2014/main" id="{3CA62530-F049-4E91-9287-4F8D2FFC4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1070" y="3540443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9FC"/>
          </a:solidFill>
          <a:ln xmlns:a="http://schemas.openxmlformats.org/drawingml/2006/main" w="0">
            <a:noFill/>
          </a:ln>
        </p:spPr>
      </p:sp>
      <p:sp>
        <p:nvSpPr>
          <p:cNvPr id="306" name="">
            <a:extLst xmlns:a="http://schemas.openxmlformats.org/drawingml/2006/main">
              <a:ext uri="{FF2B5EF4-FFF2-40B4-BE49-F238E27FC236}">
                <a16:creationId xmlns:a16="http://schemas.microsoft.com/office/drawing/2014/main" id="{5BB1B757-731B-4425-986E-88AD5E848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3955" y="3540443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9FC"/>
          </a:solidFill>
          <a:ln xmlns:a="http://schemas.openxmlformats.org/drawingml/2006/main" w="0">
            <a:noFill/>
          </a:ln>
        </p:spPr>
      </p:sp>
      <p:sp>
        <p:nvSpPr>
          <p:cNvPr id="307" name="">
            <a:extLst xmlns:a="http://schemas.openxmlformats.org/drawingml/2006/main">
              <a:ext uri="{FF2B5EF4-FFF2-40B4-BE49-F238E27FC236}">
                <a16:creationId xmlns:a16="http://schemas.microsoft.com/office/drawing/2014/main" id="{B22C4479-CEC1-400A-A542-C95CD882A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6840" y="3540443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9FC"/>
          </a:solidFill>
          <a:ln xmlns:a="http://schemas.openxmlformats.org/drawingml/2006/main" w="0">
            <a:noFill/>
          </a:ln>
        </p:spPr>
      </p:sp>
      <p:sp>
        <p:nvSpPr>
          <p:cNvPr id="308" name="">
            <a:extLst xmlns:a="http://schemas.openxmlformats.org/drawingml/2006/main">
              <a:ext uri="{FF2B5EF4-FFF2-40B4-BE49-F238E27FC236}">
                <a16:creationId xmlns:a16="http://schemas.microsoft.com/office/drawing/2014/main" id="{F8D6F5DC-9376-4C02-8ED2-F7BB39E5F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9725" y="3540443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9FB"/>
          </a:solidFill>
          <a:ln xmlns:a="http://schemas.openxmlformats.org/drawingml/2006/main" w="0">
            <a:noFill/>
          </a:ln>
        </p:spPr>
      </p:sp>
      <p:sp>
        <p:nvSpPr>
          <p:cNvPr id="309" name="">
            <a:extLst xmlns:a="http://schemas.openxmlformats.org/drawingml/2006/main">
              <a:ext uri="{FF2B5EF4-FFF2-40B4-BE49-F238E27FC236}">
                <a16:creationId xmlns:a16="http://schemas.microsoft.com/office/drawing/2014/main" id="{7A844726-1712-4466-AC5A-EBF175BE6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42610" y="3540443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9FB"/>
          </a:solidFill>
          <a:ln xmlns:a="http://schemas.openxmlformats.org/drawingml/2006/main" w="0">
            <a:noFill/>
          </a:ln>
        </p:spPr>
      </p:sp>
      <p:sp>
        <p:nvSpPr>
          <p:cNvPr id="310" name="">
            <a:extLst xmlns:a="http://schemas.openxmlformats.org/drawingml/2006/main">
              <a:ext uri="{FF2B5EF4-FFF2-40B4-BE49-F238E27FC236}">
                <a16:creationId xmlns:a16="http://schemas.microsoft.com/office/drawing/2014/main" id="{EC9DEEDC-E1DA-4570-BD1B-D633702EF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5495" y="3540443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9FB"/>
          </a:solidFill>
          <a:ln xmlns:a="http://schemas.openxmlformats.org/drawingml/2006/main" w="0">
            <a:noFill/>
          </a:ln>
        </p:spPr>
      </p:sp>
      <p:sp>
        <p:nvSpPr>
          <p:cNvPr id="311" name="">
            <a:extLst xmlns:a="http://schemas.openxmlformats.org/drawingml/2006/main">
              <a:ext uri="{FF2B5EF4-FFF2-40B4-BE49-F238E27FC236}">
                <a16:creationId xmlns:a16="http://schemas.microsoft.com/office/drawing/2014/main" id="{6319C1EB-D215-4ADC-82A4-03619EDBC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8380" y="3540443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9FC"/>
          </a:solidFill>
          <a:ln xmlns:a="http://schemas.openxmlformats.org/drawingml/2006/main" w="0">
            <a:noFill/>
          </a:ln>
        </p:spPr>
      </p:sp>
      <p:sp>
        <p:nvSpPr>
          <p:cNvPr id="312" name="">
            <a:extLst xmlns:a="http://schemas.openxmlformats.org/drawingml/2006/main">
              <a:ext uri="{FF2B5EF4-FFF2-40B4-BE49-F238E27FC236}">
                <a16:creationId xmlns:a16="http://schemas.microsoft.com/office/drawing/2014/main" id="{FB1013F5-2954-4737-BD38-51BA6D312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1265" y="3540443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9FC"/>
          </a:solidFill>
          <a:ln xmlns:a="http://schemas.openxmlformats.org/drawingml/2006/main" w="0">
            <a:noFill/>
          </a:ln>
        </p:spPr>
      </p:sp>
      <p:sp>
        <p:nvSpPr>
          <p:cNvPr id="313" name="">
            <a:extLst xmlns:a="http://schemas.openxmlformats.org/drawingml/2006/main">
              <a:ext uri="{FF2B5EF4-FFF2-40B4-BE49-F238E27FC236}">
                <a16:creationId xmlns:a16="http://schemas.microsoft.com/office/drawing/2014/main" id="{F7B6A967-3245-4A8B-987C-25D39E793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3540443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9FC"/>
          </a:solidFill>
          <a:ln xmlns:a="http://schemas.openxmlformats.org/drawingml/2006/main" w="0">
            <a:noFill/>
          </a:ln>
        </p:spPr>
      </p:sp>
      <p:sp>
        <p:nvSpPr>
          <p:cNvPr id="314" name="">
            <a:extLst xmlns:a="http://schemas.openxmlformats.org/drawingml/2006/main">
              <a:ext uri="{FF2B5EF4-FFF2-40B4-BE49-F238E27FC236}">
                <a16:creationId xmlns:a16="http://schemas.microsoft.com/office/drawing/2014/main" id="{F4648870-531B-4C36-92B4-E269D0C24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57035" y="3540443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9FB"/>
          </a:solidFill>
          <a:ln xmlns:a="http://schemas.openxmlformats.org/drawingml/2006/main" w="0">
            <a:noFill/>
          </a:ln>
        </p:spPr>
      </p:sp>
      <p:sp>
        <p:nvSpPr>
          <p:cNvPr id="315" name="">
            <a:extLst xmlns:a="http://schemas.openxmlformats.org/drawingml/2006/main">
              <a:ext uri="{FF2B5EF4-FFF2-40B4-BE49-F238E27FC236}">
                <a16:creationId xmlns:a16="http://schemas.microsoft.com/office/drawing/2014/main" id="{3F91957E-81C0-46C8-872A-DA6E696DD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9920" y="3540443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9FB"/>
          </a:solidFill>
          <a:ln xmlns:a="http://schemas.openxmlformats.org/drawingml/2006/main" w="0">
            <a:noFill/>
          </a:ln>
        </p:spPr>
      </p:sp>
      <p:sp>
        <p:nvSpPr>
          <p:cNvPr id="316" name="">
            <a:extLst xmlns:a="http://schemas.openxmlformats.org/drawingml/2006/main">
              <a:ext uri="{FF2B5EF4-FFF2-40B4-BE49-F238E27FC236}">
                <a16:creationId xmlns:a16="http://schemas.microsoft.com/office/drawing/2014/main" id="{84D71661-A038-4934-8E79-1F114FD32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2805" y="3540443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9FB"/>
          </a:solidFill>
          <a:ln xmlns:a="http://schemas.openxmlformats.org/drawingml/2006/main" w="0">
            <a:noFill/>
          </a:ln>
        </p:spPr>
      </p:sp>
      <p:sp>
        <p:nvSpPr>
          <p:cNvPr id="317" name="">
            <a:extLst xmlns:a="http://schemas.openxmlformats.org/drawingml/2006/main">
              <a:ext uri="{FF2B5EF4-FFF2-40B4-BE49-F238E27FC236}">
                <a16:creationId xmlns:a16="http://schemas.microsoft.com/office/drawing/2014/main" id="{6B54C996-9D0E-46AD-B1E5-47462D1E5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5690" y="3540443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9FB"/>
          </a:solidFill>
          <a:ln xmlns:a="http://schemas.openxmlformats.org/drawingml/2006/main" w="0">
            <a:noFill/>
          </a:ln>
        </p:spPr>
      </p:sp>
      <p:sp>
        <p:nvSpPr>
          <p:cNvPr id="318" name="">
            <a:extLst xmlns:a="http://schemas.openxmlformats.org/drawingml/2006/main">
              <a:ext uri="{FF2B5EF4-FFF2-40B4-BE49-F238E27FC236}">
                <a16:creationId xmlns:a16="http://schemas.microsoft.com/office/drawing/2014/main" id="{4CA0C4B2-8BB0-4057-BB99-D9CCBEC1E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48575" y="3540443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8FB"/>
          </a:solidFill>
          <a:ln xmlns:a="http://schemas.openxmlformats.org/drawingml/2006/main" w="0">
            <a:noFill/>
          </a:ln>
        </p:spPr>
      </p:sp>
      <p:sp>
        <p:nvSpPr>
          <p:cNvPr id="319" name="">
            <a:extLst xmlns:a="http://schemas.openxmlformats.org/drawingml/2006/main">
              <a:ext uri="{FF2B5EF4-FFF2-40B4-BE49-F238E27FC236}">
                <a16:creationId xmlns:a16="http://schemas.microsoft.com/office/drawing/2014/main" id="{E3D89733-D23C-44AB-91B5-C615A0052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1460" y="3540443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8FB"/>
          </a:solidFill>
          <a:ln xmlns:a="http://schemas.openxmlformats.org/drawingml/2006/main" w="0">
            <a:noFill/>
          </a:ln>
        </p:spPr>
      </p:sp>
      <p:sp>
        <p:nvSpPr>
          <p:cNvPr id="320" name="">
            <a:extLst xmlns:a="http://schemas.openxmlformats.org/drawingml/2006/main">
              <a:ext uri="{FF2B5EF4-FFF2-40B4-BE49-F238E27FC236}">
                <a16:creationId xmlns:a16="http://schemas.microsoft.com/office/drawing/2014/main" id="{060BC975-3DAE-414F-A6AF-44593BE37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4345" y="3540443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8FB"/>
          </a:solidFill>
          <a:ln xmlns:a="http://schemas.openxmlformats.org/drawingml/2006/main" w="0">
            <a:noFill/>
          </a:ln>
        </p:spPr>
      </p:sp>
      <p:sp>
        <p:nvSpPr>
          <p:cNvPr id="321" name="">
            <a:extLst xmlns:a="http://schemas.openxmlformats.org/drawingml/2006/main">
              <a:ext uri="{FF2B5EF4-FFF2-40B4-BE49-F238E27FC236}">
                <a16:creationId xmlns:a16="http://schemas.microsoft.com/office/drawing/2014/main" id="{33C54476-0A34-425E-B70F-1779D61C8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7230" y="3540443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8FB"/>
          </a:solidFill>
          <a:ln xmlns:a="http://schemas.openxmlformats.org/drawingml/2006/main" w="0">
            <a:noFill/>
          </a:ln>
        </p:spPr>
      </p:sp>
      <p:sp>
        <p:nvSpPr>
          <p:cNvPr id="322" name="">
            <a:extLst xmlns:a="http://schemas.openxmlformats.org/drawingml/2006/main">
              <a:ext uri="{FF2B5EF4-FFF2-40B4-BE49-F238E27FC236}">
                <a16:creationId xmlns:a16="http://schemas.microsoft.com/office/drawing/2014/main" id="{2ED7FAC0-2865-4B96-B8BD-02F9F20BD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0115" y="3540443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8FB"/>
          </a:solidFill>
          <a:ln xmlns:a="http://schemas.openxmlformats.org/drawingml/2006/main" w="0">
            <a:noFill/>
          </a:ln>
        </p:spPr>
      </p:sp>
      <p:sp>
        <p:nvSpPr>
          <p:cNvPr id="323" name="">
            <a:extLst xmlns:a="http://schemas.openxmlformats.org/drawingml/2006/main">
              <a:ext uri="{FF2B5EF4-FFF2-40B4-BE49-F238E27FC236}">
                <a16:creationId xmlns:a16="http://schemas.microsoft.com/office/drawing/2014/main" id="{E22BC47E-212C-4B44-9B8A-17D291E2E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540443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8FA"/>
          </a:solidFill>
          <a:ln xmlns:a="http://schemas.openxmlformats.org/drawingml/2006/main" w="0">
            <a:noFill/>
          </a:ln>
        </p:spPr>
      </p:sp>
      <p:sp>
        <p:nvSpPr>
          <p:cNvPr id="324" name="">
            <a:extLst xmlns:a="http://schemas.openxmlformats.org/drawingml/2006/main">
              <a:ext uri="{FF2B5EF4-FFF2-40B4-BE49-F238E27FC236}">
                <a16:creationId xmlns:a16="http://schemas.microsoft.com/office/drawing/2014/main" id="{D0688832-82FE-4D8B-B3D1-4A98EA190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05225"/>
            <a:ext cx="1333500" cy="1647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13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rPr>
              <a:t>G11</a:t>
            </a:r>
          </a:p>
        </p:txBody>
      </p:sp>
      <p:sp>
        <p:nvSpPr>
          <p:cNvPr id="325" name="">
            <a:extLst xmlns:a="http://schemas.openxmlformats.org/drawingml/2006/main">
              <a:ext uri="{FF2B5EF4-FFF2-40B4-BE49-F238E27FC236}">
                <a16:creationId xmlns:a16="http://schemas.microsoft.com/office/drawing/2014/main" id="{FFEE4C14-526A-41DB-A20F-DC7C7484B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3705225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BFD"/>
          </a:solidFill>
          <a:ln xmlns:a="http://schemas.openxmlformats.org/drawingml/2006/main" w="0">
            <a:noFill/>
          </a:ln>
        </p:spPr>
      </p:sp>
      <p:sp>
        <p:nvSpPr>
          <p:cNvPr id="326" name="">
            <a:extLst xmlns:a="http://schemas.openxmlformats.org/drawingml/2006/main">
              <a:ext uri="{FF2B5EF4-FFF2-40B4-BE49-F238E27FC236}">
                <a16:creationId xmlns:a16="http://schemas.microsoft.com/office/drawing/2014/main" id="{317D499F-BAE3-4A42-A843-2DF8B437C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99335" y="3705225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BFD"/>
          </a:solidFill>
          <a:ln xmlns:a="http://schemas.openxmlformats.org/drawingml/2006/main" w="0">
            <a:noFill/>
          </a:ln>
        </p:spPr>
      </p:sp>
      <p:sp>
        <p:nvSpPr>
          <p:cNvPr id="327" name="">
            <a:extLst xmlns:a="http://schemas.openxmlformats.org/drawingml/2006/main">
              <a:ext uri="{FF2B5EF4-FFF2-40B4-BE49-F238E27FC236}">
                <a16:creationId xmlns:a16="http://schemas.microsoft.com/office/drawing/2014/main" id="{4FAC7934-6A96-4AC7-9CA3-D6F679755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2220" y="3705225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BFD"/>
          </a:solidFill>
          <a:ln xmlns:a="http://schemas.openxmlformats.org/drawingml/2006/main" w="0">
            <a:noFill/>
          </a:ln>
        </p:spPr>
      </p:sp>
      <p:sp>
        <p:nvSpPr>
          <p:cNvPr id="328" name="">
            <a:extLst xmlns:a="http://schemas.openxmlformats.org/drawingml/2006/main">
              <a:ext uri="{FF2B5EF4-FFF2-40B4-BE49-F238E27FC236}">
                <a16:creationId xmlns:a16="http://schemas.microsoft.com/office/drawing/2014/main" id="{68BF0826-1386-4E8E-9DC9-2E1729A5D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5105" y="3705225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D"/>
          </a:solidFill>
          <a:ln xmlns:a="http://schemas.openxmlformats.org/drawingml/2006/main" w="0">
            <a:noFill/>
          </a:ln>
        </p:spPr>
      </p:sp>
      <p:sp>
        <p:nvSpPr>
          <p:cNvPr id="329" name="">
            <a:extLst xmlns:a="http://schemas.openxmlformats.org/drawingml/2006/main">
              <a:ext uri="{FF2B5EF4-FFF2-40B4-BE49-F238E27FC236}">
                <a16:creationId xmlns:a16="http://schemas.microsoft.com/office/drawing/2014/main" id="{3A9F2607-76A1-4A79-986C-E5F33E46A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67990" y="3705225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D"/>
          </a:solidFill>
          <a:ln xmlns:a="http://schemas.openxmlformats.org/drawingml/2006/main" w="0">
            <a:noFill/>
          </a:ln>
        </p:spPr>
      </p:sp>
      <p:sp>
        <p:nvSpPr>
          <p:cNvPr id="330" name="">
            <a:extLst xmlns:a="http://schemas.openxmlformats.org/drawingml/2006/main">
              <a:ext uri="{FF2B5EF4-FFF2-40B4-BE49-F238E27FC236}">
                <a16:creationId xmlns:a16="http://schemas.microsoft.com/office/drawing/2014/main" id="{26DC2C25-50CB-4DB5-A5AE-05AA783F9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3705225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D"/>
          </a:solidFill>
          <a:ln xmlns:a="http://schemas.openxmlformats.org/drawingml/2006/main" w="0">
            <a:noFill/>
          </a:ln>
        </p:spPr>
      </p:sp>
      <p:sp>
        <p:nvSpPr>
          <p:cNvPr id="331" name="">
            <a:extLst xmlns:a="http://schemas.openxmlformats.org/drawingml/2006/main">
              <a:ext uri="{FF2B5EF4-FFF2-40B4-BE49-F238E27FC236}">
                <a16:creationId xmlns:a16="http://schemas.microsoft.com/office/drawing/2014/main" id="{99CFFA81-6D03-48C2-BE95-BE17EFA09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3760" y="3705225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C"/>
          </a:solidFill>
          <a:ln xmlns:a="http://schemas.openxmlformats.org/drawingml/2006/main" w="0">
            <a:noFill/>
          </a:ln>
        </p:spPr>
      </p:sp>
      <p:sp>
        <p:nvSpPr>
          <p:cNvPr id="332" name="">
            <a:extLst xmlns:a="http://schemas.openxmlformats.org/drawingml/2006/main">
              <a:ext uri="{FF2B5EF4-FFF2-40B4-BE49-F238E27FC236}">
                <a16:creationId xmlns:a16="http://schemas.microsoft.com/office/drawing/2014/main" id="{B868680C-B50D-4055-A83C-1F43D3956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6645" y="3705225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AFC"/>
          </a:solidFill>
          <a:ln xmlns:a="http://schemas.openxmlformats.org/drawingml/2006/main" w="0">
            <a:noFill/>
          </a:ln>
        </p:spPr>
      </p:sp>
      <p:sp>
        <p:nvSpPr>
          <p:cNvPr id="333" name="">
            <a:extLst xmlns:a="http://schemas.openxmlformats.org/drawingml/2006/main">
              <a:ext uri="{FF2B5EF4-FFF2-40B4-BE49-F238E27FC236}">
                <a16:creationId xmlns:a16="http://schemas.microsoft.com/office/drawing/2014/main" id="{C62D2436-2170-4A08-A240-13B1C872C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9530" y="3705225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AFC"/>
          </a:solidFill>
          <a:ln xmlns:a="http://schemas.openxmlformats.org/drawingml/2006/main" w="0">
            <a:noFill/>
          </a:ln>
        </p:spPr>
      </p:sp>
      <p:sp>
        <p:nvSpPr>
          <p:cNvPr id="334" name="">
            <a:extLst xmlns:a="http://schemas.openxmlformats.org/drawingml/2006/main">
              <a:ext uri="{FF2B5EF4-FFF2-40B4-BE49-F238E27FC236}">
                <a16:creationId xmlns:a16="http://schemas.microsoft.com/office/drawing/2014/main" id="{53B8FC5B-E122-4661-AB23-2222F0073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82415" y="3705225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AFC"/>
          </a:solidFill>
          <a:ln xmlns:a="http://schemas.openxmlformats.org/drawingml/2006/main" w="0">
            <a:noFill/>
          </a:ln>
        </p:spPr>
      </p:sp>
      <p:sp>
        <p:nvSpPr>
          <p:cNvPr id="335" name="">
            <a:extLst xmlns:a="http://schemas.openxmlformats.org/drawingml/2006/main">
              <a:ext uri="{FF2B5EF4-FFF2-40B4-BE49-F238E27FC236}">
                <a16:creationId xmlns:a16="http://schemas.microsoft.com/office/drawing/2014/main" id="{B99AEEF4-3DFD-48CD-9594-41257DFF4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3705225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9FC"/>
          </a:solidFill>
          <a:ln xmlns:a="http://schemas.openxmlformats.org/drawingml/2006/main" w="0">
            <a:noFill/>
          </a:ln>
        </p:spPr>
      </p:sp>
      <p:sp>
        <p:nvSpPr>
          <p:cNvPr id="336" name="">
            <a:extLst xmlns:a="http://schemas.openxmlformats.org/drawingml/2006/main">
              <a:ext uri="{FF2B5EF4-FFF2-40B4-BE49-F238E27FC236}">
                <a16:creationId xmlns:a16="http://schemas.microsoft.com/office/drawing/2014/main" id="{4E953C64-A53C-41E6-BE53-E0F27C365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8185" y="3705225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9FC"/>
          </a:solidFill>
          <a:ln xmlns:a="http://schemas.openxmlformats.org/drawingml/2006/main" w="0">
            <a:noFill/>
          </a:ln>
        </p:spPr>
      </p:sp>
      <p:sp>
        <p:nvSpPr>
          <p:cNvPr id="337" name="">
            <a:extLst xmlns:a="http://schemas.openxmlformats.org/drawingml/2006/main">
              <a:ext uri="{FF2B5EF4-FFF2-40B4-BE49-F238E27FC236}">
                <a16:creationId xmlns:a16="http://schemas.microsoft.com/office/drawing/2014/main" id="{DC2B16E0-94BD-4641-AFC7-79DAB5A2A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1070" y="3705225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9FB"/>
          </a:solidFill>
          <a:ln xmlns:a="http://schemas.openxmlformats.org/drawingml/2006/main" w="0">
            <a:noFill/>
          </a:ln>
        </p:spPr>
      </p:sp>
      <p:sp>
        <p:nvSpPr>
          <p:cNvPr id="338" name="">
            <a:extLst xmlns:a="http://schemas.openxmlformats.org/drawingml/2006/main">
              <a:ext uri="{FF2B5EF4-FFF2-40B4-BE49-F238E27FC236}">
                <a16:creationId xmlns:a16="http://schemas.microsoft.com/office/drawing/2014/main" id="{B35BF67A-3798-492E-BC22-DDBDEE544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3955" y="3705225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9FB"/>
          </a:solidFill>
          <a:ln xmlns:a="http://schemas.openxmlformats.org/drawingml/2006/main" w="0">
            <a:noFill/>
          </a:ln>
        </p:spPr>
      </p:sp>
      <p:sp>
        <p:nvSpPr>
          <p:cNvPr id="339" name="">
            <a:extLst xmlns:a="http://schemas.openxmlformats.org/drawingml/2006/main">
              <a:ext uri="{FF2B5EF4-FFF2-40B4-BE49-F238E27FC236}">
                <a16:creationId xmlns:a16="http://schemas.microsoft.com/office/drawing/2014/main" id="{1B2F4EEF-9D0C-40B8-B82E-AE1C7CB37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6840" y="3705225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9FB"/>
          </a:solidFill>
          <a:ln xmlns:a="http://schemas.openxmlformats.org/drawingml/2006/main" w="0">
            <a:noFill/>
          </a:ln>
        </p:spPr>
      </p:sp>
      <p:sp>
        <p:nvSpPr>
          <p:cNvPr id="340" name="">
            <a:extLst xmlns:a="http://schemas.openxmlformats.org/drawingml/2006/main">
              <a:ext uri="{FF2B5EF4-FFF2-40B4-BE49-F238E27FC236}">
                <a16:creationId xmlns:a16="http://schemas.microsoft.com/office/drawing/2014/main" id="{0B540028-9456-4DFA-817B-EDDAFFAE6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9725" y="3705225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9FB"/>
          </a:solidFill>
          <a:ln xmlns:a="http://schemas.openxmlformats.org/drawingml/2006/main" w="0">
            <a:noFill/>
          </a:ln>
        </p:spPr>
      </p:sp>
      <p:sp>
        <p:nvSpPr>
          <p:cNvPr id="341" name="">
            <a:extLst xmlns:a="http://schemas.openxmlformats.org/drawingml/2006/main">
              <a:ext uri="{FF2B5EF4-FFF2-40B4-BE49-F238E27FC236}">
                <a16:creationId xmlns:a16="http://schemas.microsoft.com/office/drawing/2014/main" id="{2B281AB9-CFE6-4625-843C-9FC6F8C5D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42610" y="3705225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9FB"/>
          </a:solidFill>
          <a:ln xmlns:a="http://schemas.openxmlformats.org/drawingml/2006/main" w="0">
            <a:noFill/>
          </a:ln>
        </p:spPr>
      </p:sp>
      <p:sp>
        <p:nvSpPr>
          <p:cNvPr id="342" name="">
            <a:extLst xmlns:a="http://schemas.openxmlformats.org/drawingml/2006/main">
              <a:ext uri="{FF2B5EF4-FFF2-40B4-BE49-F238E27FC236}">
                <a16:creationId xmlns:a16="http://schemas.microsoft.com/office/drawing/2014/main" id="{8B65A1AF-7118-4DC5-8FE9-D1A924929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5495" y="3705225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8FB"/>
          </a:solidFill>
          <a:ln xmlns:a="http://schemas.openxmlformats.org/drawingml/2006/main" w="0">
            <a:noFill/>
          </a:ln>
        </p:spPr>
      </p:sp>
      <p:sp>
        <p:nvSpPr>
          <p:cNvPr id="343" name="">
            <a:extLst xmlns:a="http://schemas.openxmlformats.org/drawingml/2006/main">
              <a:ext uri="{FF2B5EF4-FFF2-40B4-BE49-F238E27FC236}">
                <a16:creationId xmlns:a16="http://schemas.microsoft.com/office/drawing/2014/main" id="{D10C6E4C-9C71-472F-8987-E16A8B394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8380" y="3705225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8FB"/>
          </a:solidFill>
          <a:ln xmlns:a="http://schemas.openxmlformats.org/drawingml/2006/main" w="0">
            <a:noFill/>
          </a:ln>
        </p:spPr>
      </p:sp>
      <p:sp>
        <p:nvSpPr>
          <p:cNvPr id="344" name="">
            <a:extLst xmlns:a="http://schemas.openxmlformats.org/drawingml/2006/main">
              <a:ext uri="{FF2B5EF4-FFF2-40B4-BE49-F238E27FC236}">
                <a16:creationId xmlns:a16="http://schemas.microsoft.com/office/drawing/2014/main" id="{9D8CBDF1-7C8B-45C5-A3A9-ACC8FAEDE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1265" y="3705225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8FA"/>
          </a:solidFill>
          <a:ln xmlns:a="http://schemas.openxmlformats.org/drawingml/2006/main" w="0">
            <a:noFill/>
          </a:ln>
        </p:spPr>
      </p:sp>
      <p:sp>
        <p:nvSpPr>
          <p:cNvPr id="345" name="">
            <a:extLst xmlns:a="http://schemas.openxmlformats.org/drawingml/2006/main">
              <a:ext uri="{FF2B5EF4-FFF2-40B4-BE49-F238E27FC236}">
                <a16:creationId xmlns:a16="http://schemas.microsoft.com/office/drawing/2014/main" id="{C35C1431-AF99-4084-8DA1-A24FBFCC1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3705225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8FA"/>
          </a:solidFill>
          <a:ln xmlns:a="http://schemas.openxmlformats.org/drawingml/2006/main" w="0">
            <a:noFill/>
          </a:ln>
        </p:spPr>
      </p:sp>
      <p:sp>
        <p:nvSpPr>
          <p:cNvPr id="346" name="">
            <a:extLst xmlns:a="http://schemas.openxmlformats.org/drawingml/2006/main">
              <a:ext uri="{FF2B5EF4-FFF2-40B4-BE49-F238E27FC236}">
                <a16:creationId xmlns:a16="http://schemas.microsoft.com/office/drawing/2014/main" id="{5EFA1039-D55A-446D-914E-A46F72E02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57035" y="3705225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</a:ln>
        </p:spPr>
      </p:sp>
      <p:sp>
        <p:nvSpPr>
          <p:cNvPr id="347" name="">
            <a:extLst xmlns:a="http://schemas.openxmlformats.org/drawingml/2006/main">
              <a:ext uri="{FF2B5EF4-FFF2-40B4-BE49-F238E27FC236}">
                <a16:creationId xmlns:a16="http://schemas.microsoft.com/office/drawing/2014/main" id="{7C599897-6AB4-44BD-BD6D-3A14E969C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9920" y="3705225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7FA"/>
          </a:solidFill>
          <a:ln xmlns:a="http://schemas.openxmlformats.org/drawingml/2006/main" w="0">
            <a:noFill/>
          </a:ln>
        </p:spPr>
      </p:sp>
      <p:sp>
        <p:nvSpPr>
          <p:cNvPr id="348" name="">
            <a:extLst xmlns:a="http://schemas.openxmlformats.org/drawingml/2006/main">
              <a:ext uri="{FF2B5EF4-FFF2-40B4-BE49-F238E27FC236}">
                <a16:creationId xmlns:a16="http://schemas.microsoft.com/office/drawing/2014/main" id="{353B5EDA-E018-4FE9-8195-6CD79D3A5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2805" y="3705225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7FA"/>
          </a:solidFill>
          <a:ln xmlns:a="http://schemas.openxmlformats.org/drawingml/2006/main" w="0">
            <a:noFill/>
          </a:ln>
        </p:spPr>
      </p:sp>
      <p:sp>
        <p:nvSpPr>
          <p:cNvPr id="349" name="">
            <a:extLst xmlns:a="http://schemas.openxmlformats.org/drawingml/2006/main">
              <a:ext uri="{FF2B5EF4-FFF2-40B4-BE49-F238E27FC236}">
                <a16:creationId xmlns:a16="http://schemas.microsoft.com/office/drawing/2014/main" id="{8ADF067B-7461-48A5-8B81-2D0DCDB3F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5690" y="3705225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7FA"/>
          </a:solidFill>
          <a:ln xmlns:a="http://schemas.openxmlformats.org/drawingml/2006/main" w="0">
            <a:noFill/>
          </a:ln>
        </p:spPr>
      </p:sp>
      <p:sp>
        <p:nvSpPr>
          <p:cNvPr id="350" name="">
            <a:extLst xmlns:a="http://schemas.openxmlformats.org/drawingml/2006/main">
              <a:ext uri="{FF2B5EF4-FFF2-40B4-BE49-F238E27FC236}">
                <a16:creationId xmlns:a16="http://schemas.microsoft.com/office/drawing/2014/main" id="{FF090455-8D90-40F1-9F38-C7AD595DF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48575" y="3705225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6FA"/>
          </a:solidFill>
          <a:ln xmlns:a="http://schemas.openxmlformats.org/drawingml/2006/main" w="0">
            <a:noFill/>
          </a:ln>
        </p:spPr>
      </p:sp>
      <p:sp>
        <p:nvSpPr>
          <p:cNvPr id="351" name="">
            <a:extLst xmlns:a="http://schemas.openxmlformats.org/drawingml/2006/main">
              <a:ext uri="{FF2B5EF4-FFF2-40B4-BE49-F238E27FC236}">
                <a16:creationId xmlns:a16="http://schemas.microsoft.com/office/drawing/2014/main" id="{13A857C2-E5CB-4863-83BA-E457F3DA7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1460" y="3705225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6F9"/>
          </a:solidFill>
          <a:ln xmlns:a="http://schemas.openxmlformats.org/drawingml/2006/main" w="0">
            <a:noFill/>
          </a:ln>
        </p:spPr>
      </p:sp>
      <p:sp>
        <p:nvSpPr>
          <p:cNvPr id="352" name="">
            <a:extLst xmlns:a="http://schemas.openxmlformats.org/drawingml/2006/main">
              <a:ext uri="{FF2B5EF4-FFF2-40B4-BE49-F238E27FC236}">
                <a16:creationId xmlns:a16="http://schemas.microsoft.com/office/drawing/2014/main" id="{E3A9A2F1-50A7-4060-88E9-95593D585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4345" y="3705225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6F9"/>
          </a:solidFill>
          <a:ln xmlns:a="http://schemas.openxmlformats.org/drawingml/2006/main" w="0">
            <a:noFill/>
          </a:ln>
        </p:spPr>
      </p:sp>
      <p:sp>
        <p:nvSpPr>
          <p:cNvPr id="353" name="">
            <a:extLst xmlns:a="http://schemas.openxmlformats.org/drawingml/2006/main">
              <a:ext uri="{FF2B5EF4-FFF2-40B4-BE49-F238E27FC236}">
                <a16:creationId xmlns:a16="http://schemas.microsoft.com/office/drawing/2014/main" id="{45636A94-57B6-4887-B342-A10F5CC72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7230" y="3705225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6F9"/>
          </a:solidFill>
          <a:ln xmlns:a="http://schemas.openxmlformats.org/drawingml/2006/main" w="0">
            <a:noFill/>
          </a:ln>
        </p:spPr>
      </p:sp>
      <p:sp>
        <p:nvSpPr>
          <p:cNvPr id="354" name="">
            <a:extLst xmlns:a="http://schemas.openxmlformats.org/drawingml/2006/main">
              <a:ext uri="{FF2B5EF4-FFF2-40B4-BE49-F238E27FC236}">
                <a16:creationId xmlns:a16="http://schemas.microsoft.com/office/drawing/2014/main" id="{4C682A9D-0A86-4868-BFC8-F39AADBD8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0115" y="3705225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6F9"/>
          </a:solidFill>
          <a:ln xmlns:a="http://schemas.openxmlformats.org/drawingml/2006/main" w="0">
            <a:noFill/>
          </a:ln>
        </p:spPr>
      </p:sp>
      <p:sp>
        <p:nvSpPr>
          <p:cNvPr id="355" name="">
            <a:extLst xmlns:a="http://schemas.openxmlformats.org/drawingml/2006/main">
              <a:ext uri="{FF2B5EF4-FFF2-40B4-BE49-F238E27FC236}">
                <a16:creationId xmlns:a16="http://schemas.microsoft.com/office/drawing/2014/main" id="{8A0D7151-76B8-4DD2-8CE1-E44D1A3DC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705225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6F9"/>
          </a:solidFill>
          <a:ln xmlns:a="http://schemas.openxmlformats.org/drawingml/2006/main" w="0">
            <a:noFill/>
          </a:ln>
        </p:spPr>
      </p:sp>
      <p:sp>
        <p:nvSpPr>
          <p:cNvPr id="356" name="">
            <a:extLst xmlns:a="http://schemas.openxmlformats.org/drawingml/2006/main">
              <a:ext uri="{FF2B5EF4-FFF2-40B4-BE49-F238E27FC236}">
                <a16:creationId xmlns:a16="http://schemas.microsoft.com/office/drawing/2014/main" id="{C3C13A22-6A2F-4380-957A-A5C1F7862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70008"/>
            <a:ext cx="1333500" cy="1647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13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rPr>
              <a:t>G12</a:t>
            </a:r>
          </a:p>
        </p:txBody>
      </p:sp>
      <p:sp>
        <p:nvSpPr>
          <p:cNvPr id="357" name="">
            <a:extLst xmlns:a="http://schemas.openxmlformats.org/drawingml/2006/main">
              <a:ext uri="{FF2B5EF4-FFF2-40B4-BE49-F238E27FC236}">
                <a16:creationId xmlns:a16="http://schemas.microsoft.com/office/drawing/2014/main" id="{C010BC13-E1C3-436F-AC69-16323FEA3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3870008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BFD"/>
          </a:solidFill>
          <a:ln xmlns:a="http://schemas.openxmlformats.org/drawingml/2006/main" w="0">
            <a:noFill/>
          </a:ln>
        </p:spPr>
      </p:sp>
      <p:sp>
        <p:nvSpPr>
          <p:cNvPr id="358" name="">
            <a:extLst xmlns:a="http://schemas.openxmlformats.org/drawingml/2006/main">
              <a:ext uri="{FF2B5EF4-FFF2-40B4-BE49-F238E27FC236}">
                <a16:creationId xmlns:a16="http://schemas.microsoft.com/office/drawing/2014/main" id="{32D42905-8633-4996-AF13-3569AE4BA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99335" y="3870008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BFD"/>
          </a:solidFill>
          <a:ln xmlns:a="http://schemas.openxmlformats.org/drawingml/2006/main" w="0">
            <a:noFill/>
          </a:ln>
        </p:spPr>
      </p:sp>
      <p:sp>
        <p:nvSpPr>
          <p:cNvPr id="359" name="">
            <a:extLst xmlns:a="http://schemas.openxmlformats.org/drawingml/2006/main">
              <a:ext uri="{FF2B5EF4-FFF2-40B4-BE49-F238E27FC236}">
                <a16:creationId xmlns:a16="http://schemas.microsoft.com/office/drawing/2014/main" id="{A2DD46DD-0FE9-4CB3-8B3D-1330C2258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2220" y="3870008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BFD"/>
          </a:solidFill>
          <a:ln xmlns:a="http://schemas.openxmlformats.org/drawingml/2006/main" w="0">
            <a:noFill/>
          </a:ln>
        </p:spPr>
      </p:sp>
      <p:sp>
        <p:nvSpPr>
          <p:cNvPr id="360" name="">
            <a:extLst xmlns:a="http://schemas.openxmlformats.org/drawingml/2006/main">
              <a:ext uri="{FF2B5EF4-FFF2-40B4-BE49-F238E27FC236}">
                <a16:creationId xmlns:a16="http://schemas.microsoft.com/office/drawing/2014/main" id="{3443696E-5F52-4CDB-AE2B-11457B544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5105" y="3870008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BFD"/>
          </a:solidFill>
          <a:ln xmlns:a="http://schemas.openxmlformats.org/drawingml/2006/main" w="0">
            <a:noFill/>
          </a:ln>
        </p:spPr>
      </p:sp>
      <p:sp>
        <p:nvSpPr>
          <p:cNvPr id="361" name="">
            <a:extLst xmlns:a="http://schemas.openxmlformats.org/drawingml/2006/main">
              <a:ext uri="{FF2B5EF4-FFF2-40B4-BE49-F238E27FC236}">
                <a16:creationId xmlns:a16="http://schemas.microsoft.com/office/drawing/2014/main" id="{6439434A-4202-4B2B-BB91-DEA1FD40A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67990" y="3870008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D"/>
          </a:solidFill>
          <a:ln xmlns:a="http://schemas.openxmlformats.org/drawingml/2006/main" w="0">
            <a:noFill/>
          </a:ln>
        </p:spPr>
      </p:sp>
      <p:sp>
        <p:nvSpPr>
          <p:cNvPr id="362" name="">
            <a:extLst xmlns:a="http://schemas.openxmlformats.org/drawingml/2006/main">
              <a:ext uri="{FF2B5EF4-FFF2-40B4-BE49-F238E27FC236}">
                <a16:creationId xmlns:a16="http://schemas.microsoft.com/office/drawing/2014/main" id="{DC184A22-B746-4E99-BCFF-AC7885D17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3870008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D"/>
          </a:solidFill>
          <a:ln xmlns:a="http://schemas.openxmlformats.org/drawingml/2006/main" w="0">
            <a:noFill/>
          </a:ln>
        </p:spPr>
      </p:sp>
      <p:sp>
        <p:nvSpPr>
          <p:cNvPr id="363" name="">
            <a:extLst xmlns:a="http://schemas.openxmlformats.org/drawingml/2006/main">
              <a:ext uri="{FF2B5EF4-FFF2-40B4-BE49-F238E27FC236}">
                <a16:creationId xmlns:a16="http://schemas.microsoft.com/office/drawing/2014/main" id="{FAFFD72B-8BEF-4A2E-9EED-509BD1B3F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3760" y="3870008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C"/>
          </a:solidFill>
          <a:ln xmlns:a="http://schemas.openxmlformats.org/drawingml/2006/main" w="0">
            <a:noFill/>
          </a:ln>
        </p:spPr>
      </p:sp>
      <p:sp>
        <p:nvSpPr>
          <p:cNvPr id="364" name="">
            <a:extLst xmlns:a="http://schemas.openxmlformats.org/drawingml/2006/main">
              <a:ext uri="{FF2B5EF4-FFF2-40B4-BE49-F238E27FC236}">
                <a16:creationId xmlns:a16="http://schemas.microsoft.com/office/drawing/2014/main" id="{BE53E514-277E-46BF-BDBC-3377CB209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6645" y="3870008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C"/>
          </a:solidFill>
          <a:ln xmlns:a="http://schemas.openxmlformats.org/drawingml/2006/main" w="0">
            <a:noFill/>
          </a:ln>
        </p:spPr>
      </p:sp>
      <p:sp>
        <p:nvSpPr>
          <p:cNvPr id="365" name="">
            <a:extLst xmlns:a="http://schemas.openxmlformats.org/drawingml/2006/main">
              <a:ext uri="{FF2B5EF4-FFF2-40B4-BE49-F238E27FC236}">
                <a16:creationId xmlns:a16="http://schemas.microsoft.com/office/drawing/2014/main" id="{211F78C8-0D0C-4D14-AEB7-F8E2B344B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9530" y="3870008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AFC"/>
          </a:solidFill>
          <a:ln xmlns:a="http://schemas.openxmlformats.org/drawingml/2006/main" w="0">
            <a:noFill/>
          </a:ln>
        </p:spPr>
      </p:sp>
      <p:sp>
        <p:nvSpPr>
          <p:cNvPr id="366" name="">
            <a:extLst xmlns:a="http://schemas.openxmlformats.org/drawingml/2006/main">
              <a:ext uri="{FF2B5EF4-FFF2-40B4-BE49-F238E27FC236}">
                <a16:creationId xmlns:a16="http://schemas.microsoft.com/office/drawing/2014/main" id="{46CF1531-50A4-462F-86FC-58B89B4EE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82415" y="3870008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AFC"/>
          </a:solidFill>
          <a:ln xmlns:a="http://schemas.openxmlformats.org/drawingml/2006/main" w="0">
            <a:noFill/>
          </a:ln>
        </p:spPr>
      </p:sp>
      <p:sp>
        <p:nvSpPr>
          <p:cNvPr id="367" name="">
            <a:extLst xmlns:a="http://schemas.openxmlformats.org/drawingml/2006/main">
              <a:ext uri="{FF2B5EF4-FFF2-40B4-BE49-F238E27FC236}">
                <a16:creationId xmlns:a16="http://schemas.microsoft.com/office/drawing/2014/main" id="{F2B5053C-5CEA-4727-B7F2-413E2CF0C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3870008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AFC"/>
          </a:solidFill>
          <a:ln xmlns:a="http://schemas.openxmlformats.org/drawingml/2006/main" w="0">
            <a:noFill/>
          </a:ln>
        </p:spPr>
      </p:sp>
      <p:sp>
        <p:nvSpPr>
          <p:cNvPr id="368" name="">
            <a:extLst xmlns:a="http://schemas.openxmlformats.org/drawingml/2006/main">
              <a:ext uri="{FF2B5EF4-FFF2-40B4-BE49-F238E27FC236}">
                <a16:creationId xmlns:a16="http://schemas.microsoft.com/office/drawing/2014/main" id="{C174F229-E720-40DC-B322-861C1F4F1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8185" y="3870008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AFC"/>
          </a:solidFill>
          <a:ln xmlns:a="http://schemas.openxmlformats.org/drawingml/2006/main" w="0">
            <a:noFill/>
          </a:ln>
        </p:spPr>
      </p:sp>
      <p:sp>
        <p:nvSpPr>
          <p:cNvPr id="369" name="">
            <a:extLst xmlns:a="http://schemas.openxmlformats.org/drawingml/2006/main">
              <a:ext uri="{FF2B5EF4-FFF2-40B4-BE49-F238E27FC236}">
                <a16:creationId xmlns:a16="http://schemas.microsoft.com/office/drawing/2014/main" id="{FB4A5D14-0750-4D21-85CE-07FCF071E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1070" y="3870008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9FC"/>
          </a:solidFill>
          <a:ln xmlns:a="http://schemas.openxmlformats.org/drawingml/2006/main" w="0">
            <a:noFill/>
          </a:ln>
        </p:spPr>
      </p:sp>
      <p:sp>
        <p:nvSpPr>
          <p:cNvPr id="370" name="">
            <a:extLst xmlns:a="http://schemas.openxmlformats.org/drawingml/2006/main">
              <a:ext uri="{FF2B5EF4-FFF2-40B4-BE49-F238E27FC236}">
                <a16:creationId xmlns:a16="http://schemas.microsoft.com/office/drawing/2014/main" id="{86BAF19E-6CAE-43A2-8CFE-DF94EDE6C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3955" y="3870008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9FC"/>
          </a:solidFill>
          <a:ln xmlns:a="http://schemas.openxmlformats.org/drawingml/2006/main" w="0">
            <a:noFill/>
          </a:ln>
        </p:spPr>
      </p:sp>
      <p:sp>
        <p:nvSpPr>
          <p:cNvPr id="371" name="">
            <a:extLst xmlns:a="http://schemas.openxmlformats.org/drawingml/2006/main">
              <a:ext uri="{FF2B5EF4-FFF2-40B4-BE49-F238E27FC236}">
                <a16:creationId xmlns:a16="http://schemas.microsoft.com/office/drawing/2014/main" id="{1BB279D4-22B3-4C1E-9CB3-E7C9D732D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6840" y="3870008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9FC"/>
          </a:solidFill>
          <a:ln xmlns:a="http://schemas.openxmlformats.org/drawingml/2006/main" w="0">
            <a:noFill/>
          </a:ln>
        </p:spPr>
      </p:sp>
      <p:sp>
        <p:nvSpPr>
          <p:cNvPr id="372" name="">
            <a:extLst xmlns:a="http://schemas.openxmlformats.org/drawingml/2006/main">
              <a:ext uri="{FF2B5EF4-FFF2-40B4-BE49-F238E27FC236}">
                <a16:creationId xmlns:a16="http://schemas.microsoft.com/office/drawing/2014/main" id="{23CF2195-8444-41E4-ACB3-B946B838A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9725" y="3870008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9FB"/>
          </a:solidFill>
          <a:ln xmlns:a="http://schemas.openxmlformats.org/drawingml/2006/main" w="0">
            <a:noFill/>
          </a:ln>
        </p:spPr>
      </p:sp>
      <p:sp>
        <p:nvSpPr>
          <p:cNvPr id="373" name="">
            <a:extLst xmlns:a="http://schemas.openxmlformats.org/drawingml/2006/main">
              <a:ext uri="{FF2B5EF4-FFF2-40B4-BE49-F238E27FC236}">
                <a16:creationId xmlns:a16="http://schemas.microsoft.com/office/drawing/2014/main" id="{C693A4D3-4769-4510-93FE-10A9FD2E0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42610" y="3870008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7FA"/>
          </a:solidFill>
          <a:ln xmlns:a="http://schemas.openxmlformats.org/drawingml/2006/main" w="0">
            <a:noFill/>
          </a:ln>
        </p:spPr>
      </p:sp>
      <p:sp>
        <p:nvSpPr>
          <p:cNvPr id="374" name="">
            <a:extLst xmlns:a="http://schemas.openxmlformats.org/drawingml/2006/main">
              <a:ext uri="{FF2B5EF4-FFF2-40B4-BE49-F238E27FC236}">
                <a16:creationId xmlns:a16="http://schemas.microsoft.com/office/drawing/2014/main" id="{EE1753A7-9C42-432A-BDC4-63B7A3152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5495" y="3870008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7FA"/>
          </a:solidFill>
          <a:ln xmlns:a="http://schemas.openxmlformats.org/drawingml/2006/main" w="0">
            <a:noFill/>
          </a:ln>
        </p:spPr>
      </p:sp>
      <p:sp>
        <p:nvSpPr>
          <p:cNvPr id="375" name="">
            <a:extLst xmlns:a="http://schemas.openxmlformats.org/drawingml/2006/main">
              <a:ext uri="{FF2B5EF4-FFF2-40B4-BE49-F238E27FC236}">
                <a16:creationId xmlns:a16="http://schemas.microsoft.com/office/drawing/2014/main" id="{FB59EA04-E42B-47E3-B785-CF99CE191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8380" y="3870008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6FA"/>
          </a:solidFill>
          <a:ln xmlns:a="http://schemas.openxmlformats.org/drawingml/2006/main" w="0">
            <a:noFill/>
          </a:ln>
        </p:spPr>
      </p:sp>
      <p:sp>
        <p:nvSpPr>
          <p:cNvPr id="376" name="">
            <a:extLst xmlns:a="http://schemas.openxmlformats.org/drawingml/2006/main">
              <a:ext uri="{FF2B5EF4-FFF2-40B4-BE49-F238E27FC236}">
                <a16:creationId xmlns:a16="http://schemas.microsoft.com/office/drawing/2014/main" id="{CE5093EB-E20B-446D-87CD-ED1565082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1265" y="3870008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7FA"/>
          </a:solidFill>
          <a:ln xmlns:a="http://schemas.openxmlformats.org/drawingml/2006/main" w="0">
            <a:noFill/>
          </a:ln>
        </p:spPr>
      </p:sp>
      <p:sp>
        <p:nvSpPr>
          <p:cNvPr id="377" name="">
            <a:extLst xmlns:a="http://schemas.openxmlformats.org/drawingml/2006/main">
              <a:ext uri="{FF2B5EF4-FFF2-40B4-BE49-F238E27FC236}">
                <a16:creationId xmlns:a16="http://schemas.microsoft.com/office/drawing/2014/main" id="{02669236-519E-4926-AFC9-0A5CF7F56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3870008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7FA"/>
          </a:solidFill>
          <a:ln xmlns:a="http://schemas.openxmlformats.org/drawingml/2006/main" w="0">
            <a:noFill/>
          </a:ln>
        </p:spPr>
      </p:sp>
      <p:sp>
        <p:nvSpPr>
          <p:cNvPr id="378" name="">
            <a:extLst xmlns:a="http://schemas.openxmlformats.org/drawingml/2006/main">
              <a:ext uri="{FF2B5EF4-FFF2-40B4-BE49-F238E27FC236}">
                <a16:creationId xmlns:a16="http://schemas.microsoft.com/office/drawing/2014/main" id="{75D777EF-F3B3-4880-84FD-E852D3C50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57035" y="3870008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7FA"/>
          </a:solidFill>
          <a:ln xmlns:a="http://schemas.openxmlformats.org/drawingml/2006/main" w="0">
            <a:noFill/>
          </a:ln>
        </p:spPr>
      </p:sp>
      <p:sp>
        <p:nvSpPr>
          <p:cNvPr id="379" name="">
            <a:extLst xmlns:a="http://schemas.openxmlformats.org/drawingml/2006/main">
              <a:ext uri="{FF2B5EF4-FFF2-40B4-BE49-F238E27FC236}">
                <a16:creationId xmlns:a16="http://schemas.microsoft.com/office/drawing/2014/main" id="{545458CA-3CD6-47A8-BD98-8F0A822DE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9920" y="3870008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6FA"/>
          </a:solidFill>
          <a:ln xmlns:a="http://schemas.openxmlformats.org/drawingml/2006/main" w="0">
            <a:noFill/>
          </a:ln>
        </p:spPr>
      </p:sp>
      <p:sp>
        <p:nvSpPr>
          <p:cNvPr id="380" name="">
            <a:extLst xmlns:a="http://schemas.openxmlformats.org/drawingml/2006/main">
              <a:ext uri="{FF2B5EF4-FFF2-40B4-BE49-F238E27FC236}">
                <a16:creationId xmlns:a16="http://schemas.microsoft.com/office/drawing/2014/main" id="{BAEE57E5-A3F8-4011-B765-2E62E878C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2805" y="3870008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6F9"/>
          </a:solidFill>
          <a:ln xmlns:a="http://schemas.openxmlformats.org/drawingml/2006/main" w="0">
            <a:noFill/>
          </a:ln>
        </p:spPr>
      </p:sp>
      <p:sp>
        <p:nvSpPr>
          <p:cNvPr id="381" name="">
            <a:extLst xmlns:a="http://schemas.openxmlformats.org/drawingml/2006/main">
              <a:ext uri="{FF2B5EF4-FFF2-40B4-BE49-F238E27FC236}">
                <a16:creationId xmlns:a16="http://schemas.microsoft.com/office/drawing/2014/main" id="{ACB478EB-0AC4-4557-A372-888A64031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5690" y="3870008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6F9"/>
          </a:solidFill>
          <a:ln xmlns:a="http://schemas.openxmlformats.org/drawingml/2006/main" w="0">
            <a:noFill/>
          </a:ln>
        </p:spPr>
      </p:sp>
      <p:sp>
        <p:nvSpPr>
          <p:cNvPr id="382" name="">
            <a:extLst xmlns:a="http://schemas.openxmlformats.org/drawingml/2006/main">
              <a:ext uri="{FF2B5EF4-FFF2-40B4-BE49-F238E27FC236}">
                <a16:creationId xmlns:a16="http://schemas.microsoft.com/office/drawing/2014/main" id="{023801A8-C79C-4668-B905-077C0BE45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48575" y="3870008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6F9"/>
          </a:solidFill>
          <a:ln xmlns:a="http://schemas.openxmlformats.org/drawingml/2006/main" w="0">
            <a:noFill/>
          </a:ln>
        </p:spPr>
      </p:sp>
      <p:sp>
        <p:nvSpPr>
          <p:cNvPr id="383" name="">
            <a:extLst xmlns:a="http://schemas.openxmlformats.org/drawingml/2006/main">
              <a:ext uri="{FF2B5EF4-FFF2-40B4-BE49-F238E27FC236}">
                <a16:creationId xmlns:a16="http://schemas.microsoft.com/office/drawing/2014/main" id="{04F1200B-6EB7-4607-8298-C428F230F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1460" y="3870008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6F9"/>
          </a:solidFill>
          <a:ln xmlns:a="http://schemas.openxmlformats.org/drawingml/2006/main" w="0">
            <a:noFill/>
          </a:ln>
        </p:spPr>
      </p:sp>
      <p:sp>
        <p:nvSpPr>
          <p:cNvPr id="384" name="">
            <a:extLst xmlns:a="http://schemas.openxmlformats.org/drawingml/2006/main">
              <a:ext uri="{FF2B5EF4-FFF2-40B4-BE49-F238E27FC236}">
                <a16:creationId xmlns:a16="http://schemas.microsoft.com/office/drawing/2014/main" id="{AFFA1DCF-8C30-4D10-B047-C28B95C0A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4345" y="3870008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6F9"/>
          </a:solidFill>
          <a:ln xmlns:a="http://schemas.openxmlformats.org/drawingml/2006/main" w="0">
            <a:noFill/>
          </a:ln>
        </p:spPr>
      </p:sp>
      <p:sp>
        <p:nvSpPr>
          <p:cNvPr id="385" name="">
            <a:extLst xmlns:a="http://schemas.openxmlformats.org/drawingml/2006/main">
              <a:ext uri="{FF2B5EF4-FFF2-40B4-BE49-F238E27FC236}">
                <a16:creationId xmlns:a16="http://schemas.microsoft.com/office/drawing/2014/main" id="{4BA48A2E-5395-43B6-B12B-5E3BEFF17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7230" y="3870008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6F9"/>
          </a:solidFill>
          <a:ln xmlns:a="http://schemas.openxmlformats.org/drawingml/2006/main" w="0">
            <a:noFill/>
          </a:ln>
        </p:spPr>
      </p:sp>
      <p:sp>
        <p:nvSpPr>
          <p:cNvPr id="386" name="">
            <a:extLst xmlns:a="http://schemas.openxmlformats.org/drawingml/2006/main">
              <a:ext uri="{FF2B5EF4-FFF2-40B4-BE49-F238E27FC236}">
                <a16:creationId xmlns:a16="http://schemas.microsoft.com/office/drawing/2014/main" id="{9073D21E-2DE5-4AE0-A3F1-E4202C72D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0115" y="3870008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6F9"/>
          </a:solidFill>
          <a:ln xmlns:a="http://schemas.openxmlformats.org/drawingml/2006/main" w="0">
            <a:noFill/>
          </a:ln>
        </p:spPr>
      </p:sp>
      <p:sp>
        <p:nvSpPr>
          <p:cNvPr id="387" name="">
            <a:extLst xmlns:a="http://schemas.openxmlformats.org/drawingml/2006/main">
              <a:ext uri="{FF2B5EF4-FFF2-40B4-BE49-F238E27FC236}">
                <a16:creationId xmlns:a16="http://schemas.microsoft.com/office/drawing/2014/main" id="{4D321320-9E9C-44E4-BBB6-588E14FB0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870008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6F9"/>
          </a:solidFill>
          <a:ln xmlns:a="http://schemas.openxmlformats.org/drawingml/2006/main" w="0">
            <a:noFill/>
          </a:ln>
        </p:spPr>
      </p:sp>
      <p:sp>
        <p:nvSpPr>
          <p:cNvPr id="388" name="">
            <a:extLst xmlns:a="http://schemas.openxmlformats.org/drawingml/2006/main">
              <a:ext uri="{FF2B5EF4-FFF2-40B4-BE49-F238E27FC236}">
                <a16:creationId xmlns:a16="http://schemas.microsoft.com/office/drawing/2014/main" id="{FD56656E-14C1-400D-8AB4-491381CC7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34790"/>
            <a:ext cx="1333500" cy="1647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13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rPr>
              <a:t>G13</a:t>
            </a:r>
          </a:p>
        </p:txBody>
      </p:sp>
      <p:sp>
        <p:nvSpPr>
          <p:cNvPr id="389" name="">
            <a:extLst xmlns:a="http://schemas.openxmlformats.org/drawingml/2006/main">
              <a:ext uri="{FF2B5EF4-FFF2-40B4-BE49-F238E27FC236}">
                <a16:creationId xmlns:a16="http://schemas.microsoft.com/office/drawing/2014/main" id="{935B63E9-F028-4E8F-90A0-C970E8467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4034790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BFD"/>
          </a:solidFill>
          <a:ln xmlns:a="http://schemas.openxmlformats.org/drawingml/2006/main" w="0">
            <a:noFill/>
          </a:ln>
        </p:spPr>
      </p:sp>
      <p:sp>
        <p:nvSpPr>
          <p:cNvPr id="390" name="">
            <a:extLst xmlns:a="http://schemas.openxmlformats.org/drawingml/2006/main">
              <a:ext uri="{FF2B5EF4-FFF2-40B4-BE49-F238E27FC236}">
                <a16:creationId xmlns:a16="http://schemas.microsoft.com/office/drawing/2014/main" id="{5DAB7639-BAF0-4E1C-AF60-2A0A9124F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99335" y="4034790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BFD"/>
          </a:solidFill>
          <a:ln xmlns:a="http://schemas.openxmlformats.org/drawingml/2006/main" w="0">
            <a:noFill/>
          </a:ln>
        </p:spPr>
      </p:sp>
      <p:sp>
        <p:nvSpPr>
          <p:cNvPr id="391" name="">
            <a:extLst xmlns:a="http://schemas.openxmlformats.org/drawingml/2006/main">
              <a:ext uri="{FF2B5EF4-FFF2-40B4-BE49-F238E27FC236}">
                <a16:creationId xmlns:a16="http://schemas.microsoft.com/office/drawing/2014/main" id="{FBF04AF0-0D30-4DC3-95F7-CC47F3F21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2220" y="4034790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D"/>
          </a:solidFill>
          <a:ln xmlns:a="http://schemas.openxmlformats.org/drawingml/2006/main" w="0">
            <a:noFill/>
          </a:ln>
        </p:spPr>
      </p:sp>
      <p:sp>
        <p:nvSpPr>
          <p:cNvPr id="392" name="">
            <a:extLst xmlns:a="http://schemas.openxmlformats.org/drawingml/2006/main">
              <a:ext uri="{FF2B5EF4-FFF2-40B4-BE49-F238E27FC236}">
                <a16:creationId xmlns:a16="http://schemas.microsoft.com/office/drawing/2014/main" id="{3B92E567-FA89-4519-A342-9E1B01353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5105" y="4034790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D"/>
          </a:solidFill>
          <a:ln xmlns:a="http://schemas.openxmlformats.org/drawingml/2006/main" w="0">
            <a:noFill/>
          </a:ln>
        </p:spPr>
      </p:sp>
      <p:sp>
        <p:nvSpPr>
          <p:cNvPr id="393" name="">
            <a:extLst xmlns:a="http://schemas.openxmlformats.org/drawingml/2006/main">
              <a:ext uri="{FF2B5EF4-FFF2-40B4-BE49-F238E27FC236}">
                <a16:creationId xmlns:a16="http://schemas.microsoft.com/office/drawing/2014/main" id="{B636A4EC-F04C-4462-A7FC-64D3EDD4E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67990" y="4034790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D"/>
          </a:solidFill>
          <a:ln xmlns:a="http://schemas.openxmlformats.org/drawingml/2006/main" w="0">
            <a:noFill/>
          </a:ln>
        </p:spPr>
      </p:sp>
      <p:sp>
        <p:nvSpPr>
          <p:cNvPr id="394" name="">
            <a:extLst xmlns:a="http://schemas.openxmlformats.org/drawingml/2006/main">
              <a:ext uri="{FF2B5EF4-FFF2-40B4-BE49-F238E27FC236}">
                <a16:creationId xmlns:a16="http://schemas.microsoft.com/office/drawing/2014/main" id="{EEC3CD6B-B019-4D7C-87F6-55392204D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4034790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C"/>
          </a:solidFill>
          <a:ln xmlns:a="http://schemas.openxmlformats.org/drawingml/2006/main" w="0">
            <a:noFill/>
          </a:ln>
        </p:spPr>
      </p:sp>
      <p:sp>
        <p:nvSpPr>
          <p:cNvPr id="395" name="">
            <a:extLst xmlns:a="http://schemas.openxmlformats.org/drawingml/2006/main">
              <a:ext uri="{FF2B5EF4-FFF2-40B4-BE49-F238E27FC236}">
                <a16:creationId xmlns:a16="http://schemas.microsoft.com/office/drawing/2014/main" id="{22105F69-9920-4A9B-9BB8-1B07596F8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3760" y="4034790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C"/>
          </a:solidFill>
          <a:ln xmlns:a="http://schemas.openxmlformats.org/drawingml/2006/main" w="0">
            <a:noFill/>
          </a:ln>
        </p:spPr>
      </p:sp>
      <p:sp>
        <p:nvSpPr>
          <p:cNvPr id="396" name="">
            <a:extLst xmlns:a="http://schemas.openxmlformats.org/drawingml/2006/main">
              <a:ext uri="{FF2B5EF4-FFF2-40B4-BE49-F238E27FC236}">
                <a16:creationId xmlns:a16="http://schemas.microsoft.com/office/drawing/2014/main" id="{D9F9123C-E8A8-4FBB-9E88-F6A588F44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6645" y="4034790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C"/>
          </a:solidFill>
          <a:ln xmlns:a="http://schemas.openxmlformats.org/drawingml/2006/main" w="0">
            <a:noFill/>
          </a:ln>
        </p:spPr>
      </p:sp>
      <p:sp>
        <p:nvSpPr>
          <p:cNvPr id="397" name="">
            <a:extLst xmlns:a="http://schemas.openxmlformats.org/drawingml/2006/main">
              <a:ext uri="{FF2B5EF4-FFF2-40B4-BE49-F238E27FC236}">
                <a16:creationId xmlns:a16="http://schemas.microsoft.com/office/drawing/2014/main" id="{4C38B3D3-1816-4520-9410-83F3144E9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9530" y="4034790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AFC"/>
          </a:solidFill>
          <a:ln xmlns:a="http://schemas.openxmlformats.org/drawingml/2006/main" w="0">
            <a:noFill/>
          </a:ln>
        </p:spPr>
      </p:sp>
      <p:sp>
        <p:nvSpPr>
          <p:cNvPr id="398" name="">
            <a:extLst xmlns:a="http://schemas.openxmlformats.org/drawingml/2006/main">
              <a:ext uri="{FF2B5EF4-FFF2-40B4-BE49-F238E27FC236}">
                <a16:creationId xmlns:a16="http://schemas.microsoft.com/office/drawing/2014/main" id="{C32AF8C1-A3BF-4B7C-9459-E7C9D5920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82415" y="4034790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AFC"/>
          </a:solidFill>
          <a:ln xmlns:a="http://schemas.openxmlformats.org/drawingml/2006/main" w="0">
            <a:noFill/>
          </a:ln>
        </p:spPr>
      </p:sp>
      <p:sp>
        <p:nvSpPr>
          <p:cNvPr id="399" name="">
            <a:extLst xmlns:a="http://schemas.openxmlformats.org/drawingml/2006/main">
              <a:ext uri="{FF2B5EF4-FFF2-40B4-BE49-F238E27FC236}">
                <a16:creationId xmlns:a16="http://schemas.microsoft.com/office/drawing/2014/main" id="{50AC3040-C6E4-4BEC-8A99-E8A4D2CCC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034790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AFC"/>
          </a:solidFill>
          <a:ln xmlns:a="http://schemas.openxmlformats.org/drawingml/2006/main" w="0">
            <a:noFill/>
          </a:ln>
        </p:spPr>
      </p:sp>
      <p:sp>
        <p:nvSpPr>
          <p:cNvPr id="400" name="">
            <a:extLst xmlns:a="http://schemas.openxmlformats.org/drawingml/2006/main">
              <a:ext uri="{FF2B5EF4-FFF2-40B4-BE49-F238E27FC236}">
                <a16:creationId xmlns:a16="http://schemas.microsoft.com/office/drawing/2014/main" id="{3C750B86-7CD4-4DBD-9959-4756550FB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8185" y="4034790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9FC"/>
          </a:solidFill>
          <a:ln xmlns:a="http://schemas.openxmlformats.org/drawingml/2006/main" w="0">
            <a:noFill/>
          </a:ln>
        </p:spPr>
      </p:sp>
      <p:sp>
        <p:nvSpPr>
          <p:cNvPr id="401" name="">
            <a:extLst xmlns:a="http://schemas.openxmlformats.org/drawingml/2006/main">
              <a:ext uri="{FF2B5EF4-FFF2-40B4-BE49-F238E27FC236}">
                <a16:creationId xmlns:a16="http://schemas.microsoft.com/office/drawing/2014/main" id="{3BAA43ED-0B56-4064-AEE5-4E47D3CC3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1070" y="4034790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9FC"/>
          </a:solidFill>
          <a:ln xmlns:a="http://schemas.openxmlformats.org/drawingml/2006/main" w="0">
            <a:noFill/>
          </a:ln>
        </p:spPr>
      </p:sp>
      <p:sp>
        <p:nvSpPr>
          <p:cNvPr id="402" name="">
            <a:extLst xmlns:a="http://schemas.openxmlformats.org/drawingml/2006/main">
              <a:ext uri="{FF2B5EF4-FFF2-40B4-BE49-F238E27FC236}">
                <a16:creationId xmlns:a16="http://schemas.microsoft.com/office/drawing/2014/main" id="{E425EA6B-3515-4011-82F7-B4AB5815E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3955" y="4034790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9FC"/>
          </a:solidFill>
          <a:ln xmlns:a="http://schemas.openxmlformats.org/drawingml/2006/main" w="0">
            <a:noFill/>
          </a:ln>
        </p:spPr>
      </p:sp>
      <p:sp>
        <p:nvSpPr>
          <p:cNvPr id="403" name="">
            <a:extLst xmlns:a="http://schemas.openxmlformats.org/drawingml/2006/main">
              <a:ext uri="{FF2B5EF4-FFF2-40B4-BE49-F238E27FC236}">
                <a16:creationId xmlns:a16="http://schemas.microsoft.com/office/drawing/2014/main" id="{A4B03BEE-2953-4C28-A41C-180E99C34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6840" y="4034790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9FC"/>
          </a:solidFill>
          <a:ln xmlns:a="http://schemas.openxmlformats.org/drawingml/2006/main" w="0">
            <a:noFill/>
          </a:ln>
        </p:spPr>
      </p:sp>
      <p:sp>
        <p:nvSpPr>
          <p:cNvPr id="404" name="">
            <a:extLst xmlns:a="http://schemas.openxmlformats.org/drawingml/2006/main">
              <a:ext uri="{FF2B5EF4-FFF2-40B4-BE49-F238E27FC236}">
                <a16:creationId xmlns:a16="http://schemas.microsoft.com/office/drawing/2014/main" id="{6124A10B-2D4A-45B4-B6A9-E2312D41B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9725" y="4034790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9FB"/>
          </a:solidFill>
          <a:ln xmlns:a="http://schemas.openxmlformats.org/drawingml/2006/main" w="0">
            <a:noFill/>
          </a:ln>
        </p:spPr>
      </p:sp>
      <p:sp>
        <p:nvSpPr>
          <p:cNvPr id="405" name="">
            <a:extLst xmlns:a="http://schemas.openxmlformats.org/drawingml/2006/main">
              <a:ext uri="{FF2B5EF4-FFF2-40B4-BE49-F238E27FC236}">
                <a16:creationId xmlns:a16="http://schemas.microsoft.com/office/drawing/2014/main" id="{4B007DDB-F266-47EE-B660-D3344F440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42610" y="4034790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9FB"/>
          </a:solidFill>
          <a:ln xmlns:a="http://schemas.openxmlformats.org/drawingml/2006/main" w="0">
            <a:noFill/>
          </a:ln>
        </p:spPr>
      </p:sp>
      <p:sp>
        <p:nvSpPr>
          <p:cNvPr id="406" name="">
            <a:extLst xmlns:a="http://schemas.openxmlformats.org/drawingml/2006/main">
              <a:ext uri="{FF2B5EF4-FFF2-40B4-BE49-F238E27FC236}">
                <a16:creationId xmlns:a16="http://schemas.microsoft.com/office/drawing/2014/main" id="{C3AA1E97-5CE1-4BA2-91D0-3116B7AEE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5495" y="4034790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8FB"/>
          </a:solidFill>
          <a:ln xmlns:a="http://schemas.openxmlformats.org/drawingml/2006/main" w="0">
            <a:noFill/>
          </a:ln>
        </p:spPr>
      </p:sp>
      <p:sp>
        <p:nvSpPr>
          <p:cNvPr id="407" name="">
            <a:extLst xmlns:a="http://schemas.openxmlformats.org/drawingml/2006/main">
              <a:ext uri="{FF2B5EF4-FFF2-40B4-BE49-F238E27FC236}">
                <a16:creationId xmlns:a16="http://schemas.microsoft.com/office/drawing/2014/main" id="{C806F614-0809-4AA9-BB03-514F77B2A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8380" y="4034790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8FA"/>
          </a:solidFill>
          <a:ln xmlns:a="http://schemas.openxmlformats.org/drawingml/2006/main" w="0">
            <a:noFill/>
          </a:ln>
        </p:spPr>
      </p:sp>
      <p:sp>
        <p:nvSpPr>
          <p:cNvPr id="408" name="">
            <a:extLst xmlns:a="http://schemas.openxmlformats.org/drawingml/2006/main">
              <a:ext uri="{FF2B5EF4-FFF2-40B4-BE49-F238E27FC236}">
                <a16:creationId xmlns:a16="http://schemas.microsoft.com/office/drawing/2014/main" id="{7CBE081B-6141-4C4F-94BD-84842C1C6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1265" y="4034790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7FA"/>
          </a:solidFill>
          <a:ln xmlns:a="http://schemas.openxmlformats.org/drawingml/2006/main" w="0">
            <a:noFill/>
          </a:ln>
        </p:spPr>
      </p:sp>
      <p:sp>
        <p:nvSpPr>
          <p:cNvPr id="409" name="">
            <a:extLst xmlns:a="http://schemas.openxmlformats.org/drawingml/2006/main">
              <a:ext uri="{FF2B5EF4-FFF2-40B4-BE49-F238E27FC236}">
                <a16:creationId xmlns:a16="http://schemas.microsoft.com/office/drawing/2014/main" id="{CA15E894-6D3A-4EDA-91B2-4ECAA8E2F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4034790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7FA"/>
          </a:solidFill>
          <a:ln xmlns:a="http://schemas.openxmlformats.org/drawingml/2006/main" w="0">
            <a:noFill/>
          </a:ln>
        </p:spPr>
      </p:sp>
      <p:sp>
        <p:nvSpPr>
          <p:cNvPr id="410" name="">
            <a:extLst xmlns:a="http://schemas.openxmlformats.org/drawingml/2006/main">
              <a:ext uri="{FF2B5EF4-FFF2-40B4-BE49-F238E27FC236}">
                <a16:creationId xmlns:a16="http://schemas.microsoft.com/office/drawing/2014/main" id="{B1DEFA55-C27D-45D0-900D-5C8DEDF47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57035" y="4034790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7FA"/>
          </a:solidFill>
          <a:ln xmlns:a="http://schemas.openxmlformats.org/drawingml/2006/main" w="0">
            <a:noFill/>
          </a:ln>
        </p:spPr>
      </p:sp>
      <p:sp>
        <p:nvSpPr>
          <p:cNvPr id="411" name="">
            <a:extLst xmlns:a="http://schemas.openxmlformats.org/drawingml/2006/main">
              <a:ext uri="{FF2B5EF4-FFF2-40B4-BE49-F238E27FC236}">
                <a16:creationId xmlns:a16="http://schemas.microsoft.com/office/drawing/2014/main" id="{6F1FBF92-A665-4819-A614-4A502A958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9920" y="4034790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7FA"/>
          </a:solidFill>
          <a:ln xmlns:a="http://schemas.openxmlformats.org/drawingml/2006/main" w="0">
            <a:noFill/>
          </a:ln>
        </p:spPr>
      </p:sp>
      <p:sp>
        <p:nvSpPr>
          <p:cNvPr id="412" name="">
            <a:extLst xmlns:a="http://schemas.openxmlformats.org/drawingml/2006/main">
              <a:ext uri="{FF2B5EF4-FFF2-40B4-BE49-F238E27FC236}">
                <a16:creationId xmlns:a16="http://schemas.microsoft.com/office/drawing/2014/main" id="{F96161AA-EB22-46F2-A468-4B17FCA06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2805" y="4034790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6F9"/>
          </a:solidFill>
          <a:ln xmlns:a="http://schemas.openxmlformats.org/drawingml/2006/main" w="0">
            <a:noFill/>
          </a:ln>
        </p:spPr>
      </p:sp>
      <p:sp>
        <p:nvSpPr>
          <p:cNvPr id="413" name="">
            <a:extLst xmlns:a="http://schemas.openxmlformats.org/drawingml/2006/main">
              <a:ext uri="{FF2B5EF4-FFF2-40B4-BE49-F238E27FC236}">
                <a16:creationId xmlns:a16="http://schemas.microsoft.com/office/drawing/2014/main" id="{70C6F0F8-6658-4B59-9D35-C2A019AA8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5690" y="4034790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6F9"/>
          </a:solidFill>
          <a:ln xmlns:a="http://schemas.openxmlformats.org/drawingml/2006/main" w="0">
            <a:noFill/>
          </a:ln>
        </p:spPr>
      </p:sp>
      <p:sp>
        <p:nvSpPr>
          <p:cNvPr id="414" name="">
            <a:extLst xmlns:a="http://schemas.openxmlformats.org/drawingml/2006/main">
              <a:ext uri="{FF2B5EF4-FFF2-40B4-BE49-F238E27FC236}">
                <a16:creationId xmlns:a16="http://schemas.microsoft.com/office/drawing/2014/main" id="{7E251E4F-B67D-4E93-92A2-EBFA5C747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48575" y="4034790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6F9"/>
          </a:solidFill>
          <a:ln xmlns:a="http://schemas.openxmlformats.org/drawingml/2006/main" w="0">
            <a:noFill/>
          </a:ln>
        </p:spPr>
      </p:sp>
      <p:sp>
        <p:nvSpPr>
          <p:cNvPr id="415" name="">
            <a:extLst xmlns:a="http://schemas.openxmlformats.org/drawingml/2006/main">
              <a:ext uri="{FF2B5EF4-FFF2-40B4-BE49-F238E27FC236}">
                <a16:creationId xmlns:a16="http://schemas.microsoft.com/office/drawing/2014/main" id="{7DFC4131-DE4F-46A9-A643-8E298CD65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1460" y="4034790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6F9"/>
          </a:solidFill>
          <a:ln xmlns:a="http://schemas.openxmlformats.org/drawingml/2006/main" w="0">
            <a:noFill/>
          </a:ln>
        </p:spPr>
      </p:sp>
      <p:sp>
        <p:nvSpPr>
          <p:cNvPr id="416" name="">
            <a:extLst xmlns:a="http://schemas.openxmlformats.org/drawingml/2006/main">
              <a:ext uri="{FF2B5EF4-FFF2-40B4-BE49-F238E27FC236}">
                <a16:creationId xmlns:a16="http://schemas.microsoft.com/office/drawing/2014/main" id="{A1753101-C725-41AC-929C-6C59EC6D2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4345" y="4034790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6F9"/>
          </a:solidFill>
          <a:ln xmlns:a="http://schemas.openxmlformats.org/drawingml/2006/main" w="0">
            <a:noFill/>
          </a:ln>
        </p:spPr>
      </p:sp>
      <p:sp>
        <p:nvSpPr>
          <p:cNvPr id="417" name="">
            <a:extLst xmlns:a="http://schemas.openxmlformats.org/drawingml/2006/main">
              <a:ext uri="{FF2B5EF4-FFF2-40B4-BE49-F238E27FC236}">
                <a16:creationId xmlns:a16="http://schemas.microsoft.com/office/drawing/2014/main" id="{3DA3D99D-DDBB-404B-8A92-C0712C167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7230" y="4034790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6F9"/>
          </a:solidFill>
          <a:ln xmlns:a="http://schemas.openxmlformats.org/drawingml/2006/main" w="0">
            <a:noFill/>
          </a:ln>
        </p:spPr>
      </p:sp>
      <p:sp>
        <p:nvSpPr>
          <p:cNvPr id="418" name="">
            <a:extLst xmlns:a="http://schemas.openxmlformats.org/drawingml/2006/main">
              <a:ext uri="{FF2B5EF4-FFF2-40B4-BE49-F238E27FC236}">
                <a16:creationId xmlns:a16="http://schemas.microsoft.com/office/drawing/2014/main" id="{AABFDFE7-FDE5-4694-BA3A-19B7F45F3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0115" y="4034790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9"/>
          </a:solidFill>
          <a:ln xmlns:a="http://schemas.openxmlformats.org/drawingml/2006/main" w="0">
            <a:noFill/>
          </a:ln>
        </p:spPr>
      </p:sp>
      <p:sp>
        <p:nvSpPr>
          <p:cNvPr id="419" name="">
            <a:extLst xmlns:a="http://schemas.openxmlformats.org/drawingml/2006/main">
              <a:ext uri="{FF2B5EF4-FFF2-40B4-BE49-F238E27FC236}">
                <a16:creationId xmlns:a16="http://schemas.microsoft.com/office/drawing/2014/main" id="{30D57862-B13D-42BA-9F34-5748501B4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4034790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9"/>
          </a:solidFill>
          <a:ln xmlns:a="http://schemas.openxmlformats.org/drawingml/2006/main" w="0">
            <a:noFill/>
          </a:ln>
        </p:spPr>
      </p:sp>
      <p:sp>
        <p:nvSpPr>
          <p:cNvPr id="420" name="">
            <a:extLst xmlns:a="http://schemas.openxmlformats.org/drawingml/2006/main">
              <a:ext uri="{FF2B5EF4-FFF2-40B4-BE49-F238E27FC236}">
                <a16:creationId xmlns:a16="http://schemas.microsoft.com/office/drawing/2014/main" id="{8D44CD9A-5880-4049-A53A-3133CA80D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9573"/>
            <a:ext cx="1333500" cy="1647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13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rPr>
              <a:t>G14</a:t>
            </a:r>
          </a:p>
        </p:txBody>
      </p:sp>
      <p:sp>
        <p:nvSpPr>
          <p:cNvPr id="421" name="">
            <a:extLst xmlns:a="http://schemas.openxmlformats.org/drawingml/2006/main">
              <a:ext uri="{FF2B5EF4-FFF2-40B4-BE49-F238E27FC236}">
                <a16:creationId xmlns:a16="http://schemas.microsoft.com/office/drawing/2014/main" id="{2802CBAA-D3B6-4A05-AB6F-1109DB588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4199573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BFD"/>
          </a:solidFill>
          <a:ln xmlns:a="http://schemas.openxmlformats.org/drawingml/2006/main" w="0">
            <a:noFill/>
          </a:ln>
        </p:spPr>
      </p:sp>
      <p:sp>
        <p:nvSpPr>
          <p:cNvPr id="422" name="">
            <a:extLst xmlns:a="http://schemas.openxmlformats.org/drawingml/2006/main">
              <a:ext uri="{FF2B5EF4-FFF2-40B4-BE49-F238E27FC236}">
                <a16:creationId xmlns:a16="http://schemas.microsoft.com/office/drawing/2014/main" id="{CDAA7F77-95C8-4F65-B93A-ABB680B9B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99335" y="4199573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BFD"/>
          </a:solidFill>
          <a:ln xmlns:a="http://schemas.openxmlformats.org/drawingml/2006/main" w="0">
            <a:noFill/>
          </a:ln>
        </p:spPr>
      </p:sp>
      <p:sp>
        <p:nvSpPr>
          <p:cNvPr id="423" name="">
            <a:extLst xmlns:a="http://schemas.openxmlformats.org/drawingml/2006/main">
              <a:ext uri="{FF2B5EF4-FFF2-40B4-BE49-F238E27FC236}">
                <a16:creationId xmlns:a16="http://schemas.microsoft.com/office/drawing/2014/main" id="{C8A72902-D764-4447-88E2-72458D69D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2220" y="4199573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D"/>
          </a:solidFill>
          <a:ln xmlns:a="http://schemas.openxmlformats.org/drawingml/2006/main" w="0">
            <a:noFill/>
          </a:ln>
        </p:spPr>
      </p:sp>
      <p:sp>
        <p:nvSpPr>
          <p:cNvPr id="424" name="">
            <a:extLst xmlns:a="http://schemas.openxmlformats.org/drawingml/2006/main">
              <a:ext uri="{FF2B5EF4-FFF2-40B4-BE49-F238E27FC236}">
                <a16:creationId xmlns:a16="http://schemas.microsoft.com/office/drawing/2014/main" id="{2D62756B-386B-4CB7-B79D-0AF81C0D7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5105" y="4199573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D"/>
          </a:solidFill>
          <a:ln xmlns:a="http://schemas.openxmlformats.org/drawingml/2006/main" w="0">
            <a:noFill/>
          </a:ln>
        </p:spPr>
      </p:sp>
      <p:sp>
        <p:nvSpPr>
          <p:cNvPr id="425" name="">
            <a:extLst xmlns:a="http://schemas.openxmlformats.org/drawingml/2006/main">
              <a:ext uri="{FF2B5EF4-FFF2-40B4-BE49-F238E27FC236}">
                <a16:creationId xmlns:a16="http://schemas.microsoft.com/office/drawing/2014/main" id="{6F26E61F-D1C9-44F9-A094-D9959BC86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67990" y="4199573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C"/>
          </a:solidFill>
          <a:ln xmlns:a="http://schemas.openxmlformats.org/drawingml/2006/main" w="0">
            <a:noFill/>
          </a:ln>
        </p:spPr>
      </p:sp>
      <p:sp>
        <p:nvSpPr>
          <p:cNvPr id="426" name="">
            <a:extLst xmlns:a="http://schemas.openxmlformats.org/drawingml/2006/main">
              <a:ext uri="{FF2B5EF4-FFF2-40B4-BE49-F238E27FC236}">
                <a16:creationId xmlns:a16="http://schemas.microsoft.com/office/drawing/2014/main" id="{1EDBBC08-5B32-4C8E-892F-C4536B395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4199573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C"/>
          </a:solidFill>
          <a:ln xmlns:a="http://schemas.openxmlformats.org/drawingml/2006/main" w="0">
            <a:noFill/>
          </a:ln>
        </p:spPr>
      </p:sp>
      <p:sp>
        <p:nvSpPr>
          <p:cNvPr id="427" name="">
            <a:extLst xmlns:a="http://schemas.openxmlformats.org/drawingml/2006/main">
              <a:ext uri="{FF2B5EF4-FFF2-40B4-BE49-F238E27FC236}">
                <a16:creationId xmlns:a16="http://schemas.microsoft.com/office/drawing/2014/main" id="{4DECC128-A4E8-4DA0-8C14-EB9F2BAED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3760" y="4199573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AFC"/>
          </a:solidFill>
          <a:ln xmlns:a="http://schemas.openxmlformats.org/drawingml/2006/main" w="0">
            <a:noFill/>
          </a:ln>
        </p:spPr>
      </p:sp>
      <p:sp>
        <p:nvSpPr>
          <p:cNvPr id="428" name="">
            <a:extLst xmlns:a="http://schemas.openxmlformats.org/drawingml/2006/main">
              <a:ext uri="{FF2B5EF4-FFF2-40B4-BE49-F238E27FC236}">
                <a16:creationId xmlns:a16="http://schemas.microsoft.com/office/drawing/2014/main" id="{8D08211D-87E8-4B73-988B-04472B6C7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6645" y="4199573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AFC"/>
          </a:solidFill>
          <a:ln xmlns:a="http://schemas.openxmlformats.org/drawingml/2006/main" w="0">
            <a:noFill/>
          </a:ln>
        </p:spPr>
      </p:sp>
      <p:sp>
        <p:nvSpPr>
          <p:cNvPr id="429" name="">
            <a:extLst xmlns:a="http://schemas.openxmlformats.org/drawingml/2006/main">
              <a:ext uri="{FF2B5EF4-FFF2-40B4-BE49-F238E27FC236}">
                <a16:creationId xmlns:a16="http://schemas.microsoft.com/office/drawing/2014/main" id="{C6DF4ED0-5FA2-472C-8FBD-60C17DAE5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9530" y="4199573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9FC"/>
          </a:solidFill>
          <a:ln xmlns:a="http://schemas.openxmlformats.org/drawingml/2006/main" w="0">
            <a:noFill/>
          </a:ln>
        </p:spPr>
      </p:sp>
      <p:sp>
        <p:nvSpPr>
          <p:cNvPr id="430" name="">
            <a:extLst xmlns:a="http://schemas.openxmlformats.org/drawingml/2006/main">
              <a:ext uri="{FF2B5EF4-FFF2-40B4-BE49-F238E27FC236}">
                <a16:creationId xmlns:a16="http://schemas.microsoft.com/office/drawing/2014/main" id="{73315232-E020-422B-BE0E-A32D00C85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82415" y="4199573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9FC"/>
          </a:solidFill>
          <a:ln xmlns:a="http://schemas.openxmlformats.org/drawingml/2006/main" w="0">
            <a:noFill/>
          </a:ln>
        </p:spPr>
      </p:sp>
      <p:sp>
        <p:nvSpPr>
          <p:cNvPr id="431" name="">
            <a:extLst xmlns:a="http://schemas.openxmlformats.org/drawingml/2006/main">
              <a:ext uri="{FF2B5EF4-FFF2-40B4-BE49-F238E27FC236}">
                <a16:creationId xmlns:a16="http://schemas.microsoft.com/office/drawing/2014/main" id="{DF05CD35-C38F-43AD-B444-68228DD2E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199573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9FC"/>
          </a:solidFill>
          <a:ln xmlns:a="http://schemas.openxmlformats.org/drawingml/2006/main" w="0">
            <a:noFill/>
          </a:ln>
        </p:spPr>
      </p:sp>
      <p:sp>
        <p:nvSpPr>
          <p:cNvPr id="432" name="">
            <a:extLst xmlns:a="http://schemas.openxmlformats.org/drawingml/2006/main">
              <a:ext uri="{FF2B5EF4-FFF2-40B4-BE49-F238E27FC236}">
                <a16:creationId xmlns:a16="http://schemas.microsoft.com/office/drawing/2014/main" id="{AFBA2A8D-AFEE-4241-98D5-4A04CD3FF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8185" y="4199573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9FB"/>
          </a:solidFill>
          <a:ln xmlns:a="http://schemas.openxmlformats.org/drawingml/2006/main" w="0">
            <a:noFill/>
          </a:ln>
        </p:spPr>
      </p:sp>
      <p:sp>
        <p:nvSpPr>
          <p:cNvPr id="433" name="">
            <a:extLst xmlns:a="http://schemas.openxmlformats.org/drawingml/2006/main">
              <a:ext uri="{FF2B5EF4-FFF2-40B4-BE49-F238E27FC236}">
                <a16:creationId xmlns:a16="http://schemas.microsoft.com/office/drawing/2014/main" id="{8BD656BC-C064-4D0C-9517-15F17A9F1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1070" y="4199573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9FB"/>
          </a:solidFill>
          <a:ln xmlns:a="http://schemas.openxmlformats.org/drawingml/2006/main" w="0">
            <a:noFill/>
          </a:ln>
        </p:spPr>
      </p:sp>
      <p:sp>
        <p:nvSpPr>
          <p:cNvPr id="434" name="">
            <a:extLst xmlns:a="http://schemas.openxmlformats.org/drawingml/2006/main">
              <a:ext uri="{FF2B5EF4-FFF2-40B4-BE49-F238E27FC236}">
                <a16:creationId xmlns:a16="http://schemas.microsoft.com/office/drawing/2014/main" id="{220CDF8C-C3D6-4211-B2CD-9512B0B87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3955" y="4199573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9FB"/>
          </a:solidFill>
          <a:ln xmlns:a="http://schemas.openxmlformats.org/drawingml/2006/main" w="0">
            <a:noFill/>
          </a:ln>
        </p:spPr>
      </p:sp>
      <p:sp>
        <p:nvSpPr>
          <p:cNvPr id="435" name="">
            <a:extLst xmlns:a="http://schemas.openxmlformats.org/drawingml/2006/main">
              <a:ext uri="{FF2B5EF4-FFF2-40B4-BE49-F238E27FC236}">
                <a16:creationId xmlns:a16="http://schemas.microsoft.com/office/drawing/2014/main" id="{8EF1E494-C49F-47DA-A7A5-45F1F2D03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6840" y="4199573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8FB"/>
          </a:solidFill>
          <a:ln xmlns:a="http://schemas.openxmlformats.org/drawingml/2006/main" w="0">
            <a:noFill/>
          </a:ln>
        </p:spPr>
      </p:sp>
      <p:sp>
        <p:nvSpPr>
          <p:cNvPr id="436" name="">
            <a:extLst xmlns:a="http://schemas.openxmlformats.org/drawingml/2006/main">
              <a:ext uri="{FF2B5EF4-FFF2-40B4-BE49-F238E27FC236}">
                <a16:creationId xmlns:a16="http://schemas.microsoft.com/office/drawing/2014/main" id="{0AD41620-2F56-44F0-9B39-832917626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9725" y="4199573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8FB"/>
          </a:solidFill>
          <a:ln xmlns:a="http://schemas.openxmlformats.org/drawingml/2006/main" w="0">
            <a:noFill/>
          </a:ln>
        </p:spPr>
      </p:sp>
      <p:sp>
        <p:nvSpPr>
          <p:cNvPr id="437" name="">
            <a:extLst xmlns:a="http://schemas.openxmlformats.org/drawingml/2006/main">
              <a:ext uri="{FF2B5EF4-FFF2-40B4-BE49-F238E27FC236}">
                <a16:creationId xmlns:a16="http://schemas.microsoft.com/office/drawing/2014/main" id="{978E67FE-7053-473B-8E85-62E5FEDB1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42610" y="4199573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8FB"/>
          </a:solidFill>
          <a:ln xmlns:a="http://schemas.openxmlformats.org/drawingml/2006/main" w="0">
            <a:noFill/>
          </a:ln>
        </p:spPr>
      </p:sp>
      <p:sp>
        <p:nvSpPr>
          <p:cNvPr id="438" name="">
            <a:extLst xmlns:a="http://schemas.openxmlformats.org/drawingml/2006/main">
              <a:ext uri="{FF2B5EF4-FFF2-40B4-BE49-F238E27FC236}">
                <a16:creationId xmlns:a16="http://schemas.microsoft.com/office/drawing/2014/main" id="{58410DA9-BAEB-46E0-85B9-1F15F88F0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5495" y="4199573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9FB"/>
          </a:solidFill>
          <a:ln xmlns:a="http://schemas.openxmlformats.org/drawingml/2006/main" w="0">
            <a:noFill/>
          </a:ln>
        </p:spPr>
      </p:sp>
      <p:sp>
        <p:nvSpPr>
          <p:cNvPr id="439" name="">
            <a:extLst xmlns:a="http://schemas.openxmlformats.org/drawingml/2006/main">
              <a:ext uri="{FF2B5EF4-FFF2-40B4-BE49-F238E27FC236}">
                <a16:creationId xmlns:a16="http://schemas.microsoft.com/office/drawing/2014/main" id="{01227541-412C-47AD-893A-4E96A6347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8380" y="4199573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9FC"/>
          </a:solidFill>
          <a:ln xmlns:a="http://schemas.openxmlformats.org/drawingml/2006/main" w="0">
            <a:noFill/>
          </a:ln>
        </p:spPr>
      </p:sp>
      <p:sp>
        <p:nvSpPr>
          <p:cNvPr id="440" name="">
            <a:extLst xmlns:a="http://schemas.openxmlformats.org/drawingml/2006/main">
              <a:ext uri="{FF2B5EF4-FFF2-40B4-BE49-F238E27FC236}">
                <a16:creationId xmlns:a16="http://schemas.microsoft.com/office/drawing/2014/main" id="{4EFE421C-2FC8-4B52-BADE-C6122EE7F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1265" y="4199573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9FC"/>
          </a:solidFill>
          <a:ln xmlns:a="http://schemas.openxmlformats.org/drawingml/2006/main" w="0">
            <a:noFill/>
          </a:ln>
        </p:spPr>
      </p:sp>
      <p:sp>
        <p:nvSpPr>
          <p:cNvPr id="441" name="">
            <a:extLst xmlns:a="http://schemas.openxmlformats.org/drawingml/2006/main">
              <a:ext uri="{FF2B5EF4-FFF2-40B4-BE49-F238E27FC236}">
                <a16:creationId xmlns:a16="http://schemas.microsoft.com/office/drawing/2014/main" id="{6E8E18A4-6D9B-400E-9DE1-EA8135C97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4199573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9FC"/>
          </a:solidFill>
          <a:ln xmlns:a="http://schemas.openxmlformats.org/drawingml/2006/main" w="0">
            <a:noFill/>
          </a:ln>
        </p:spPr>
      </p:sp>
      <p:sp>
        <p:nvSpPr>
          <p:cNvPr id="442" name="">
            <a:extLst xmlns:a="http://schemas.openxmlformats.org/drawingml/2006/main">
              <a:ext uri="{FF2B5EF4-FFF2-40B4-BE49-F238E27FC236}">
                <a16:creationId xmlns:a16="http://schemas.microsoft.com/office/drawing/2014/main" id="{45172B50-F1D0-474E-B7F2-2E6A0A64F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57035" y="4199573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9FB"/>
          </a:solidFill>
          <a:ln xmlns:a="http://schemas.openxmlformats.org/drawingml/2006/main" w="0">
            <a:noFill/>
          </a:ln>
        </p:spPr>
      </p:sp>
      <p:sp>
        <p:nvSpPr>
          <p:cNvPr id="443" name="">
            <a:extLst xmlns:a="http://schemas.openxmlformats.org/drawingml/2006/main">
              <a:ext uri="{FF2B5EF4-FFF2-40B4-BE49-F238E27FC236}">
                <a16:creationId xmlns:a16="http://schemas.microsoft.com/office/drawing/2014/main" id="{E77765DF-AC4E-43A8-9396-9E31E3EC1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9920" y="4199573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9FB"/>
          </a:solidFill>
          <a:ln xmlns:a="http://schemas.openxmlformats.org/drawingml/2006/main" w="0">
            <a:noFill/>
          </a:ln>
        </p:spPr>
      </p:sp>
      <p:sp>
        <p:nvSpPr>
          <p:cNvPr id="444" name="">
            <a:extLst xmlns:a="http://schemas.openxmlformats.org/drawingml/2006/main">
              <a:ext uri="{FF2B5EF4-FFF2-40B4-BE49-F238E27FC236}">
                <a16:creationId xmlns:a16="http://schemas.microsoft.com/office/drawing/2014/main" id="{02F7AC02-A75C-4762-A798-9A1FE3E3C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2805" y="4199573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9FB"/>
          </a:solidFill>
          <a:ln xmlns:a="http://schemas.openxmlformats.org/drawingml/2006/main" w="0">
            <a:noFill/>
          </a:ln>
        </p:spPr>
      </p:sp>
      <p:sp>
        <p:nvSpPr>
          <p:cNvPr id="445" name="">
            <a:extLst xmlns:a="http://schemas.openxmlformats.org/drawingml/2006/main">
              <a:ext uri="{FF2B5EF4-FFF2-40B4-BE49-F238E27FC236}">
                <a16:creationId xmlns:a16="http://schemas.microsoft.com/office/drawing/2014/main" id="{8FA6F62B-DA6C-453C-8FB3-7E0F7369C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5690" y="4199573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8FB"/>
          </a:solidFill>
          <a:ln xmlns:a="http://schemas.openxmlformats.org/drawingml/2006/main" w="0">
            <a:noFill/>
          </a:ln>
        </p:spPr>
      </p:sp>
      <p:sp>
        <p:nvSpPr>
          <p:cNvPr id="446" name="">
            <a:extLst xmlns:a="http://schemas.openxmlformats.org/drawingml/2006/main">
              <a:ext uri="{FF2B5EF4-FFF2-40B4-BE49-F238E27FC236}">
                <a16:creationId xmlns:a16="http://schemas.microsoft.com/office/drawing/2014/main" id="{5F1E92A5-5579-484A-9F2E-DF7ECA9DE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48575" y="4199573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8FB"/>
          </a:solidFill>
          <a:ln xmlns:a="http://schemas.openxmlformats.org/drawingml/2006/main" w="0">
            <a:noFill/>
          </a:ln>
        </p:spPr>
      </p:sp>
      <p:sp>
        <p:nvSpPr>
          <p:cNvPr id="447" name="">
            <a:extLst xmlns:a="http://schemas.openxmlformats.org/drawingml/2006/main">
              <a:ext uri="{FF2B5EF4-FFF2-40B4-BE49-F238E27FC236}">
                <a16:creationId xmlns:a16="http://schemas.microsoft.com/office/drawing/2014/main" id="{2E93E0BA-CF0E-4579-BDDE-66A0B1BB1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1460" y="4199573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8FB"/>
          </a:solidFill>
          <a:ln xmlns:a="http://schemas.openxmlformats.org/drawingml/2006/main" w="0">
            <a:noFill/>
          </a:ln>
        </p:spPr>
      </p:sp>
      <p:sp>
        <p:nvSpPr>
          <p:cNvPr id="448" name="">
            <a:extLst xmlns:a="http://schemas.openxmlformats.org/drawingml/2006/main">
              <a:ext uri="{FF2B5EF4-FFF2-40B4-BE49-F238E27FC236}">
                <a16:creationId xmlns:a16="http://schemas.microsoft.com/office/drawing/2014/main" id="{AC0B845D-C4F0-4D58-866D-9CA852AE8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4345" y="4199573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8FB"/>
          </a:solidFill>
          <a:ln xmlns:a="http://schemas.openxmlformats.org/drawingml/2006/main" w="0">
            <a:noFill/>
          </a:ln>
        </p:spPr>
      </p:sp>
      <p:sp>
        <p:nvSpPr>
          <p:cNvPr id="449" name="">
            <a:extLst xmlns:a="http://schemas.openxmlformats.org/drawingml/2006/main">
              <a:ext uri="{FF2B5EF4-FFF2-40B4-BE49-F238E27FC236}">
                <a16:creationId xmlns:a16="http://schemas.microsoft.com/office/drawing/2014/main" id="{CE76EBA5-5213-4F53-8EE5-A03E23239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7230" y="4199573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8FA"/>
          </a:solidFill>
          <a:ln xmlns:a="http://schemas.openxmlformats.org/drawingml/2006/main" w="0">
            <a:noFill/>
          </a:ln>
        </p:spPr>
      </p:sp>
      <p:sp>
        <p:nvSpPr>
          <p:cNvPr id="450" name="">
            <a:extLst xmlns:a="http://schemas.openxmlformats.org/drawingml/2006/main">
              <a:ext uri="{FF2B5EF4-FFF2-40B4-BE49-F238E27FC236}">
                <a16:creationId xmlns:a16="http://schemas.microsoft.com/office/drawing/2014/main" id="{23BC2247-B114-44FD-AA50-2347DECE5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0115" y="4199573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</a:ln>
        </p:spPr>
      </p:sp>
      <p:sp>
        <p:nvSpPr>
          <p:cNvPr id="451" name="">
            <a:extLst xmlns:a="http://schemas.openxmlformats.org/drawingml/2006/main">
              <a:ext uri="{FF2B5EF4-FFF2-40B4-BE49-F238E27FC236}">
                <a16:creationId xmlns:a16="http://schemas.microsoft.com/office/drawing/2014/main" id="{6216C377-9BE7-45ED-82FB-F74B3291B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4199573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</a:ln>
        </p:spPr>
      </p:sp>
      <p:sp>
        <p:nvSpPr>
          <p:cNvPr id="452" name="">
            <a:extLst xmlns:a="http://schemas.openxmlformats.org/drawingml/2006/main">
              <a:ext uri="{FF2B5EF4-FFF2-40B4-BE49-F238E27FC236}">
                <a16:creationId xmlns:a16="http://schemas.microsoft.com/office/drawing/2014/main" id="{D40B34C6-FAF4-4F80-8199-9602908B3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64355"/>
            <a:ext cx="1333500" cy="1647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13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rPr>
              <a:t>G15</a:t>
            </a:r>
          </a:p>
        </p:txBody>
      </p:sp>
      <p:sp>
        <p:nvSpPr>
          <p:cNvPr id="453" name="">
            <a:extLst xmlns:a="http://schemas.openxmlformats.org/drawingml/2006/main">
              <a:ext uri="{FF2B5EF4-FFF2-40B4-BE49-F238E27FC236}">
                <a16:creationId xmlns:a16="http://schemas.microsoft.com/office/drawing/2014/main" id="{411E5FD2-793D-4D18-AAF0-FBA06D5BB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4364355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BFD"/>
          </a:solidFill>
          <a:ln xmlns:a="http://schemas.openxmlformats.org/drawingml/2006/main" w="0">
            <a:noFill/>
          </a:ln>
        </p:spPr>
      </p:sp>
      <p:sp>
        <p:nvSpPr>
          <p:cNvPr id="454" name="">
            <a:extLst xmlns:a="http://schemas.openxmlformats.org/drawingml/2006/main">
              <a:ext uri="{FF2B5EF4-FFF2-40B4-BE49-F238E27FC236}">
                <a16:creationId xmlns:a16="http://schemas.microsoft.com/office/drawing/2014/main" id="{AC61B375-375F-451D-9F7A-5502EFA50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99335" y="4364355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BFD"/>
          </a:solidFill>
          <a:ln xmlns:a="http://schemas.openxmlformats.org/drawingml/2006/main" w="0">
            <a:noFill/>
          </a:ln>
        </p:spPr>
      </p:sp>
      <p:sp>
        <p:nvSpPr>
          <p:cNvPr id="455" name="">
            <a:extLst xmlns:a="http://schemas.openxmlformats.org/drawingml/2006/main">
              <a:ext uri="{FF2B5EF4-FFF2-40B4-BE49-F238E27FC236}">
                <a16:creationId xmlns:a16="http://schemas.microsoft.com/office/drawing/2014/main" id="{46415D9D-B3AC-4469-89FD-51D5A035C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2220" y="4364355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D"/>
          </a:solidFill>
          <a:ln xmlns:a="http://schemas.openxmlformats.org/drawingml/2006/main" w="0">
            <a:noFill/>
          </a:ln>
        </p:spPr>
      </p:sp>
      <p:sp>
        <p:nvSpPr>
          <p:cNvPr id="456" name="">
            <a:extLst xmlns:a="http://schemas.openxmlformats.org/drawingml/2006/main">
              <a:ext uri="{FF2B5EF4-FFF2-40B4-BE49-F238E27FC236}">
                <a16:creationId xmlns:a16="http://schemas.microsoft.com/office/drawing/2014/main" id="{C030EBEB-A877-4FDF-BD84-394E519C2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5105" y="4364355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D"/>
          </a:solidFill>
          <a:ln xmlns:a="http://schemas.openxmlformats.org/drawingml/2006/main" w="0">
            <a:noFill/>
          </a:ln>
        </p:spPr>
      </p:sp>
      <p:sp>
        <p:nvSpPr>
          <p:cNvPr id="457" name="">
            <a:extLst xmlns:a="http://schemas.openxmlformats.org/drawingml/2006/main">
              <a:ext uri="{FF2B5EF4-FFF2-40B4-BE49-F238E27FC236}">
                <a16:creationId xmlns:a16="http://schemas.microsoft.com/office/drawing/2014/main" id="{7788F160-8F88-4977-BC13-FCC9CAC9C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67990" y="4364355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D"/>
          </a:solidFill>
          <a:ln xmlns:a="http://schemas.openxmlformats.org/drawingml/2006/main" w="0">
            <a:noFill/>
          </a:ln>
        </p:spPr>
      </p:sp>
      <p:sp>
        <p:nvSpPr>
          <p:cNvPr id="458" name="">
            <a:extLst xmlns:a="http://schemas.openxmlformats.org/drawingml/2006/main">
              <a:ext uri="{FF2B5EF4-FFF2-40B4-BE49-F238E27FC236}">
                <a16:creationId xmlns:a16="http://schemas.microsoft.com/office/drawing/2014/main" id="{FC32ED56-61B1-4EAC-864D-0BB66959F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4364355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C"/>
          </a:solidFill>
          <a:ln xmlns:a="http://schemas.openxmlformats.org/drawingml/2006/main" w="0">
            <a:noFill/>
          </a:ln>
        </p:spPr>
      </p:sp>
      <p:sp>
        <p:nvSpPr>
          <p:cNvPr id="459" name="">
            <a:extLst xmlns:a="http://schemas.openxmlformats.org/drawingml/2006/main">
              <a:ext uri="{FF2B5EF4-FFF2-40B4-BE49-F238E27FC236}">
                <a16:creationId xmlns:a16="http://schemas.microsoft.com/office/drawing/2014/main" id="{A426CB25-3AEB-44A8-8A33-E53C689DE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3760" y="4364355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C"/>
          </a:solidFill>
          <a:ln xmlns:a="http://schemas.openxmlformats.org/drawingml/2006/main" w="0">
            <a:noFill/>
          </a:ln>
        </p:spPr>
      </p:sp>
      <p:sp>
        <p:nvSpPr>
          <p:cNvPr id="460" name="">
            <a:extLst xmlns:a="http://schemas.openxmlformats.org/drawingml/2006/main">
              <a:ext uri="{FF2B5EF4-FFF2-40B4-BE49-F238E27FC236}">
                <a16:creationId xmlns:a16="http://schemas.microsoft.com/office/drawing/2014/main" id="{6F0034A6-BD81-4033-A155-2ACCF6DFC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6645" y="4364355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C"/>
          </a:solidFill>
          <a:ln xmlns:a="http://schemas.openxmlformats.org/drawingml/2006/main" w="0">
            <a:noFill/>
          </a:ln>
        </p:spPr>
      </p:sp>
      <p:sp>
        <p:nvSpPr>
          <p:cNvPr id="461" name="">
            <a:extLst xmlns:a="http://schemas.openxmlformats.org/drawingml/2006/main">
              <a:ext uri="{FF2B5EF4-FFF2-40B4-BE49-F238E27FC236}">
                <a16:creationId xmlns:a16="http://schemas.microsoft.com/office/drawing/2014/main" id="{61416C4F-4262-40CD-A70D-A3D9555B6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9530" y="4364355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AFC"/>
          </a:solidFill>
          <a:ln xmlns:a="http://schemas.openxmlformats.org/drawingml/2006/main" w="0">
            <a:noFill/>
          </a:ln>
        </p:spPr>
      </p:sp>
      <p:sp>
        <p:nvSpPr>
          <p:cNvPr id="462" name="">
            <a:extLst xmlns:a="http://schemas.openxmlformats.org/drawingml/2006/main">
              <a:ext uri="{FF2B5EF4-FFF2-40B4-BE49-F238E27FC236}">
                <a16:creationId xmlns:a16="http://schemas.microsoft.com/office/drawing/2014/main" id="{E0CA520F-0D46-4C17-9663-E9B3232BC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82415" y="4364355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AFC"/>
          </a:solidFill>
          <a:ln xmlns:a="http://schemas.openxmlformats.org/drawingml/2006/main" w="0">
            <a:noFill/>
          </a:ln>
        </p:spPr>
      </p:sp>
      <p:sp>
        <p:nvSpPr>
          <p:cNvPr id="463" name="">
            <a:extLst xmlns:a="http://schemas.openxmlformats.org/drawingml/2006/main">
              <a:ext uri="{FF2B5EF4-FFF2-40B4-BE49-F238E27FC236}">
                <a16:creationId xmlns:a16="http://schemas.microsoft.com/office/drawing/2014/main" id="{7F010389-C4CF-499D-996A-EA81849A0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364355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AFC"/>
          </a:solidFill>
          <a:ln xmlns:a="http://schemas.openxmlformats.org/drawingml/2006/main" w="0">
            <a:noFill/>
          </a:ln>
        </p:spPr>
      </p:sp>
      <p:sp>
        <p:nvSpPr>
          <p:cNvPr id="464" name="">
            <a:extLst xmlns:a="http://schemas.openxmlformats.org/drawingml/2006/main">
              <a:ext uri="{FF2B5EF4-FFF2-40B4-BE49-F238E27FC236}">
                <a16:creationId xmlns:a16="http://schemas.microsoft.com/office/drawing/2014/main" id="{262D416E-C7AF-4922-A08F-C4381E2C5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8185" y="4364355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9FC"/>
          </a:solidFill>
          <a:ln xmlns:a="http://schemas.openxmlformats.org/drawingml/2006/main" w="0">
            <a:noFill/>
          </a:ln>
        </p:spPr>
      </p:sp>
      <p:sp>
        <p:nvSpPr>
          <p:cNvPr id="465" name="">
            <a:extLst xmlns:a="http://schemas.openxmlformats.org/drawingml/2006/main">
              <a:ext uri="{FF2B5EF4-FFF2-40B4-BE49-F238E27FC236}">
                <a16:creationId xmlns:a16="http://schemas.microsoft.com/office/drawing/2014/main" id="{8F99EE32-C1DE-4977-9013-3F758561A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1070" y="4364355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9FC"/>
          </a:solidFill>
          <a:ln xmlns:a="http://schemas.openxmlformats.org/drawingml/2006/main" w="0">
            <a:noFill/>
          </a:ln>
        </p:spPr>
      </p:sp>
      <p:sp>
        <p:nvSpPr>
          <p:cNvPr id="466" name="">
            <a:extLst xmlns:a="http://schemas.openxmlformats.org/drawingml/2006/main">
              <a:ext uri="{FF2B5EF4-FFF2-40B4-BE49-F238E27FC236}">
                <a16:creationId xmlns:a16="http://schemas.microsoft.com/office/drawing/2014/main" id="{8754A9E7-4BCB-4815-A1A3-FC7CE3BAB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3955" y="4364355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9FC"/>
          </a:solidFill>
          <a:ln xmlns:a="http://schemas.openxmlformats.org/drawingml/2006/main" w="0">
            <a:noFill/>
          </a:ln>
        </p:spPr>
      </p:sp>
      <p:sp>
        <p:nvSpPr>
          <p:cNvPr id="467" name="">
            <a:extLst xmlns:a="http://schemas.openxmlformats.org/drawingml/2006/main">
              <a:ext uri="{FF2B5EF4-FFF2-40B4-BE49-F238E27FC236}">
                <a16:creationId xmlns:a16="http://schemas.microsoft.com/office/drawing/2014/main" id="{72A70131-5F10-4FA0-A039-D10E52B29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6840" y="4364355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9FB"/>
          </a:solidFill>
          <a:ln xmlns:a="http://schemas.openxmlformats.org/drawingml/2006/main" w="0">
            <a:noFill/>
          </a:ln>
        </p:spPr>
      </p:sp>
      <p:sp>
        <p:nvSpPr>
          <p:cNvPr id="468" name="">
            <a:extLst xmlns:a="http://schemas.openxmlformats.org/drawingml/2006/main">
              <a:ext uri="{FF2B5EF4-FFF2-40B4-BE49-F238E27FC236}">
                <a16:creationId xmlns:a16="http://schemas.microsoft.com/office/drawing/2014/main" id="{16739A93-5268-49F7-97BA-BC0B22128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9725" y="4364355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9FB"/>
          </a:solidFill>
          <a:ln xmlns:a="http://schemas.openxmlformats.org/drawingml/2006/main" w="0">
            <a:noFill/>
          </a:ln>
        </p:spPr>
      </p:sp>
      <p:sp>
        <p:nvSpPr>
          <p:cNvPr id="469" name="">
            <a:extLst xmlns:a="http://schemas.openxmlformats.org/drawingml/2006/main">
              <a:ext uri="{FF2B5EF4-FFF2-40B4-BE49-F238E27FC236}">
                <a16:creationId xmlns:a16="http://schemas.microsoft.com/office/drawing/2014/main" id="{BED0C1EC-82BD-4778-A0E7-A72A39AFA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42610" y="4364355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9FB"/>
          </a:solidFill>
          <a:ln xmlns:a="http://schemas.openxmlformats.org/drawingml/2006/main" w="0">
            <a:noFill/>
          </a:ln>
        </p:spPr>
      </p:sp>
      <p:sp>
        <p:nvSpPr>
          <p:cNvPr id="470" name="">
            <a:extLst xmlns:a="http://schemas.openxmlformats.org/drawingml/2006/main">
              <a:ext uri="{FF2B5EF4-FFF2-40B4-BE49-F238E27FC236}">
                <a16:creationId xmlns:a16="http://schemas.microsoft.com/office/drawing/2014/main" id="{6967FD2B-C98B-4F8A-B2DA-C2730F5B0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5495" y="4364355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9FB"/>
          </a:solidFill>
          <a:ln xmlns:a="http://schemas.openxmlformats.org/drawingml/2006/main" w="0">
            <a:noFill/>
          </a:ln>
        </p:spPr>
      </p:sp>
      <p:sp>
        <p:nvSpPr>
          <p:cNvPr id="471" name="">
            <a:extLst xmlns:a="http://schemas.openxmlformats.org/drawingml/2006/main">
              <a:ext uri="{FF2B5EF4-FFF2-40B4-BE49-F238E27FC236}">
                <a16:creationId xmlns:a16="http://schemas.microsoft.com/office/drawing/2014/main" id="{C332811E-730F-4223-BCCC-241D2CB5C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8380" y="4364355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9FB"/>
          </a:solidFill>
          <a:ln xmlns:a="http://schemas.openxmlformats.org/drawingml/2006/main" w="0">
            <a:noFill/>
          </a:ln>
        </p:spPr>
      </p:sp>
      <p:sp>
        <p:nvSpPr>
          <p:cNvPr id="472" name="">
            <a:extLst xmlns:a="http://schemas.openxmlformats.org/drawingml/2006/main">
              <a:ext uri="{FF2B5EF4-FFF2-40B4-BE49-F238E27FC236}">
                <a16:creationId xmlns:a16="http://schemas.microsoft.com/office/drawing/2014/main" id="{BF9691D9-3BDB-4ACA-9970-9B7E08C4C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1265" y="4364355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9FB"/>
          </a:solidFill>
          <a:ln xmlns:a="http://schemas.openxmlformats.org/drawingml/2006/main" w="0">
            <a:noFill/>
          </a:ln>
        </p:spPr>
      </p:sp>
      <p:sp>
        <p:nvSpPr>
          <p:cNvPr id="473" name="">
            <a:extLst xmlns:a="http://schemas.openxmlformats.org/drawingml/2006/main">
              <a:ext uri="{FF2B5EF4-FFF2-40B4-BE49-F238E27FC236}">
                <a16:creationId xmlns:a16="http://schemas.microsoft.com/office/drawing/2014/main" id="{90A5ECA7-8B3D-4C2A-8827-B213089A9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4364355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9FB"/>
          </a:solidFill>
          <a:ln xmlns:a="http://schemas.openxmlformats.org/drawingml/2006/main" w="0">
            <a:noFill/>
          </a:ln>
        </p:spPr>
      </p:sp>
      <p:sp>
        <p:nvSpPr>
          <p:cNvPr id="474" name="">
            <a:extLst xmlns:a="http://schemas.openxmlformats.org/drawingml/2006/main">
              <a:ext uri="{FF2B5EF4-FFF2-40B4-BE49-F238E27FC236}">
                <a16:creationId xmlns:a16="http://schemas.microsoft.com/office/drawing/2014/main" id="{90CEC0E8-E381-4C49-80A0-F814492E6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57035" y="4364355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9FB"/>
          </a:solidFill>
          <a:ln xmlns:a="http://schemas.openxmlformats.org/drawingml/2006/main" w="0">
            <a:noFill/>
          </a:ln>
        </p:spPr>
      </p:sp>
      <p:sp>
        <p:nvSpPr>
          <p:cNvPr id="475" name="">
            <a:extLst xmlns:a="http://schemas.openxmlformats.org/drawingml/2006/main">
              <a:ext uri="{FF2B5EF4-FFF2-40B4-BE49-F238E27FC236}">
                <a16:creationId xmlns:a16="http://schemas.microsoft.com/office/drawing/2014/main" id="{3A89E472-D5A8-42F1-A215-16CA790A6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9920" y="4364355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8FB"/>
          </a:solidFill>
          <a:ln xmlns:a="http://schemas.openxmlformats.org/drawingml/2006/main" w="0">
            <a:noFill/>
          </a:ln>
        </p:spPr>
      </p:sp>
      <p:sp>
        <p:nvSpPr>
          <p:cNvPr id="476" name="">
            <a:extLst xmlns:a="http://schemas.openxmlformats.org/drawingml/2006/main">
              <a:ext uri="{FF2B5EF4-FFF2-40B4-BE49-F238E27FC236}">
                <a16:creationId xmlns:a16="http://schemas.microsoft.com/office/drawing/2014/main" id="{E3BD972B-BCAC-4D77-BC98-EEF5D1116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2805" y="4364355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8FB"/>
          </a:solidFill>
          <a:ln xmlns:a="http://schemas.openxmlformats.org/drawingml/2006/main" w="0">
            <a:noFill/>
          </a:ln>
        </p:spPr>
      </p:sp>
      <p:sp>
        <p:nvSpPr>
          <p:cNvPr id="477" name="">
            <a:extLst xmlns:a="http://schemas.openxmlformats.org/drawingml/2006/main">
              <a:ext uri="{FF2B5EF4-FFF2-40B4-BE49-F238E27FC236}">
                <a16:creationId xmlns:a16="http://schemas.microsoft.com/office/drawing/2014/main" id="{1B035E7C-3841-42A0-8103-3AC48AEA9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5690" y="4364355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8FB"/>
          </a:solidFill>
          <a:ln xmlns:a="http://schemas.openxmlformats.org/drawingml/2006/main" w="0">
            <a:noFill/>
          </a:ln>
        </p:spPr>
      </p:sp>
      <p:sp>
        <p:nvSpPr>
          <p:cNvPr id="478" name="">
            <a:extLst xmlns:a="http://schemas.openxmlformats.org/drawingml/2006/main">
              <a:ext uri="{FF2B5EF4-FFF2-40B4-BE49-F238E27FC236}">
                <a16:creationId xmlns:a16="http://schemas.microsoft.com/office/drawing/2014/main" id="{75834968-0000-490E-80FC-01738810E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48575" y="4364355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8FB"/>
          </a:solidFill>
          <a:ln xmlns:a="http://schemas.openxmlformats.org/drawingml/2006/main" w="0">
            <a:noFill/>
          </a:ln>
        </p:spPr>
      </p:sp>
      <p:sp>
        <p:nvSpPr>
          <p:cNvPr id="479" name="">
            <a:extLst xmlns:a="http://schemas.openxmlformats.org/drawingml/2006/main">
              <a:ext uri="{FF2B5EF4-FFF2-40B4-BE49-F238E27FC236}">
                <a16:creationId xmlns:a16="http://schemas.microsoft.com/office/drawing/2014/main" id="{7614C82F-147E-4077-90C7-527AB05DC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1460" y="4364355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8FB"/>
          </a:solidFill>
          <a:ln xmlns:a="http://schemas.openxmlformats.org/drawingml/2006/main" w="0">
            <a:noFill/>
          </a:ln>
        </p:spPr>
      </p:sp>
      <p:sp>
        <p:nvSpPr>
          <p:cNvPr id="480" name="">
            <a:extLst xmlns:a="http://schemas.openxmlformats.org/drawingml/2006/main">
              <a:ext uri="{FF2B5EF4-FFF2-40B4-BE49-F238E27FC236}">
                <a16:creationId xmlns:a16="http://schemas.microsoft.com/office/drawing/2014/main" id="{9079445F-B0E6-48B0-80C4-DD7013147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4345" y="4364355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8FB"/>
          </a:solidFill>
          <a:ln xmlns:a="http://schemas.openxmlformats.org/drawingml/2006/main" w="0">
            <a:noFill/>
          </a:ln>
        </p:spPr>
      </p:sp>
      <p:sp>
        <p:nvSpPr>
          <p:cNvPr id="481" name="">
            <a:extLst xmlns:a="http://schemas.openxmlformats.org/drawingml/2006/main">
              <a:ext uri="{FF2B5EF4-FFF2-40B4-BE49-F238E27FC236}">
                <a16:creationId xmlns:a16="http://schemas.microsoft.com/office/drawing/2014/main" id="{0D96DA3F-BC62-4EF4-A860-69D172C65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7230" y="4364355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8FB"/>
          </a:solidFill>
          <a:ln xmlns:a="http://schemas.openxmlformats.org/drawingml/2006/main" w="0">
            <a:noFill/>
          </a:ln>
        </p:spPr>
      </p:sp>
      <p:sp>
        <p:nvSpPr>
          <p:cNvPr id="482" name="">
            <a:extLst xmlns:a="http://schemas.openxmlformats.org/drawingml/2006/main">
              <a:ext uri="{FF2B5EF4-FFF2-40B4-BE49-F238E27FC236}">
                <a16:creationId xmlns:a16="http://schemas.microsoft.com/office/drawing/2014/main" id="{F7975283-58E8-4CC1-95C6-6EE251EE0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0115" y="4364355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8FB"/>
          </a:solidFill>
          <a:ln xmlns:a="http://schemas.openxmlformats.org/drawingml/2006/main" w="0">
            <a:noFill/>
          </a:ln>
        </p:spPr>
      </p:sp>
      <p:sp>
        <p:nvSpPr>
          <p:cNvPr id="483" name="">
            <a:extLst xmlns:a="http://schemas.openxmlformats.org/drawingml/2006/main">
              <a:ext uri="{FF2B5EF4-FFF2-40B4-BE49-F238E27FC236}">
                <a16:creationId xmlns:a16="http://schemas.microsoft.com/office/drawing/2014/main" id="{7DAA5C9D-3BED-4A3C-A228-DC950F016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4364355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8FA"/>
          </a:solidFill>
          <a:ln xmlns:a="http://schemas.openxmlformats.org/drawingml/2006/main" w="0">
            <a:noFill/>
          </a:ln>
        </p:spPr>
      </p:sp>
      <p:sp>
        <p:nvSpPr>
          <p:cNvPr id="484" name="">
            <a:extLst xmlns:a="http://schemas.openxmlformats.org/drawingml/2006/main">
              <a:ext uri="{FF2B5EF4-FFF2-40B4-BE49-F238E27FC236}">
                <a16:creationId xmlns:a16="http://schemas.microsoft.com/office/drawing/2014/main" id="{61FDF5EB-B91F-4BD3-B2C0-41BC6E0D4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29138"/>
            <a:ext cx="1333500" cy="1647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13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rPr>
              <a:t>G16</a:t>
            </a:r>
          </a:p>
        </p:txBody>
      </p:sp>
      <p:sp>
        <p:nvSpPr>
          <p:cNvPr id="485" name="">
            <a:extLst xmlns:a="http://schemas.openxmlformats.org/drawingml/2006/main">
              <a:ext uri="{FF2B5EF4-FFF2-40B4-BE49-F238E27FC236}">
                <a16:creationId xmlns:a16="http://schemas.microsoft.com/office/drawing/2014/main" id="{B51661EC-C7EE-4001-AA5D-35B08807B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4529138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BFD"/>
          </a:solidFill>
          <a:ln xmlns:a="http://schemas.openxmlformats.org/drawingml/2006/main" w="0">
            <a:noFill/>
          </a:ln>
        </p:spPr>
      </p:sp>
      <p:sp>
        <p:nvSpPr>
          <p:cNvPr id="486" name="">
            <a:extLst xmlns:a="http://schemas.openxmlformats.org/drawingml/2006/main">
              <a:ext uri="{FF2B5EF4-FFF2-40B4-BE49-F238E27FC236}">
                <a16:creationId xmlns:a16="http://schemas.microsoft.com/office/drawing/2014/main" id="{209A1D9D-D9EE-456B-92C4-4BE64261A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99335" y="4529138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BFD"/>
          </a:solidFill>
          <a:ln xmlns:a="http://schemas.openxmlformats.org/drawingml/2006/main" w="0">
            <a:noFill/>
          </a:ln>
        </p:spPr>
      </p:sp>
      <p:sp>
        <p:nvSpPr>
          <p:cNvPr id="487" name="">
            <a:extLst xmlns:a="http://schemas.openxmlformats.org/drawingml/2006/main">
              <a:ext uri="{FF2B5EF4-FFF2-40B4-BE49-F238E27FC236}">
                <a16:creationId xmlns:a16="http://schemas.microsoft.com/office/drawing/2014/main" id="{3C6208D5-E23E-46F5-AFEF-082A6F824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2220" y="4529138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D"/>
          </a:solidFill>
          <a:ln xmlns:a="http://schemas.openxmlformats.org/drawingml/2006/main" w="0">
            <a:noFill/>
          </a:ln>
        </p:spPr>
      </p:sp>
      <p:sp>
        <p:nvSpPr>
          <p:cNvPr id="488" name="">
            <a:extLst xmlns:a="http://schemas.openxmlformats.org/drawingml/2006/main">
              <a:ext uri="{FF2B5EF4-FFF2-40B4-BE49-F238E27FC236}">
                <a16:creationId xmlns:a16="http://schemas.microsoft.com/office/drawing/2014/main" id="{BBE74617-48B7-4D9F-9BFF-F524AE17D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5105" y="4529138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D"/>
          </a:solidFill>
          <a:ln xmlns:a="http://schemas.openxmlformats.org/drawingml/2006/main" w="0">
            <a:noFill/>
          </a:ln>
        </p:spPr>
      </p:sp>
      <p:sp>
        <p:nvSpPr>
          <p:cNvPr id="489" name="">
            <a:extLst xmlns:a="http://schemas.openxmlformats.org/drawingml/2006/main">
              <a:ext uri="{FF2B5EF4-FFF2-40B4-BE49-F238E27FC236}">
                <a16:creationId xmlns:a16="http://schemas.microsoft.com/office/drawing/2014/main" id="{1C2EF705-D3C4-4BB6-87DC-91786978C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67990" y="4529138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D"/>
          </a:solidFill>
          <a:ln xmlns:a="http://schemas.openxmlformats.org/drawingml/2006/main" w="0">
            <a:noFill/>
          </a:ln>
        </p:spPr>
      </p:sp>
      <p:sp>
        <p:nvSpPr>
          <p:cNvPr id="490" name="">
            <a:extLst xmlns:a="http://schemas.openxmlformats.org/drawingml/2006/main">
              <a:ext uri="{FF2B5EF4-FFF2-40B4-BE49-F238E27FC236}">
                <a16:creationId xmlns:a16="http://schemas.microsoft.com/office/drawing/2014/main" id="{6D86BD0F-44F3-408E-ACF3-E05CEFE2F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4529138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D"/>
          </a:solidFill>
          <a:ln xmlns:a="http://schemas.openxmlformats.org/drawingml/2006/main" w="0">
            <a:noFill/>
          </a:ln>
        </p:spPr>
      </p:sp>
      <p:sp>
        <p:nvSpPr>
          <p:cNvPr id="491" name="">
            <a:extLst xmlns:a="http://schemas.openxmlformats.org/drawingml/2006/main">
              <a:ext uri="{FF2B5EF4-FFF2-40B4-BE49-F238E27FC236}">
                <a16:creationId xmlns:a16="http://schemas.microsoft.com/office/drawing/2014/main" id="{8250814E-9C23-4389-A209-C8954F7DC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3760" y="4529138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C"/>
          </a:solidFill>
          <a:ln xmlns:a="http://schemas.openxmlformats.org/drawingml/2006/main" w="0">
            <a:noFill/>
          </a:ln>
        </p:spPr>
      </p:sp>
      <p:sp>
        <p:nvSpPr>
          <p:cNvPr id="492" name="">
            <a:extLst xmlns:a="http://schemas.openxmlformats.org/drawingml/2006/main">
              <a:ext uri="{FF2B5EF4-FFF2-40B4-BE49-F238E27FC236}">
                <a16:creationId xmlns:a16="http://schemas.microsoft.com/office/drawing/2014/main" id="{3E7577EC-0FC0-4B6D-8323-D8FF09B0A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6645" y="4529138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C"/>
          </a:solidFill>
          <a:ln xmlns:a="http://schemas.openxmlformats.org/drawingml/2006/main" w="0">
            <a:noFill/>
          </a:ln>
        </p:spPr>
      </p:sp>
      <p:sp>
        <p:nvSpPr>
          <p:cNvPr id="493" name="">
            <a:extLst xmlns:a="http://schemas.openxmlformats.org/drawingml/2006/main">
              <a:ext uri="{FF2B5EF4-FFF2-40B4-BE49-F238E27FC236}">
                <a16:creationId xmlns:a16="http://schemas.microsoft.com/office/drawing/2014/main" id="{E6D3B4A8-797B-4D25-81E6-37A9A1EC2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9530" y="4529138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AFC"/>
          </a:solidFill>
          <a:ln xmlns:a="http://schemas.openxmlformats.org/drawingml/2006/main" w="0">
            <a:noFill/>
          </a:ln>
        </p:spPr>
      </p:sp>
      <p:sp>
        <p:nvSpPr>
          <p:cNvPr id="494" name="">
            <a:extLst xmlns:a="http://schemas.openxmlformats.org/drawingml/2006/main">
              <a:ext uri="{FF2B5EF4-FFF2-40B4-BE49-F238E27FC236}">
                <a16:creationId xmlns:a16="http://schemas.microsoft.com/office/drawing/2014/main" id="{4FB843AE-1962-4B38-B588-471B9E2F9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82415" y="4529138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AFC"/>
          </a:solidFill>
          <a:ln xmlns:a="http://schemas.openxmlformats.org/drawingml/2006/main" w="0">
            <a:noFill/>
          </a:ln>
        </p:spPr>
      </p:sp>
      <p:sp>
        <p:nvSpPr>
          <p:cNvPr id="495" name="">
            <a:extLst xmlns:a="http://schemas.openxmlformats.org/drawingml/2006/main">
              <a:ext uri="{FF2B5EF4-FFF2-40B4-BE49-F238E27FC236}">
                <a16:creationId xmlns:a16="http://schemas.microsoft.com/office/drawing/2014/main" id="{8CBE2E4D-0EC1-453F-99D7-745CC1856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529138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AFC"/>
          </a:solidFill>
          <a:ln xmlns:a="http://schemas.openxmlformats.org/drawingml/2006/main" w="0">
            <a:noFill/>
          </a:ln>
        </p:spPr>
      </p:sp>
      <p:sp>
        <p:nvSpPr>
          <p:cNvPr id="496" name="">
            <a:extLst xmlns:a="http://schemas.openxmlformats.org/drawingml/2006/main">
              <a:ext uri="{FF2B5EF4-FFF2-40B4-BE49-F238E27FC236}">
                <a16:creationId xmlns:a16="http://schemas.microsoft.com/office/drawing/2014/main" id="{49193A8C-B200-4273-9BB9-64A1425DD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8185" y="4529138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AFC"/>
          </a:solidFill>
          <a:ln xmlns:a="http://schemas.openxmlformats.org/drawingml/2006/main" w="0">
            <a:noFill/>
          </a:ln>
        </p:spPr>
      </p:sp>
      <p:sp>
        <p:nvSpPr>
          <p:cNvPr id="497" name="">
            <a:extLst xmlns:a="http://schemas.openxmlformats.org/drawingml/2006/main">
              <a:ext uri="{FF2B5EF4-FFF2-40B4-BE49-F238E27FC236}">
                <a16:creationId xmlns:a16="http://schemas.microsoft.com/office/drawing/2014/main" id="{C00F9C40-4DE8-40E2-8139-C88E84597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1070" y="4529138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9FC"/>
          </a:solidFill>
          <a:ln xmlns:a="http://schemas.openxmlformats.org/drawingml/2006/main" w="0">
            <a:noFill/>
          </a:ln>
        </p:spPr>
      </p:sp>
      <p:sp>
        <p:nvSpPr>
          <p:cNvPr id="498" name="">
            <a:extLst xmlns:a="http://schemas.openxmlformats.org/drawingml/2006/main">
              <a:ext uri="{FF2B5EF4-FFF2-40B4-BE49-F238E27FC236}">
                <a16:creationId xmlns:a16="http://schemas.microsoft.com/office/drawing/2014/main" id="{DC9591C0-ED84-465B-A8C8-1B0F4A9CB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3955" y="4529138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9FC"/>
          </a:solidFill>
          <a:ln xmlns:a="http://schemas.openxmlformats.org/drawingml/2006/main" w="0">
            <a:noFill/>
          </a:ln>
        </p:spPr>
      </p:sp>
      <p:sp>
        <p:nvSpPr>
          <p:cNvPr id="499" name="">
            <a:extLst xmlns:a="http://schemas.openxmlformats.org/drawingml/2006/main">
              <a:ext uri="{FF2B5EF4-FFF2-40B4-BE49-F238E27FC236}">
                <a16:creationId xmlns:a16="http://schemas.microsoft.com/office/drawing/2014/main" id="{B75DBBD1-54FE-4409-A62D-85F00CDE8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6840" y="4529138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9FC"/>
          </a:solidFill>
          <a:ln xmlns:a="http://schemas.openxmlformats.org/drawingml/2006/main" w="0">
            <a:noFill/>
          </a:ln>
        </p:spPr>
      </p:sp>
      <p:sp>
        <p:nvSpPr>
          <p:cNvPr id="500" name="">
            <a:extLst xmlns:a="http://schemas.openxmlformats.org/drawingml/2006/main">
              <a:ext uri="{FF2B5EF4-FFF2-40B4-BE49-F238E27FC236}">
                <a16:creationId xmlns:a16="http://schemas.microsoft.com/office/drawing/2014/main" id="{487B177E-A997-4235-AD45-E80ADA211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9725" y="4529138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9FB"/>
          </a:solidFill>
          <a:ln xmlns:a="http://schemas.openxmlformats.org/drawingml/2006/main" w="0">
            <a:noFill/>
          </a:ln>
        </p:spPr>
      </p:sp>
      <p:sp>
        <p:nvSpPr>
          <p:cNvPr id="501" name="">
            <a:extLst xmlns:a="http://schemas.openxmlformats.org/drawingml/2006/main">
              <a:ext uri="{FF2B5EF4-FFF2-40B4-BE49-F238E27FC236}">
                <a16:creationId xmlns:a16="http://schemas.microsoft.com/office/drawing/2014/main" id="{14F9723F-E87C-4F54-9E7D-33B5F53FF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42610" y="4529138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9FB"/>
          </a:solidFill>
          <a:ln xmlns:a="http://schemas.openxmlformats.org/drawingml/2006/main" w="0">
            <a:noFill/>
          </a:ln>
        </p:spPr>
      </p:sp>
      <p:sp>
        <p:nvSpPr>
          <p:cNvPr id="502" name="">
            <a:extLst xmlns:a="http://schemas.openxmlformats.org/drawingml/2006/main">
              <a:ext uri="{FF2B5EF4-FFF2-40B4-BE49-F238E27FC236}">
                <a16:creationId xmlns:a16="http://schemas.microsoft.com/office/drawing/2014/main" id="{FCC0182E-99F1-4BFE-AD58-C98770259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5495" y="4529138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8FB"/>
          </a:solidFill>
          <a:ln xmlns:a="http://schemas.openxmlformats.org/drawingml/2006/main" w="0">
            <a:noFill/>
          </a:ln>
        </p:spPr>
      </p:sp>
      <p:sp>
        <p:nvSpPr>
          <p:cNvPr id="503" name="">
            <a:extLst xmlns:a="http://schemas.openxmlformats.org/drawingml/2006/main">
              <a:ext uri="{FF2B5EF4-FFF2-40B4-BE49-F238E27FC236}">
                <a16:creationId xmlns:a16="http://schemas.microsoft.com/office/drawing/2014/main" id="{4612B39C-7244-4BAB-A434-53CAC2433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8380" y="4529138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8FB"/>
          </a:solidFill>
          <a:ln xmlns:a="http://schemas.openxmlformats.org/drawingml/2006/main" w="0">
            <a:noFill/>
          </a:ln>
        </p:spPr>
      </p:sp>
      <p:sp>
        <p:nvSpPr>
          <p:cNvPr id="504" name="">
            <a:extLst xmlns:a="http://schemas.openxmlformats.org/drawingml/2006/main">
              <a:ext uri="{FF2B5EF4-FFF2-40B4-BE49-F238E27FC236}">
                <a16:creationId xmlns:a16="http://schemas.microsoft.com/office/drawing/2014/main" id="{140E78E3-1941-4F63-86FE-556D2EF0E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1265" y="4529138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8FB"/>
          </a:solidFill>
          <a:ln xmlns:a="http://schemas.openxmlformats.org/drawingml/2006/main" w="0">
            <a:noFill/>
          </a:ln>
        </p:spPr>
      </p:sp>
      <p:sp>
        <p:nvSpPr>
          <p:cNvPr id="505" name="">
            <a:extLst xmlns:a="http://schemas.openxmlformats.org/drawingml/2006/main">
              <a:ext uri="{FF2B5EF4-FFF2-40B4-BE49-F238E27FC236}">
                <a16:creationId xmlns:a16="http://schemas.microsoft.com/office/drawing/2014/main" id="{A0BE073A-6B22-4945-B17D-AC1D0E287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4529138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8FA"/>
          </a:solidFill>
          <a:ln xmlns:a="http://schemas.openxmlformats.org/drawingml/2006/main" w="0">
            <a:noFill/>
          </a:ln>
        </p:spPr>
      </p:sp>
      <p:sp>
        <p:nvSpPr>
          <p:cNvPr id="506" name="">
            <a:extLst xmlns:a="http://schemas.openxmlformats.org/drawingml/2006/main">
              <a:ext uri="{FF2B5EF4-FFF2-40B4-BE49-F238E27FC236}">
                <a16:creationId xmlns:a16="http://schemas.microsoft.com/office/drawing/2014/main" id="{729D63D9-E0F1-44E3-8691-BF30C51AC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57035" y="4529138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8FA"/>
          </a:solidFill>
          <a:ln xmlns:a="http://schemas.openxmlformats.org/drawingml/2006/main" w="0">
            <a:noFill/>
          </a:ln>
        </p:spPr>
      </p:sp>
      <p:sp>
        <p:nvSpPr>
          <p:cNvPr id="507" name="">
            <a:extLst xmlns:a="http://schemas.openxmlformats.org/drawingml/2006/main">
              <a:ext uri="{FF2B5EF4-FFF2-40B4-BE49-F238E27FC236}">
                <a16:creationId xmlns:a16="http://schemas.microsoft.com/office/drawing/2014/main" id="{4BF16390-2727-4A19-BDA7-A80EABE75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9920" y="4529138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</a:ln>
        </p:spPr>
      </p:sp>
      <p:sp>
        <p:nvSpPr>
          <p:cNvPr id="508" name="">
            <a:extLst xmlns:a="http://schemas.openxmlformats.org/drawingml/2006/main">
              <a:ext uri="{FF2B5EF4-FFF2-40B4-BE49-F238E27FC236}">
                <a16:creationId xmlns:a16="http://schemas.microsoft.com/office/drawing/2014/main" id="{C26D53E2-EC2C-406A-9753-6E3F7A98F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2805" y="4529138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7FA"/>
          </a:solidFill>
          <a:ln xmlns:a="http://schemas.openxmlformats.org/drawingml/2006/main" w="0">
            <a:noFill/>
          </a:ln>
        </p:spPr>
      </p:sp>
      <p:sp>
        <p:nvSpPr>
          <p:cNvPr id="509" name="">
            <a:extLst xmlns:a="http://schemas.openxmlformats.org/drawingml/2006/main">
              <a:ext uri="{FF2B5EF4-FFF2-40B4-BE49-F238E27FC236}">
                <a16:creationId xmlns:a16="http://schemas.microsoft.com/office/drawing/2014/main" id="{5236DDCE-6F7D-4C3B-A49B-559783C0F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5690" y="4529138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7FA"/>
          </a:solidFill>
          <a:ln xmlns:a="http://schemas.openxmlformats.org/drawingml/2006/main" w="0">
            <a:noFill/>
          </a:ln>
        </p:spPr>
      </p:sp>
      <p:sp>
        <p:nvSpPr>
          <p:cNvPr id="510" name="">
            <a:extLst xmlns:a="http://schemas.openxmlformats.org/drawingml/2006/main">
              <a:ext uri="{FF2B5EF4-FFF2-40B4-BE49-F238E27FC236}">
                <a16:creationId xmlns:a16="http://schemas.microsoft.com/office/drawing/2014/main" id="{E9EC514F-124D-485A-90AE-E0672A505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48575" y="4529138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7FA"/>
          </a:solidFill>
          <a:ln xmlns:a="http://schemas.openxmlformats.org/drawingml/2006/main" w="0">
            <a:noFill/>
          </a:ln>
        </p:spPr>
      </p:sp>
      <p:sp>
        <p:nvSpPr>
          <p:cNvPr id="511" name="">
            <a:extLst xmlns:a="http://schemas.openxmlformats.org/drawingml/2006/main">
              <a:ext uri="{FF2B5EF4-FFF2-40B4-BE49-F238E27FC236}">
                <a16:creationId xmlns:a16="http://schemas.microsoft.com/office/drawing/2014/main" id="{092D64E0-46BA-465E-94F8-84A529AA4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1460" y="4529138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6F9"/>
          </a:solidFill>
          <a:ln xmlns:a="http://schemas.openxmlformats.org/drawingml/2006/main" w="0">
            <a:noFill/>
          </a:ln>
        </p:spPr>
      </p:sp>
      <p:sp>
        <p:nvSpPr>
          <p:cNvPr id="512" name="">
            <a:extLst xmlns:a="http://schemas.openxmlformats.org/drawingml/2006/main">
              <a:ext uri="{FF2B5EF4-FFF2-40B4-BE49-F238E27FC236}">
                <a16:creationId xmlns:a16="http://schemas.microsoft.com/office/drawing/2014/main" id="{F0C48BBD-8B1A-44EB-80F2-6C4AE5BDD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4345" y="4529138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6F9"/>
          </a:solidFill>
          <a:ln xmlns:a="http://schemas.openxmlformats.org/drawingml/2006/main" w="0">
            <a:noFill/>
          </a:ln>
        </p:spPr>
      </p:sp>
      <p:sp>
        <p:nvSpPr>
          <p:cNvPr id="513" name="">
            <a:extLst xmlns:a="http://schemas.openxmlformats.org/drawingml/2006/main">
              <a:ext uri="{FF2B5EF4-FFF2-40B4-BE49-F238E27FC236}">
                <a16:creationId xmlns:a16="http://schemas.microsoft.com/office/drawing/2014/main" id="{9B4B64A5-B3AC-49D3-9E3C-2D98E3484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7230" y="4529138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6F9"/>
          </a:solidFill>
          <a:ln xmlns:a="http://schemas.openxmlformats.org/drawingml/2006/main" w="0">
            <a:noFill/>
          </a:ln>
        </p:spPr>
      </p:sp>
      <p:sp>
        <p:nvSpPr>
          <p:cNvPr id="514" name="">
            <a:extLst xmlns:a="http://schemas.openxmlformats.org/drawingml/2006/main">
              <a:ext uri="{FF2B5EF4-FFF2-40B4-BE49-F238E27FC236}">
                <a16:creationId xmlns:a16="http://schemas.microsoft.com/office/drawing/2014/main" id="{453CF443-26E8-499A-9042-58264397E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0115" y="4529138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6F9"/>
          </a:solidFill>
          <a:ln xmlns:a="http://schemas.openxmlformats.org/drawingml/2006/main" w="0">
            <a:noFill/>
          </a:ln>
        </p:spPr>
      </p:sp>
      <p:sp>
        <p:nvSpPr>
          <p:cNvPr id="515" name="">
            <a:extLst xmlns:a="http://schemas.openxmlformats.org/drawingml/2006/main">
              <a:ext uri="{FF2B5EF4-FFF2-40B4-BE49-F238E27FC236}">
                <a16:creationId xmlns:a16="http://schemas.microsoft.com/office/drawing/2014/main" id="{64D871CD-B1B3-46E4-8414-23ED8AAB6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4529138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9"/>
          </a:solidFill>
          <a:ln xmlns:a="http://schemas.openxmlformats.org/drawingml/2006/main" w="0">
            <a:noFill/>
          </a:ln>
        </p:spPr>
      </p:sp>
      <p:sp>
        <p:nvSpPr>
          <p:cNvPr id="516" name="">
            <a:extLst xmlns:a="http://schemas.openxmlformats.org/drawingml/2006/main">
              <a:ext uri="{FF2B5EF4-FFF2-40B4-BE49-F238E27FC236}">
                <a16:creationId xmlns:a16="http://schemas.microsoft.com/office/drawing/2014/main" id="{6A0C175B-C9FA-43E4-A7E0-38F29860C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93920"/>
            <a:ext cx="1333500" cy="1647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13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rPr>
              <a:t>G17</a:t>
            </a:r>
          </a:p>
        </p:txBody>
      </p:sp>
      <p:sp>
        <p:nvSpPr>
          <p:cNvPr id="517" name="">
            <a:extLst xmlns:a="http://schemas.openxmlformats.org/drawingml/2006/main">
              <a:ext uri="{FF2B5EF4-FFF2-40B4-BE49-F238E27FC236}">
                <a16:creationId xmlns:a16="http://schemas.microsoft.com/office/drawing/2014/main" id="{D13CBA44-CC15-47D3-A42C-08DFABE18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4693920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BFD"/>
          </a:solidFill>
          <a:ln xmlns:a="http://schemas.openxmlformats.org/drawingml/2006/main" w="0">
            <a:noFill/>
          </a:ln>
        </p:spPr>
      </p:sp>
      <p:sp>
        <p:nvSpPr>
          <p:cNvPr id="518" name="">
            <a:extLst xmlns:a="http://schemas.openxmlformats.org/drawingml/2006/main">
              <a:ext uri="{FF2B5EF4-FFF2-40B4-BE49-F238E27FC236}">
                <a16:creationId xmlns:a16="http://schemas.microsoft.com/office/drawing/2014/main" id="{D449FFFA-01BA-4229-BA0B-F469FD98B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99335" y="4693920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BFD"/>
          </a:solidFill>
          <a:ln xmlns:a="http://schemas.openxmlformats.org/drawingml/2006/main" w="0">
            <a:noFill/>
          </a:ln>
        </p:spPr>
      </p:sp>
      <p:sp>
        <p:nvSpPr>
          <p:cNvPr id="519" name="">
            <a:extLst xmlns:a="http://schemas.openxmlformats.org/drawingml/2006/main">
              <a:ext uri="{FF2B5EF4-FFF2-40B4-BE49-F238E27FC236}">
                <a16:creationId xmlns:a16="http://schemas.microsoft.com/office/drawing/2014/main" id="{0C9DD1CC-4875-49B7-ACA7-83027124D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2220" y="4693920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BFD"/>
          </a:solidFill>
          <a:ln xmlns:a="http://schemas.openxmlformats.org/drawingml/2006/main" w="0">
            <a:noFill/>
          </a:ln>
        </p:spPr>
      </p:sp>
      <p:sp>
        <p:nvSpPr>
          <p:cNvPr id="520" name="">
            <a:extLst xmlns:a="http://schemas.openxmlformats.org/drawingml/2006/main">
              <a:ext uri="{FF2B5EF4-FFF2-40B4-BE49-F238E27FC236}">
                <a16:creationId xmlns:a16="http://schemas.microsoft.com/office/drawing/2014/main" id="{F4D4DADE-993C-41C2-8D49-83C1216C7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5105" y="4693920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D"/>
          </a:solidFill>
          <a:ln xmlns:a="http://schemas.openxmlformats.org/drawingml/2006/main" w="0">
            <a:noFill/>
          </a:ln>
        </p:spPr>
      </p:sp>
      <p:sp>
        <p:nvSpPr>
          <p:cNvPr id="521" name="">
            <a:extLst xmlns:a="http://schemas.openxmlformats.org/drawingml/2006/main">
              <a:ext uri="{FF2B5EF4-FFF2-40B4-BE49-F238E27FC236}">
                <a16:creationId xmlns:a16="http://schemas.microsoft.com/office/drawing/2014/main" id="{D1DA0B52-2AAC-4EDE-8BAD-DD02F3DF6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67990" y="4693920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C"/>
          </a:solidFill>
          <a:ln xmlns:a="http://schemas.openxmlformats.org/drawingml/2006/main" w="0">
            <a:noFill/>
          </a:ln>
        </p:spPr>
      </p:sp>
      <p:sp>
        <p:nvSpPr>
          <p:cNvPr id="522" name="">
            <a:extLst xmlns:a="http://schemas.openxmlformats.org/drawingml/2006/main">
              <a:ext uri="{FF2B5EF4-FFF2-40B4-BE49-F238E27FC236}">
                <a16:creationId xmlns:a16="http://schemas.microsoft.com/office/drawing/2014/main" id="{1A5A82DB-4B65-4BA2-AD7E-136613039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4693920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C"/>
          </a:solidFill>
          <a:ln xmlns:a="http://schemas.openxmlformats.org/drawingml/2006/main" w="0">
            <a:noFill/>
          </a:ln>
        </p:spPr>
      </p:sp>
      <p:sp>
        <p:nvSpPr>
          <p:cNvPr id="523" name="">
            <a:extLst xmlns:a="http://schemas.openxmlformats.org/drawingml/2006/main">
              <a:ext uri="{FF2B5EF4-FFF2-40B4-BE49-F238E27FC236}">
                <a16:creationId xmlns:a16="http://schemas.microsoft.com/office/drawing/2014/main" id="{169AE6D0-49D1-4940-BC72-084D23C57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3760" y="4693920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C"/>
          </a:solidFill>
          <a:ln xmlns:a="http://schemas.openxmlformats.org/drawingml/2006/main" w="0">
            <a:noFill/>
          </a:ln>
        </p:spPr>
      </p:sp>
      <p:sp>
        <p:nvSpPr>
          <p:cNvPr id="524" name="">
            <a:extLst xmlns:a="http://schemas.openxmlformats.org/drawingml/2006/main">
              <a:ext uri="{FF2B5EF4-FFF2-40B4-BE49-F238E27FC236}">
                <a16:creationId xmlns:a16="http://schemas.microsoft.com/office/drawing/2014/main" id="{FAAB68C7-621B-4AA7-B0C3-F4A3BECE5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6645" y="4693920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C"/>
          </a:solidFill>
          <a:ln xmlns:a="http://schemas.openxmlformats.org/drawingml/2006/main" w="0">
            <a:noFill/>
          </a:ln>
        </p:spPr>
      </p:sp>
      <p:sp>
        <p:nvSpPr>
          <p:cNvPr id="525" name="">
            <a:extLst xmlns:a="http://schemas.openxmlformats.org/drawingml/2006/main">
              <a:ext uri="{FF2B5EF4-FFF2-40B4-BE49-F238E27FC236}">
                <a16:creationId xmlns:a16="http://schemas.microsoft.com/office/drawing/2014/main" id="{B749E6C5-6B1F-4CA5-A9D2-BF7B917CA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9530" y="4693920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AFC"/>
          </a:solidFill>
          <a:ln xmlns:a="http://schemas.openxmlformats.org/drawingml/2006/main" w="0">
            <a:noFill/>
          </a:ln>
        </p:spPr>
      </p:sp>
      <p:sp>
        <p:nvSpPr>
          <p:cNvPr id="526" name="">
            <a:extLst xmlns:a="http://schemas.openxmlformats.org/drawingml/2006/main">
              <a:ext uri="{FF2B5EF4-FFF2-40B4-BE49-F238E27FC236}">
                <a16:creationId xmlns:a16="http://schemas.microsoft.com/office/drawing/2014/main" id="{22D9D98A-555B-44CD-B667-25FA76DCC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82415" y="4693920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AFC"/>
          </a:solidFill>
          <a:ln xmlns:a="http://schemas.openxmlformats.org/drawingml/2006/main" w="0">
            <a:noFill/>
          </a:ln>
        </p:spPr>
      </p:sp>
      <p:sp>
        <p:nvSpPr>
          <p:cNvPr id="527" name="">
            <a:extLst xmlns:a="http://schemas.openxmlformats.org/drawingml/2006/main">
              <a:ext uri="{FF2B5EF4-FFF2-40B4-BE49-F238E27FC236}">
                <a16:creationId xmlns:a16="http://schemas.microsoft.com/office/drawing/2014/main" id="{6094749B-CDC5-422B-BFB8-3A2A12781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93920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AFC"/>
          </a:solidFill>
          <a:ln xmlns:a="http://schemas.openxmlformats.org/drawingml/2006/main" w="0">
            <a:noFill/>
          </a:ln>
        </p:spPr>
      </p:sp>
      <p:sp>
        <p:nvSpPr>
          <p:cNvPr id="528" name="">
            <a:extLst xmlns:a="http://schemas.openxmlformats.org/drawingml/2006/main">
              <a:ext uri="{FF2B5EF4-FFF2-40B4-BE49-F238E27FC236}">
                <a16:creationId xmlns:a16="http://schemas.microsoft.com/office/drawing/2014/main" id="{E9B52A27-E569-436E-B78C-47633BE56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8185" y="4693920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9FC"/>
          </a:solidFill>
          <a:ln xmlns:a="http://schemas.openxmlformats.org/drawingml/2006/main" w="0">
            <a:noFill/>
          </a:ln>
        </p:spPr>
      </p:sp>
      <p:sp>
        <p:nvSpPr>
          <p:cNvPr id="529" name="">
            <a:extLst xmlns:a="http://schemas.openxmlformats.org/drawingml/2006/main">
              <a:ext uri="{FF2B5EF4-FFF2-40B4-BE49-F238E27FC236}">
                <a16:creationId xmlns:a16="http://schemas.microsoft.com/office/drawing/2014/main" id="{C35FAEC9-2057-460E-9B48-A8F4DE498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1070" y="4693920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9FC"/>
          </a:solidFill>
          <a:ln xmlns:a="http://schemas.openxmlformats.org/drawingml/2006/main" w="0">
            <a:noFill/>
          </a:ln>
        </p:spPr>
      </p:sp>
      <p:sp>
        <p:nvSpPr>
          <p:cNvPr id="530" name="">
            <a:extLst xmlns:a="http://schemas.openxmlformats.org/drawingml/2006/main">
              <a:ext uri="{FF2B5EF4-FFF2-40B4-BE49-F238E27FC236}">
                <a16:creationId xmlns:a16="http://schemas.microsoft.com/office/drawing/2014/main" id="{D6C3B4B8-5EBE-4578-B855-F1547480F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3955" y="4693920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9FC"/>
          </a:solidFill>
          <a:ln xmlns:a="http://schemas.openxmlformats.org/drawingml/2006/main" w="0">
            <a:noFill/>
          </a:ln>
        </p:spPr>
      </p:sp>
      <p:sp>
        <p:nvSpPr>
          <p:cNvPr id="531" name="">
            <a:extLst xmlns:a="http://schemas.openxmlformats.org/drawingml/2006/main">
              <a:ext uri="{FF2B5EF4-FFF2-40B4-BE49-F238E27FC236}">
                <a16:creationId xmlns:a16="http://schemas.microsoft.com/office/drawing/2014/main" id="{DF508B21-DD04-4162-9793-04451F679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6840" y="4693920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9FB"/>
          </a:solidFill>
          <a:ln xmlns:a="http://schemas.openxmlformats.org/drawingml/2006/main" w="0">
            <a:noFill/>
          </a:ln>
        </p:spPr>
      </p:sp>
      <p:sp>
        <p:nvSpPr>
          <p:cNvPr id="532" name="">
            <a:extLst xmlns:a="http://schemas.openxmlformats.org/drawingml/2006/main">
              <a:ext uri="{FF2B5EF4-FFF2-40B4-BE49-F238E27FC236}">
                <a16:creationId xmlns:a16="http://schemas.microsoft.com/office/drawing/2014/main" id="{3C390686-2E3D-4398-8AFD-A0077578E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9725" y="4693920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9FB"/>
          </a:solidFill>
          <a:ln xmlns:a="http://schemas.openxmlformats.org/drawingml/2006/main" w="0">
            <a:noFill/>
          </a:ln>
        </p:spPr>
      </p:sp>
      <p:sp>
        <p:nvSpPr>
          <p:cNvPr id="533" name="">
            <a:extLst xmlns:a="http://schemas.openxmlformats.org/drawingml/2006/main">
              <a:ext uri="{FF2B5EF4-FFF2-40B4-BE49-F238E27FC236}">
                <a16:creationId xmlns:a16="http://schemas.microsoft.com/office/drawing/2014/main" id="{3B5E24AD-6DBF-49F3-AA62-CBC1EFC5A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42610" y="4693920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9FB"/>
          </a:solidFill>
          <a:ln xmlns:a="http://schemas.openxmlformats.org/drawingml/2006/main" w="0">
            <a:noFill/>
          </a:ln>
        </p:spPr>
      </p:sp>
      <p:sp>
        <p:nvSpPr>
          <p:cNvPr id="534" name="">
            <a:extLst xmlns:a="http://schemas.openxmlformats.org/drawingml/2006/main">
              <a:ext uri="{FF2B5EF4-FFF2-40B4-BE49-F238E27FC236}">
                <a16:creationId xmlns:a16="http://schemas.microsoft.com/office/drawing/2014/main" id="{F8B49A18-A555-4FBA-9526-C0CE2BCE9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5495" y="4693920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9FB"/>
          </a:solidFill>
          <a:ln xmlns:a="http://schemas.openxmlformats.org/drawingml/2006/main" w="0">
            <a:noFill/>
          </a:ln>
        </p:spPr>
      </p:sp>
      <p:sp>
        <p:nvSpPr>
          <p:cNvPr id="535" name="">
            <a:extLst xmlns:a="http://schemas.openxmlformats.org/drawingml/2006/main">
              <a:ext uri="{FF2B5EF4-FFF2-40B4-BE49-F238E27FC236}">
                <a16:creationId xmlns:a16="http://schemas.microsoft.com/office/drawing/2014/main" id="{EA8C3486-E553-4535-BE1E-EE8A979D8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8380" y="4693920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9FC"/>
          </a:solidFill>
          <a:ln xmlns:a="http://schemas.openxmlformats.org/drawingml/2006/main" w="0">
            <a:noFill/>
          </a:ln>
        </p:spPr>
      </p:sp>
      <p:sp>
        <p:nvSpPr>
          <p:cNvPr id="536" name="">
            <a:extLst xmlns:a="http://schemas.openxmlformats.org/drawingml/2006/main">
              <a:ext uri="{FF2B5EF4-FFF2-40B4-BE49-F238E27FC236}">
                <a16:creationId xmlns:a16="http://schemas.microsoft.com/office/drawing/2014/main" id="{0163E735-3CA6-49AA-8690-BE352E0FF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1265" y="4693920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9FC"/>
          </a:solidFill>
          <a:ln xmlns:a="http://schemas.openxmlformats.org/drawingml/2006/main" w="0">
            <a:noFill/>
          </a:ln>
        </p:spPr>
      </p:sp>
      <p:sp>
        <p:nvSpPr>
          <p:cNvPr id="537" name="">
            <a:extLst xmlns:a="http://schemas.openxmlformats.org/drawingml/2006/main">
              <a:ext uri="{FF2B5EF4-FFF2-40B4-BE49-F238E27FC236}">
                <a16:creationId xmlns:a16="http://schemas.microsoft.com/office/drawing/2014/main" id="{12414244-5D31-4636-BFA2-99159788A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4693920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9FB"/>
          </a:solidFill>
          <a:ln xmlns:a="http://schemas.openxmlformats.org/drawingml/2006/main" w="0">
            <a:noFill/>
          </a:ln>
        </p:spPr>
      </p:sp>
      <p:sp>
        <p:nvSpPr>
          <p:cNvPr id="538" name="">
            <a:extLst xmlns:a="http://schemas.openxmlformats.org/drawingml/2006/main">
              <a:ext uri="{FF2B5EF4-FFF2-40B4-BE49-F238E27FC236}">
                <a16:creationId xmlns:a16="http://schemas.microsoft.com/office/drawing/2014/main" id="{D03453D8-47B4-4DF9-A5FA-81CB32BF2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57035" y="4693920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9FB"/>
          </a:solidFill>
          <a:ln xmlns:a="http://schemas.openxmlformats.org/drawingml/2006/main" w="0">
            <a:noFill/>
          </a:ln>
        </p:spPr>
      </p:sp>
      <p:sp>
        <p:nvSpPr>
          <p:cNvPr id="539" name="">
            <a:extLst xmlns:a="http://schemas.openxmlformats.org/drawingml/2006/main">
              <a:ext uri="{FF2B5EF4-FFF2-40B4-BE49-F238E27FC236}">
                <a16:creationId xmlns:a16="http://schemas.microsoft.com/office/drawing/2014/main" id="{5E8A3E4D-B22B-4C5F-8EF0-A8B44A12B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9920" y="4693920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9FB"/>
          </a:solidFill>
          <a:ln xmlns:a="http://schemas.openxmlformats.org/drawingml/2006/main" w="0">
            <a:noFill/>
          </a:ln>
        </p:spPr>
      </p:sp>
      <p:sp>
        <p:nvSpPr>
          <p:cNvPr id="540" name="">
            <a:extLst xmlns:a="http://schemas.openxmlformats.org/drawingml/2006/main">
              <a:ext uri="{FF2B5EF4-FFF2-40B4-BE49-F238E27FC236}">
                <a16:creationId xmlns:a16="http://schemas.microsoft.com/office/drawing/2014/main" id="{2117674E-CBBC-471E-9FFF-B17EB48DD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2805" y="4693920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9FB"/>
          </a:solidFill>
          <a:ln xmlns:a="http://schemas.openxmlformats.org/drawingml/2006/main" w="0">
            <a:noFill/>
          </a:ln>
        </p:spPr>
      </p:sp>
      <p:sp>
        <p:nvSpPr>
          <p:cNvPr id="541" name="">
            <a:extLst xmlns:a="http://schemas.openxmlformats.org/drawingml/2006/main">
              <a:ext uri="{FF2B5EF4-FFF2-40B4-BE49-F238E27FC236}">
                <a16:creationId xmlns:a16="http://schemas.microsoft.com/office/drawing/2014/main" id="{52D5A2CE-EDCA-440D-8BA9-089C57297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5690" y="4693920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8FB"/>
          </a:solidFill>
          <a:ln xmlns:a="http://schemas.openxmlformats.org/drawingml/2006/main" w="0">
            <a:noFill/>
          </a:ln>
        </p:spPr>
      </p:sp>
      <p:sp>
        <p:nvSpPr>
          <p:cNvPr id="542" name="">
            <a:extLst xmlns:a="http://schemas.openxmlformats.org/drawingml/2006/main">
              <a:ext uri="{FF2B5EF4-FFF2-40B4-BE49-F238E27FC236}">
                <a16:creationId xmlns:a16="http://schemas.microsoft.com/office/drawing/2014/main" id="{28E681F5-886A-405B-993E-FB92FE9B5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48575" y="4693920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8FB"/>
          </a:solidFill>
          <a:ln xmlns:a="http://schemas.openxmlformats.org/drawingml/2006/main" w="0">
            <a:noFill/>
          </a:ln>
        </p:spPr>
      </p:sp>
      <p:sp>
        <p:nvSpPr>
          <p:cNvPr id="543" name="">
            <a:extLst xmlns:a="http://schemas.openxmlformats.org/drawingml/2006/main">
              <a:ext uri="{FF2B5EF4-FFF2-40B4-BE49-F238E27FC236}">
                <a16:creationId xmlns:a16="http://schemas.microsoft.com/office/drawing/2014/main" id="{AA6C57D5-1311-4C7F-9338-730C59F55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1460" y="4693920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8FB"/>
          </a:solidFill>
          <a:ln xmlns:a="http://schemas.openxmlformats.org/drawingml/2006/main" w="0">
            <a:noFill/>
          </a:ln>
        </p:spPr>
      </p:sp>
      <p:sp>
        <p:nvSpPr>
          <p:cNvPr id="544" name="">
            <a:extLst xmlns:a="http://schemas.openxmlformats.org/drawingml/2006/main">
              <a:ext uri="{FF2B5EF4-FFF2-40B4-BE49-F238E27FC236}">
                <a16:creationId xmlns:a16="http://schemas.microsoft.com/office/drawing/2014/main" id="{1FA3AFC9-2794-40FA-93AF-B4C095279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4345" y="4693920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8FB"/>
          </a:solidFill>
          <a:ln xmlns:a="http://schemas.openxmlformats.org/drawingml/2006/main" w="0">
            <a:noFill/>
          </a:ln>
        </p:spPr>
      </p:sp>
      <p:sp>
        <p:nvSpPr>
          <p:cNvPr id="545" name="">
            <a:extLst xmlns:a="http://schemas.openxmlformats.org/drawingml/2006/main">
              <a:ext uri="{FF2B5EF4-FFF2-40B4-BE49-F238E27FC236}">
                <a16:creationId xmlns:a16="http://schemas.microsoft.com/office/drawing/2014/main" id="{D27505B0-C08D-4D0A-9EB1-ED588421F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7230" y="4693920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8FA"/>
          </a:solidFill>
          <a:ln xmlns:a="http://schemas.openxmlformats.org/drawingml/2006/main" w="0">
            <a:noFill/>
          </a:ln>
        </p:spPr>
      </p:sp>
      <p:sp>
        <p:nvSpPr>
          <p:cNvPr id="546" name="">
            <a:extLst xmlns:a="http://schemas.openxmlformats.org/drawingml/2006/main">
              <a:ext uri="{FF2B5EF4-FFF2-40B4-BE49-F238E27FC236}">
                <a16:creationId xmlns:a16="http://schemas.microsoft.com/office/drawing/2014/main" id="{C0C4427F-E199-4575-92DB-5DFF86A68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0115" y="4693920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8FA"/>
          </a:solidFill>
          <a:ln xmlns:a="http://schemas.openxmlformats.org/drawingml/2006/main" w="0">
            <a:noFill/>
          </a:ln>
        </p:spPr>
      </p:sp>
      <p:sp>
        <p:nvSpPr>
          <p:cNvPr id="547" name="">
            <a:extLst xmlns:a="http://schemas.openxmlformats.org/drawingml/2006/main">
              <a:ext uri="{FF2B5EF4-FFF2-40B4-BE49-F238E27FC236}">
                <a16:creationId xmlns:a16="http://schemas.microsoft.com/office/drawing/2014/main" id="{3A509846-1F6D-46A4-8679-A0A0D4DF0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4693920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</a:ln>
        </p:spPr>
      </p:sp>
      <p:sp>
        <p:nvSpPr>
          <p:cNvPr id="548" name="">
            <a:extLst xmlns:a="http://schemas.openxmlformats.org/drawingml/2006/main">
              <a:ext uri="{FF2B5EF4-FFF2-40B4-BE49-F238E27FC236}">
                <a16:creationId xmlns:a16="http://schemas.microsoft.com/office/drawing/2014/main" id="{B02D7929-CD1A-41FA-9764-D819C1F12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58703"/>
            <a:ext cx="1333500" cy="1647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13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rPr>
              <a:t>G18</a:t>
            </a:r>
          </a:p>
        </p:txBody>
      </p:sp>
      <p:sp>
        <p:nvSpPr>
          <p:cNvPr id="549" name="">
            <a:extLst xmlns:a="http://schemas.openxmlformats.org/drawingml/2006/main">
              <a:ext uri="{FF2B5EF4-FFF2-40B4-BE49-F238E27FC236}">
                <a16:creationId xmlns:a16="http://schemas.microsoft.com/office/drawing/2014/main" id="{F9064868-CC9D-4FC7-ADBD-550950F80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4858703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BFD"/>
          </a:solidFill>
          <a:ln xmlns:a="http://schemas.openxmlformats.org/drawingml/2006/main" w="0">
            <a:noFill/>
          </a:ln>
        </p:spPr>
      </p:sp>
      <p:sp>
        <p:nvSpPr>
          <p:cNvPr id="550" name="">
            <a:extLst xmlns:a="http://schemas.openxmlformats.org/drawingml/2006/main">
              <a:ext uri="{FF2B5EF4-FFF2-40B4-BE49-F238E27FC236}">
                <a16:creationId xmlns:a16="http://schemas.microsoft.com/office/drawing/2014/main" id="{70AB7F1F-960E-4722-B6DC-F98FA5A91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99335" y="4858703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BFD"/>
          </a:solidFill>
          <a:ln xmlns:a="http://schemas.openxmlformats.org/drawingml/2006/main" w="0">
            <a:noFill/>
          </a:ln>
        </p:spPr>
      </p:sp>
      <p:sp>
        <p:nvSpPr>
          <p:cNvPr id="551" name="">
            <a:extLst xmlns:a="http://schemas.openxmlformats.org/drawingml/2006/main">
              <a:ext uri="{FF2B5EF4-FFF2-40B4-BE49-F238E27FC236}">
                <a16:creationId xmlns:a16="http://schemas.microsoft.com/office/drawing/2014/main" id="{04D01BF0-5DB0-457F-B4E8-87CF4E94D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2220" y="4858703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BFD"/>
          </a:solidFill>
          <a:ln xmlns:a="http://schemas.openxmlformats.org/drawingml/2006/main" w="0">
            <a:noFill/>
          </a:ln>
        </p:spPr>
      </p:sp>
      <p:sp>
        <p:nvSpPr>
          <p:cNvPr id="552" name="">
            <a:extLst xmlns:a="http://schemas.openxmlformats.org/drawingml/2006/main">
              <a:ext uri="{FF2B5EF4-FFF2-40B4-BE49-F238E27FC236}">
                <a16:creationId xmlns:a16="http://schemas.microsoft.com/office/drawing/2014/main" id="{AFF1F062-3271-4943-B3BF-3DFABA07A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5105" y="4858703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BFD"/>
          </a:solidFill>
          <a:ln xmlns:a="http://schemas.openxmlformats.org/drawingml/2006/main" w="0">
            <a:noFill/>
          </a:ln>
        </p:spPr>
      </p:sp>
      <p:sp>
        <p:nvSpPr>
          <p:cNvPr id="553" name="">
            <a:extLst xmlns:a="http://schemas.openxmlformats.org/drawingml/2006/main">
              <a:ext uri="{FF2B5EF4-FFF2-40B4-BE49-F238E27FC236}">
                <a16:creationId xmlns:a16="http://schemas.microsoft.com/office/drawing/2014/main" id="{C245584B-D9B0-4E52-B8DF-D981C016D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67990" y="4858703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BFD"/>
          </a:solidFill>
          <a:ln xmlns:a="http://schemas.openxmlformats.org/drawingml/2006/main" w="0">
            <a:noFill/>
          </a:ln>
        </p:spPr>
      </p:sp>
      <p:sp>
        <p:nvSpPr>
          <p:cNvPr id="554" name="">
            <a:extLst xmlns:a="http://schemas.openxmlformats.org/drawingml/2006/main">
              <a:ext uri="{FF2B5EF4-FFF2-40B4-BE49-F238E27FC236}">
                <a16:creationId xmlns:a16="http://schemas.microsoft.com/office/drawing/2014/main" id="{BDEA6509-1432-4A5C-BDC8-F6B0A0561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4858703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BFD"/>
          </a:solidFill>
          <a:ln xmlns:a="http://schemas.openxmlformats.org/drawingml/2006/main" w="0">
            <a:noFill/>
          </a:ln>
        </p:spPr>
      </p:sp>
      <p:sp>
        <p:nvSpPr>
          <p:cNvPr id="555" name="">
            <a:extLst xmlns:a="http://schemas.openxmlformats.org/drawingml/2006/main">
              <a:ext uri="{FF2B5EF4-FFF2-40B4-BE49-F238E27FC236}">
                <a16:creationId xmlns:a16="http://schemas.microsoft.com/office/drawing/2014/main" id="{FE4FC669-A189-4A3C-B371-917FB24A4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3760" y="4858703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D"/>
          </a:solidFill>
          <a:ln xmlns:a="http://schemas.openxmlformats.org/drawingml/2006/main" w="0">
            <a:noFill/>
          </a:ln>
        </p:spPr>
      </p:sp>
      <p:sp>
        <p:nvSpPr>
          <p:cNvPr id="556" name="">
            <a:extLst xmlns:a="http://schemas.openxmlformats.org/drawingml/2006/main">
              <a:ext uri="{FF2B5EF4-FFF2-40B4-BE49-F238E27FC236}">
                <a16:creationId xmlns:a16="http://schemas.microsoft.com/office/drawing/2014/main" id="{9382D181-B675-405F-9061-68837BDD5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6645" y="4858703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D"/>
          </a:solidFill>
          <a:ln xmlns:a="http://schemas.openxmlformats.org/drawingml/2006/main" w="0">
            <a:noFill/>
          </a:ln>
        </p:spPr>
      </p:sp>
      <p:sp>
        <p:nvSpPr>
          <p:cNvPr id="557" name="">
            <a:extLst xmlns:a="http://schemas.openxmlformats.org/drawingml/2006/main">
              <a:ext uri="{FF2B5EF4-FFF2-40B4-BE49-F238E27FC236}">
                <a16:creationId xmlns:a16="http://schemas.microsoft.com/office/drawing/2014/main" id="{D4FF909E-635E-4C4C-B1C9-C133D2C44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9530" y="4858703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C"/>
          </a:solidFill>
          <a:ln xmlns:a="http://schemas.openxmlformats.org/drawingml/2006/main" w="0">
            <a:noFill/>
          </a:ln>
        </p:spPr>
      </p:sp>
      <p:sp>
        <p:nvSpPr>
          <p:cNvPr id="558" name="">
            <a:extLst xmlns:a="http://schemas.openxmlformats.org/drawingml/2006/main">
              <a:ext uri="{FF2B5EF4-FFF2-40B4-BE49-F238E27FC236}">
                <a16:creationId xmlns:a16="http://schemas.microsoft.com/office/drawing/2014/main" id="{4D5DBCB6-31FF-4E70-9B7D-BA9460CFD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82415" y="4858703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C"/>
          </a:solidFill>
          <a:ln xmlns:a="http://schemas.openxmlformats.org/drawingml/2006/main" w="0">
            <a:noFill/>
          </a:ln>
        </p:spPr>
      </p:sp>
      <p:sp>
        <p:nvSpPr>
          <p:cNvPr id="559" name="">
            <a:extLst xmlns:a="http://schemas.openxmlformats.org/drawingml/2006/main">
              <a:ext uri="{FF2B5EF4-FFF2-40B4-BE49-F238E27FC236}">
                <a16:creationId xmlns:a16="http://schemas.microsoft.com/office/drawing/2014/main" id="{F843554B-0AF3-4A6B-9EFE-CA9257208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858703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AFC"/>
          </a:solidFill>
          <a:ln xmlns:a="http://schemas.openxmlformats.org/drawingml/2006/main" w="0">
            <a:noFill/>
          </a:ln>
        </p:spPr>
      </p:sp>
      <p:sp>
        <p:nvSpPr>
          <p:cNvPr id="560" name="">
            <a:extLst xmlns:a="http://schemas.openxmlformats.org/drawingml/2006/main">
              <a:ext uri="{FF2B5EF4-FFF2-40B4-BE49-F238E27FC236}">
                <a16:creationId xmlns:a16="http://schemas.microsoft.com/office/drawing/2014/main" id="{7F7FACF5-557A-4173-8EA1-F11CBD84E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8185" y="4858703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AFC"/>
          </a:solidFill>
          <a:ln xmlns:a="http://schemas.openxmlformats.org/drawingml/2006/main" w="0">
            <a:noFill/>
          </a:ln>
        </p:spPr>
      </p:sp>
      <p:sp>
        <p:nvSpPr>
          <p:cNvPr id="561" name="">
            <a:extLst xmlns:a="http://schemas.openxmlformats.org/drawingml/2006/main">
              <a:ext uri="{FF2B5EF4-FFF2-40B4-BE49-F238E27FC236}">
                <a16:creationId xmlns:a16="http://schemas.microsoft.com/office/drawing/2014/main" id="{141FF5E9-0E72-4DFB-8030-E7778E06C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1070" y="4858703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AFC"/>
          </a:solidFill>
          <a:ln xmlns:a="http://schemas.openxmlformats.org/drawingml/2006/main" w="0">
            <a:noFill/>
          </a:ln>
        </p:spPr>
      </p:sp>
      <p:sp>
        <p:nvSpPr>
          <p:cNvPr id="562" name="">
            <a:extLst xmlns:a="http://schemas.openxmlformats.org/drawingml/2006/main">
              <a:ext uri="{FF2B5EF4-FFF2-40B4-BE49-F238E27FC236}">
                <a16:creationId xmlns:a16="http://schemas.microsoft.com/office/drawing/2014/main" id="{5C5CF017-FF9D-462E-BD7B-82578468C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3955" y="4858703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9FC"/>
          </a:solidFill>
          <a:ln xmlns:a="http://schemas.openxmlformats.org/drawingml/2006/main" w="0">
            <a:noFill/>
          </a:ln>
        </p:spPr>
      </p:sp>
      <p:sp>
        <p:nvSpPr>
          <p:cNvPr id="563" name="">
            <a:extLst xmlns:a="http://schemas.openxmlformats.org/drawingml/2006/main">
              <a:ext uri="{FF2B5EF4-FFF2-40B4-BE49-F238E27FC236}">
                <a16:creationId xmlns:a16="http://schemas.microsoft.com/office/drawing/2014/main" id="{65493579-2061-4F5D-98C3-EC981AC79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6840" y="4858703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9FC"/>
          </a:solidFill>
          <a:ln xmlns:a="http://schemas.openxmlformats.org/drawingml/2006/main" w="0">
            <a:noFill/>
          </a:ln>
        </p:spPr>
      </p:sp>
      <p:sp>
        <p:nvSpPr>
          <p:cNvPr id="564" name="">
            <a:extLst xmlns:a="http://schemas.openxmlformats.org/drawingml/2006/main">
              <a:ext uri="{FF2B5EF4-FFF2-40B4-BE49-F238E27FC236}">
                <a16:creationId xmlns:a16="http://schemas.microsoft.com/office/drawing/2014/main" id="{984AEFCE-61EB-4EDB-ADA6-26F7A3B06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9725" y="4858703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9FC"/>
          </a:solidFill>
          <a:ln xmlns:a="http://schemas.openxmlformats.org/drawingml/2006/main" w="0">
            <a:noFill/>
          </a:ln>
        </p:spPr>
      </p:sp>
      <p:sp>
        <p:nvSpPr>
          <p:cNvPr id="565" name="">
            <a:extLst xmlns:a="http://schemas.openxmlformats.org/drawingml/2006/main">
              <a:ext uri="{FF2B5EF4-FFF2-40B4-BE49-F238E27FC236}">
                <a16:creationId xmlns:a16="http://schemas.microsoft.com/office/drawing/2014/main" id="{4B9681A4-CA07-47E0-9D42-941B79E6A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42610" y="4858703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9FB"/>
          </a:solidFill>
          <a:ln xmlns:a="http://schemas.openxmlformats.org/drawingml/2006/main" w="0">
            <a:noFill/>
          </a:ln>
        </p:spPr>
      </p:sp>
      <p:sp>
        <p:nvSpPr>
          <p:cNvPr id="566" name="">
            <a:extLst xmlns:a="http://schemas.openxmlformats.org/drawingml/2006/main">
              <a:ext uri="{FF2B5EF4-FFF2-40B4-BE49-F238E27FC236}">
                <a16:creationId xmlns:a16="http://schemas.microsoft.com/office/drawing/2014/main" id="{F5627987-5465-4A72-838F-FA69A8187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5495" y="4858703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9FB"/>
          </a:solidFill>
          <a:ln xmlns:a="http://schemas.openxmlformats.org/drawingml/2006/main" w="0">
            <a:noFill/>
          </a:ln>
        </p:spPr>
      </p:sp>
      <p:sp>
        <p:nvSpPr>
          <p:cNvPr id="567" name="">
            <a:extLst xmlns:a="http://schemas.openxmlformats.org/drawingml/2006/main">
              <a:ext uri="{FF2B5EF4-FFF2-40B4-BE49-F238E27FC236}">
                <a16:creationId xmlns:a16="http://schemas.microsoft.com/office/drawing/2014/main" id="{9CB52465-62B4-4CAD-B33E-B4863B26F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8380" y="4858703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9FB"/>
          </a:solidFill>
          <a:ln xmlns:a="http://schemas.openxmlformats.org/drawingml/2006/main" w="0">
            <a:noFill/>
          </a:ln>
        </p:spPr>
      </p:sp>
      <p:sp>
        <p:nvSpPr>
          <p:cNvPr id="568" name="">
            <a:extLst xmlns:a="http://schemas.openxmlformats.org/drawingml/2006/main">
              <a:ext uri="{FF2B5EF4-FFF2-40B4-BE49-F238E27FC236}">
                <a16:creationId xmlns:a16="http://schemas.microsoft.com/office/drawing/2014/main" id="{D3FDA461-C4F9-4156-AAC2-77B1B4CC2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1265" y="4858703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9FB"/>
          </a:solidFill>
          <a:ln xmlns:a="http://schemas.openxmlformats.org/drawingml/2006/main" w="0">
            <a:noFill/>
          </a:ln>
        </p:spPr>
      </p:sp>
      <p:sp>
        <p:nvSpPr>
          <p:cNvPr id="569" name="">
            <a:extLst xmlns:a="http://schemas.openxmlformats.org/drawingml/2006/main">
              <a:ext uri="{FF2B5EF4-FFF2-40B4-BE49-F238E27FC236}">
                <a16:creationId xmlns:a16="http://schemas.microsoft.com/office/drawing/2014/main" id="{02059C1C-673B-4383-A949-B0059A0AB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4858703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9FB"/>
          </a:solidFill>
          <a:ln xmlns:a="http://schemas.openxmlformats.org/drawingml/2006/main" w="0">
            <a:noFill/>
          </a:ln>
        </p:spPr>
      </p:sp>
      <p:sp>
        <p:nvSpPr>
          <p:cNvPr id="570" name="">
            <a:extLst xmlns:a="http://schemas.openxmlformats.org/drawingml/2006/main">
              <a:ext uri="{FF2B5EF4-FFF2-40B4-BE49-F238E27FC236}">
                <a16:creationId xmlns:a16="http://schemas.microsoft.com/office/drawing/2014/main" id="{D66342FD-0613-4B39-B820-CDD226D82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57035" y="4858703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9FB"/>
          </a:solidFill>
          <a:ln xmlns:a="http://schemas.openxmlformats.org/drawingml/2006/main" w="0">
            <a:noFill/>
          </a:ln>
        </p:spPr>
      </p:sp>
      <p:sp>
        <p:nvSpPr>
          <p:cNvPr id="571" name="">
            <a:extLst xmlns:a="http://schemas.openxmlformats.org/drawingml/2006/main">
              <a:ext uri="{FF2B5EF4-FFF2-40B4-BE49-F238E27FC236}">
                <a16:creationId xmlns:a16="http://schemas.microsoft.com/office/drawing/2014/main" id="{F2BCE3CA-3C6D-4D15-9BF2-FFC11FB2A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9920" y="4858703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9FB"/>
          </a:solidFill>
          <a:ln xmlns:a="http://schemas.openxmlformats.org/drawingml/2006/main" w="0">
            <a:noFill/>
          </a:ln>
        </p:spPr>
      </p:sp>
      <p:sp>
        <p:nvSpPr>
          <p:cNvPr id="572" name="">
            <a:extLst xmlns:a="http://schemas.openxmlformats.org/drawingml/2006/main">
              <a:ext uri="{FF2B5EF4-FFF2-40B4-BE49-F238E27FC236}">
                <a16:creationId xmlns:a16="http://schemas.microsoft.com/office/drawing/2014/main" id="{FC237B77-7004-4C49-8F9F-B57E96CF3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2805" y="4858703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8FB"/>
          </a:solidFill>
          <a:ln xmlns:a="http://schemas.openxmlformats.org/drawingml/2006/main" w="0">
            <a:noFill/>
          </a:ln>
        </p:spPr>
      </p:sp>
      <p:sp>
        <p:nvSpPr>
          <p:cNvPr id="573" name="">
            <a:extLst xmlns:a="http://schemas.openxmlformats.org/drawingml/2006/main">
              <a:ext uri="{FF2B5EF4-FFF2-40B4-BE49-F238E27FC236}">
                <a16:creationId xmlns:a16="http://schemas.microsoft.com/office/drawing/2014/main" id="{A0D042BB-627E-4ED3-A93E-293BECB66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5690" y="4858703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8FB"/>
          </a:solidFill>
          <a:ln xmlns:a="http://schemas.openxmlformats.org/drawingml/2006/main" w="0">
            <a:noFill/>
          </a:ln>
        </p:spPr>
      </p:sp>
      <p:sp>
        <p:nvSpPr>
          <p:cNvPr id="574" name="">
            <a:extLst xmlns:a="http://schemas.openxmlformats.org/drawingml/2006/main">
              <a:ext uri="{FF2B5EF4-FFF2-40B4-BE49-F238E27FC236}">
                <a16:creationId xmlns:a16="http://schemas.microsoft.com/office/drawing/2014/main" id="{318C8898-2D75-4282-ADE2-6D7608255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48575" y="4858703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8FB"/>
          </a:solidFill>
          <a:ln xmlns:a="http://schemas.openxmlformats.org/drawingml/2006/main" w="0">
            <a:noFill/>
          </a:ln>
        </p:spPr>
      </p:sp>
      <p:sp>
        <p:nvSpPr>
          <p:cNvPr id="575" name="">
            <a:extLst xmlns:a="http://schemas.openxmlformats.org/drawingml/2006/main">
              <a:ext uri="{FF2B5EF4-FFF2-40B4-BE49-F238E27FC236}">
                <a16:creationId xmlns:a16="http://schemas.microsoft.com/office/drawing/2014/main" id="{7AB0E4BC-4ED0-4140-B7D2-84FD9FEE4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1460" y="4858703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8FB"/>
          </a:solidFill>
          <a:ln xmlns:a="http://schemas.openxmlformats.org/drawingml/2006/main" w="0">
            <a:noFill/>
          </a:ln>
        </p:spPr>
      </p:sp>
      <p:sp>
        <p:nvSpPr>
          <p:cNvPr id="576" name="">
            <a:extLst xmlns:a="http://schemas.openxmlformats.org/drawingml/2006/main">
              <a:ext uri="{FF2B5EF4-FFF2-40B4-BE49-F238E27FC236}">
                <a16:creationId xmlns:a16="http://schemas.microsoft.com/office/drawing/2014/main" id="{655F16DE-90B2-47F4-8E4B-22ADB0E92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4345" y="4858703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8FB"/>
          </a:solidFill>
          <a:ln xmlns:a="http://schemas.openxmlformats.org/drawingml/2006/main" w="0">
            <a:noFill/>
          </a:ln>
        </p:spPr>
      </p:sp>
      <p:sp>
        <p:nvSpPr>
          <p:cNvPr id="577" name="">
            <a:extLst xmlns:a="http://schemas.openxmlformats.org/drawingml/2006/main">
              <a:ext uri="{FF2B5EF4-FFF2-40B4-BE49-F238E27FC236}">
                <a16:creationId xmlns:a16="http://schemas.microsoft.com/office/drawing/2014/main" id="{DB87FD1C-AB8D-431A-A552-C1D7BE374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7230" y="4858703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8FB"/>
          </a:solidFill>
          <a:ln xmlns:a="http://schemas.openxmlformats.org/drawingml/2006/main" w="0">
            <a:noFill/>
          </a:ln>
        </p:spPr>
      </p:sp>
      <p:sp>
        <p:nvSpPr>
          <p:cNvPr id="578" name="">
            <a:extLst xmlns:a="http://schemas.openxmlformats.org/drawingml/2006/main">
              <a:ext uri="{FF2B5EF4-FFF2-40B4-BE49-F238E27FC236}">
                <a16:creationId xmlns:a16="http://schemas.microsoft.com/office/drawing/2014/main" id="{A62DF5B8-7325-4064-827B-47D1D6ADC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0115" y="4858703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8FA"/>
          </a:solidFill>
          <a:ln xmlns:a="http://schemas.openxmlformats.org/drawingml/2006/main" w="0">
            <a:noFill/>
          </a:ln>
        </p:spPr>
      </p:sp>
      <p:sp>
        <p:nvSpPr>
          <p:cNvPr id="579" name="">
            <a:extLst xmlns:a="http://schemas.openxmlformats.org/drawingml/2006/main">
              <a:ext uri="{FF2B5EF4-FFF2-40B4-BE49-F238E27FC236}">
                <a16:creationId xmlns:a16="http://schemas.microsoft.com/office/drawing/2014/main" id="{74D26B34-40D1-457C-BD4C-7E663A1D5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4858703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8FA"/>
          </a:solidFill>
          <a:ln xmlns:a="http://schemas.openxmlformats.org/drawingml/2006/main" w="0">
            <a:noFill/>
          </a:ln>
        </p:spPr>
      </p:sp>
      <p:sp>
        <p:nvSpPr>
          <p:cNvPr id="580" name="">
            <a:extLst xmlns:a="http://schemas.openxmlformats.org/drawingml/2006/main">
              <a:ext uri="{FF2B5EF4-FFF2-40B4-BE49-F238E27FC236}">
                <a16:creationId xmlns:a16="http://schemas.microsoft.com/office/drawing/2014/main" id="{EF91CEC9-2D73-4051-914E-A13501CDF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23485"/>
            <a:ext cx="1333500" cy="1647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13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rPr>
              <a:t>G19</a:t>
            </a:r>
          </a:p>
        </p:txBody>
      </p:sp>
      <p:sp>
        <p:nvSpPr>
          <p:cNvPr id="581" name="">
            <a:extLst xmlns:a="http://schemas.openxmlformats.org/drawingml/2006/main">
              <a:ext uri="{FF2B5EF4-FFF2-40B4-BE49-F238E27FC236}">
                <a16:creationId xmlns:a16="http://schemas.microsoft.com/office/drawing/2014/main" id="{47B7D438-6272-41DB-BEE2-FD43DCCAE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5023485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BFD"/>
          </a:solidFill>
          <a:ln xmlns:a="http://schemas.openxmlformats.org/drawingml/2006/main" w="0">
            <a:noFill/>
          </a:ln>
        </p:spPr>
      </p:sp>
      <p:sp>
        <p:nvSpPr>
          <p:cNvPr id="582" name="">
            <a:extLst xmlns:a="http://schemas.openxmlformats.org/drawingml/2006/main">
              <a:ext uri="{FF2B5EF4-FFF2-40B4-BE49-F238E27FC236}">
                <a16:creationId xmlns:a16="http://schemas.microsoft.com/office/drawing/2014/main" id="{28B76609-756A-4960-9877-E9E97BD0C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99335" y="5023485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BFD"/>
          </a:solidFill>
          <a:ln xmlns:a="http://schemas.openxmlformats.org/drawingml/2006/main" w="0">
            <a:noFill/>
          </a:ln>
        </p:spPr>
      </p:sp>
      <p:sp>
        <p:nvSpPr>
          <p:cNvPr id="583" name="">
            <a:extLst xmlns:a="http://schemas.openxmlformats.org/drawingml/2006/main">
              <a:ext uri="{FF2B5EF4-FFF2-40B4-BE49-F238E27FC236}">
                <a16:creationId xmlns:a16="http://schemas.microsoft.com/office/drawing/2014/main" id="{85041E18-C757-4EF3-BE24-102122B76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2220" y="5023485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D"/>
          </a:solidFill>
          <a:ln xmlns:a="http://schemas.openxmlformats.org/drawingml/2006/main" w="0">
            <a:noFill/>
          </a:ln>
        </p:spPr>
      </p:sp>
      <p:sp>
        <p:nvSpPr>
          <p:cNvPr id="584" name="">
            <a:extLst xmlns:a="http://schemas.openxmlformats.org/drawingml/2006/main">
              <a:ext uri="{FF2B5EF4-FFF2-40B4-BE49-F238E27FC236}">
                <a16:creationId xmlns:a16="http://schemas.microsoft.com/office/drawing/2014/main" id="{6CF8623D-DA70-4DD9-A911-BA62E155C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5105" y="5023485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D"/>
          </a:solidFill>
          <a:ln xmlns:a="http://schemas.openxmlformats.org/drawingml/2006/main" w="0">
            <a:noFill/>
          </a:ln>
        </p:spPr>
      </p:sp>
      <p:sp>
        <p:nvSpPr>
          <p:cNvPr id="585" name="">
            <a:extLst xmlns:a="http://schemas.openxmlformats.org/drawingml/2006/main">
              <a:ext uri="{FF2B5EF4-FFF2-40B4-BE49-F238E27FC236}">
                <a16:creationId xmlns:a16="http://schemas.microsoft.com/office/drawing/2014/main" id="{8B301A5F-81C1-4D49-9C36-93317C371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67990" y="5023485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D"/>
          </a:solidFill>
          <a:ln xmlns:a="http://schemas.openxmlformats.org/drawingml/2006/main" w="0">
            <a:noFill/>
          </a:ln>
        </p:spPr>
      </p:sp>
      <p:sp>
        <p:nvSpPr>
          <p:cNvPr id="586" name="">
            <a:extLst xmlns:a="http://schemas.openxmlformats.org/drawingml/2006/main">
              <a:ext uri="{FF2B5EF4-FFF2-40B4-BE49-F238E27FC236}">
                <a16:creationId xmlns:a16="http://schemas.microsoft.com/office/drawing/2014/main" id="{5B48FDCA-40B3-4871-AE4A-FB5E843D5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5023485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C"/>
          </a:solidFill>
          <a:ln xmlns:a="http://schemas.openxmlformats.org/drawingml/2006/main" w="0">
            <a:noFill/>
          </a:ln>
        </p:spPr>
      </p:sp>
      <p:sp>
        <p:nvSpPr>
          <p:cNvPr id="587" name="">
            <a:extLst xmlns:a="http://schemas.openxmlformats.org/drawingml/2006/main">
              <a:ext uri="{FF2B5EF4-FFF2-40B4-BE49-F238E27FC236}">
                <a16:creationId xmlns:a16="http://schemas.microsoft.com/office/drawing/2014/main" id="{C3579757-9A97-4524-8F66-EBE4D19AF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3760" y="5023485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C"/>
          </a:solidFill>
          <a:ln xmlns:a="http://schemas.openxmlformats.org/drawingml/2006/main" w="0">
            <a:noFill/>
          </a:ln>
        </p:spPr>
      </p:sp>
      <p:sp>
        <p:nvSpPr>
          <p:cNvPr id="588" name="">
            <a:extLst xmlns:a="http://schemas.openxmlformats.org/drawingml/2006/main">
              <a:ext uri="{FF2B5EF4-FFF2-40B4-BE49-F238E27FC236}">
                <a16:creationId xmlns:a16="http://schemas.microsoft.com/office/drawing/2014/main" id="{2596E3D3-AD32-444A-924A-0820E7226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6645" y="5023485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AFC"/>
          </a:solidFill>
          <a:ln xmlns:a="http://schemas.openxmlformats.org/drawingml/2006/main" w="0">
            <a:noFill/>
          </a:ln>
        </p:spPr>
      </p:sp>
      <p:sp>
        <p:nvSpPr>
          <p:cNvPr id="589" name="">
            <a:extLst xmlns:a="http://schemas.openxmlformats.org/drawingml/2006/main">
              <a:ext uri="{FF2B5EF4-FFF2-40B4-BE49-F238E27FC236}">
                <a16:creationId xmlns:a16="http://schemas.microsoft.com/office/drawing/2014/main" id="{179DCE0E-4DD3-4412-B883-36DE9AC6D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9530" y="5023485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AFC"/>
          </a:solidFill>
          <a:ln xmlns:a="http://schemas.openxmlformats.org/drawingml/2006/main" w="0">
            <a:noFill/>
          </a:ln>
        </p:spPr>
      </p:sp>
      <p:sp>
        <p:nvSpPr>
          <p:cNvPr id="590" name="">
            <a:extLst xmlns:a="http://schemas.openxmlformats.org/drawingml/2006/main">
              <a:ext uri="{FF2B5EF4-FFF2-40B4-BE49-F238E27FC236}">
                <a16:creationId xmlns:a16="http://schemas.microsoft.com/office/drawing/2014/main" id="{6F233AC3-C792-419D-9684-A3583FE62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82415" y="5023485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AFC"/>
          </a:solidFill>
          <a:ln xmlns:a="http://schemas.openxmlformats.org/drawingml/2006/main" w="0">
            <a:noFill/>
          </a:ln>
        </p:spPr>
      </p:sp>
      <p:sp>
        <p:nvSpPr>
          <p:cNvPr id="591" name="">
            <a:extLst xmlns:a="http://schemas.openxmlformats.org/drawingml/2006/main">
              <a:ext uri="{FF2B5EF4-FFF2-40B4-BE49-F238E27FC236}">
                <a16:creationId xmlns:a16="http://schemas.microsoft.com/office/drawing/2014/main" id="{873938A1-12CB-4D2B-B717-751F38800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5023485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9FC"/>
          </a:solidFill>
          <a:ln xmlns:a="http://schemas.openxmlformats.org/drawingml/2006/main" w="0">
            <a:noFill/>
          </a:ln>
        </p:spPr>
      </p:sp>
      <p:sp>
        <p:nvSpPr>
          <p:cNvPr id="592" name="">
            <a:extLst xmlns:a="http://schemas.openxmlformats.org/drawingml/2006/main">
              <a:ext uri="{FF2B5EF4-FFF2-40B4-BE49-F238E27FC236}">
                <a16:creationId xmlns:a16="http://schemas.microsoft.com/office/drawing/2014/main" id="{3D53D4A4-CE08-4390-A1AC-5FD7F1078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8185" y="5023485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9FC"/>
          </a:solidFill>
          <a:ln xmlns:a="http://schemas.openxmlformats.org/drawingml/2006/main" w="0">
            <a:noFill/>
          </a:ln>
        </p:spPr>
      </p:sp>
      <p:sp>
        <p:nvSpPr>
          <p:cNvPr id="593" name="">
            <a:extLst xmlns:a="http://schemas.openxmlformats.org/drawingml/2006/main">
              <a:ext uri="{FF2B5EF4-FFF2-40B4-BE49-F238E27FC236}">
                <a16:creationId xmlns:a16="http://schemas.microsoft.com/office/drawing/2014/main" id="{E653D520-6DF6-4CD1-9A56-4F1BB0915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1070" y="5023485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9FC"/>
          </a:solidFill>
          <a:ln xmlns:a="http://schemas.openxmlformats.org/drawingml/2006/main" w="0">
            <a:noFill/>
          </a:ln>
        </p:spPr>
      </p:sp>
      <p:sp>
        <p:nvSpPr>
          <p:cNvPr id="594" name="">
            <a:extLst xmlns:a="http://schemas.openxmlformats.org/drawingml/2006/main">
              <a:ext uri="{FF2B5EF4-FFF2-40B4-BE49-F238E27FC236}">
                <a16:creationId xmlns:a16="http://schemas.microsoft.com/office/drawing/2014/main" id="{9651BE34-A9E8-4D1F-BAD6-73005B61C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3955" y="5023485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9FB"/>
          </a:solidFill>
          <a:ln xmlns:a="http://schemas.openxmlformats.org/drawingml/2006/main" w="0">
            <a:noFill/>
          </a:ln>
        </p:spPr>
      </p:sp>
      <p:sp>
        <p:nvSpPr>
          <p:cNvPr id="595" name="">
            <a:extLst xmlns:a="http://schemas.openxmlformats.org/drawingml/2006/main">
              <a:ext uri="{FF2B5EF4-FFF2-40B4-BE49-F238E27FC236}">
                <a16:creationId xmlns:a16="http://schemas.microsoft.com/office/drawing/2014/main" id="{6E59FEAE-1BE1-4E2E-A5EC-DBDD2B2FB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6840" y="5023485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9FB"/>
          </a:solidFill>
          <a:ln xmlns:a="http://schemas.openxmlformats.org/drawingml/2006/main" w="0">
            <a:noFill/>
          </a:ln>
        </p:spPr>
      </p:sp>
      <p:sp>
        <p:nvSpPr>
          <p:cNvPr id="596" name="">
            <a:extLst xmlns:a="http://schemas.openxmlformats.org/drawingml/2006/main">
              <a:ext uri="{FF2B5EF4-FFF2-40B4-BE49-F238E27FC236}">
                <a16:creationId xmlns:a16="http://schemas.microsoft.com/office/drawing/2014/main" id="{F84B86D7-768F-4C24-9DED-F06D5F027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9725" y="5023485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9FB"/>
          </a:solidFill>
          <a:ln xmlns:a="http://schemas.openxmlformats.org/drawingml/2006/main" w="0">
            <a:noFill/>
          </a:ln>
        </p:spPr>
      </p:sp>
      <p:sp>
        <p:nvSpPr>
          <p:cNvPr id="597" name="">
            <a:extLst xmlns:a="http://schemas.openxmlformats.org/drawingml/2006/main">
              <a:ext uri="{FF2B5EF4-FFF2-40B4-BE49-F238E27FC236}">
                <a16:creationId xmlns:a16="http://schemas.microsoft.com/office/drawing/2014/main" id="{46B50C04-76BC-490E-946F-7C7304ECC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42610" y="5023485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9FB"/>
          </a:solidFill>
          <a:ln xmlns:a="http://schemas.openxmlformats.org/drawingml/2006/main" w="0">
            <a:noFill/>
          </a:ln>
        </p:spPr>
      </p:sp>
      <p:sp>
        <p:nvSpPr>
          <p:cNvPr id="598" name="">
            <a:extLst xmlns:a="http://schemas.openxmlformats.org/drawingml/2006/main">
              <a:ext uri="{FF2B5EF4-FFF2-40B4-BE49-F238E27FC236}">
                <a16:creationId xmlns:a16="http://schemas.microsoft.com/office/drawing/2014/main" id="{C439EBE5-9502-48B1-AFF9-28117E133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5495" y="5023485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9FB"/>
          </a:solidFill>
          <a:ln xmlns:a="http://schemas.openxmlformats.org/drawingml/2006/main" w="0">
            <a:noFill/>
          </a:ln>
        </p:spPr>
      </p:sp>
      <p:sp>
        <p:nvSpPr>
          <p:cNvPr id="599" name="">
            <a:extLst xmlns:a="http://schemas.openxmlformats.org/drawingml/2006/main">
              <a:ext uri="{FF2B5EF4-FFF2-40B4-BE49-F238E27FC236}">
                <a16:creationId xmlns:a16="http://schemas.microsoft.com/office/drawing/2014/main" id="{01A44143-5284-4D16-877B-FC9BEE21D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8380" y="5023485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9FB"/>
          </a:solidFill>
          <a:ln xmlns:a="http://schemas.openxmlformats.org/drawingml/2006/main" w="0">
            <a:noFill/>
          </a:ln>
        </p:spPr>
      </p:sp>
      <p:sp>
        <p:nvSpPr>
          <p:cNvPr id="600" name="">
            <a:extLst xmlns:a="http://schemas.openxmlformats.org/drawingml/2006/main">
              <a:ext uri="{FF2B5EF4-FFF2-40B4-BE49-F238E27FC236}">
                <a16:creationId xmlns:a16="http://schemas.microsoft.com/office/drawing/2014/main" id="{F86086A4-4402-4AF2-A8E7-141740CC0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1265" y="5023485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9FB"/>
          </a:solidFill>
          <a:ln xmlns:a="http://schemas.openxmlformats.org/drawingml/2006/main" w="0">
            <a:noFill/>
          </a:ln>
        </p:spPr>
      </p:sp>
      <p:sp>
        <p:nvSpPr>
          <p:cNvPr id="601" name="">
            <a:extLst xmlns:a="http://schemas.openxmlformats.org/drawingml/2006/main">
              <a:ext uri="{FF2B5EF4-FFF2-40B4-BE49-F238E27FC236}">
                <a16:creationId xmlns:a16="http://schemas.microsoft.com/office/drawing/2014/main" id="{697C58D1-CD34-46A5-B342-F041D2851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5023485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9FB"/>
          </a:solidFill>
          <a:ln xmlns:a="http://schemas.openxmlformats.org/drawingml/2006/main" w="0">
            <a:noFill/>
          </a:ln>
        </p:spPr>
      </p:sp>
      <p:sp>
        <p:nvSpPr>
          <p:cNvPr id="602" name="">
            <a:extLst xmlns:a="http://schemas.openxmlformats.org/drawingml/2006/main">
              <a:ext uri="{FF2B5EF4-FFF2-40B4-BE49-F238E27FC236}">
                <a16:creationId xmlns:a16="http://schemas.microsoft.com/office/drawing/2014/main" id="{AA3C1F3D-0D7C-44D7-8094-53CF0728F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57035" y="5023485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8FB"/>
          </a:solidFill>
          <a:ln xmlns:a="http://schemas.openxmlformats.org/drawingml/2006/main" w="0">
            <a:noFill/>
          </a:ln>
        </p:spPr>
      </p:sp>
      <p:sp>
        <p:nvSpPr>
          <p:cNvPr id="603" name="">
            <a:extLst xmlns:a="http://schemas.openxmlformats.org/drawingml/2006/main">
              <a:ext uri="{FF2B5EF4-FFF2-40B4-BE49-F238E27FC236}">
                <a16:creationId xmlns:a16="http://schemas.microsoft.com/office/drawing/2014/main" id="{E73EAD96-37AF-4ABF-B66B-814958146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9920" y="5023485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8FB"/>
          </a:solidFill>
          <a:ln xmlns:a="http://schemas.openxmlformats.org/drawingml/2006/main" w="0">
            <a:noFill/>
          </a:ln>
        </p:spPr>
      </p:sp>
      <p:sp>
        <p:nvSpPr>
          <p:cNvPr id="604" name="">
            <a:extLst xmlns:a="http://schemas.openxmlformats.org/drawingml/2006/main">
              <a:ext uri="{FF2B5EF4-FFF2-40B4-BE49-F238E27FC236}">
                <a16:creationId xmlns:a16="http://schemas.microsoft.com/office/drawing/2014/main" id="{C5C9A507-2E66-46F0-8749-DED2D8CFC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2805" y="5023485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8FB"/>
          </a:solidFill>
          <a:ln xmlns:a="http://schemas.openxmlformats.org/drawingml/2006/main" w="0">
            <a:noFill/>
          </a:ln>
        </p:spPr>
      </p:sp>
      <p:sp>
        <p:nvSpPr>
          <p:cNvPr id="605" name="">
            <a:extLst xmlns:a="http://schemas.openxmlformats.org/drawingml/2006/main">
              <a:ext uri="{FF2B5EF4-FFF2-40B4-BE49-F238E27FC236}">
                <a16:creationId xmlns:a16="http://schemas.microsoft.com/office/drawing/2014/main" id="{2FBBF881-CE25-4D8B-A57D-FA1E63D2D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5690" y="5023485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8FB"/>
          </a:solidFill>
          <a:ln xmlns:a="http://schemas.openxmlformats.org/drawingml/2006/main" w="0">
            <a:noFill/>
          </a:ln>
        </p:spPr>
      </p:sp>
      <p:sp>
        <p:nvSpPr>
          <p:cNvPr id="606" name="">
            <a:extLst xmlns:a="http://schemas.openxmlformats.org/drawingml/2006/main">
              <a:ext uri="{FF2B5EF4-FFF2-40B4-BE49-F238E27FC236}">
                <a16:creationId xmlns:a16="http://schemas.microsoft.com/office/drawing/2014/main" id="{83624B9C-B848-4150-B94D-C72ACBB18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48575" y="5023485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8FB"/>
          </a:solidFill>
          <a:ln xmlns:a="http://schemas.openxmlformats.org/drawingml/2006/main" w="0">
            <a:noFill/>
          </a:ln>
        </p:spPr>
      </p:sp>
      <p:sp>
        <p:nvSpPr>
          <p:cNvPr id="607" name="">
            <a:extLst xmlns:a="http://schemas.openxmlformats.org/drawingml/2006/main">
              <a:ext uri="{FF2B5EF4-FFF2-40B4-BE49-F238E27FC236}">
                <a16:creationId xmlns:a16="http://schemas.microsoft.com/office/drawing/2014/main" id="{5C45CF12-1EFE-4EAA-958E-DAE112432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1460" y="5023485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8FB"/>
          </a:solidFill>
          <a:ln xmlns:a="http://schemas.openxmlformats.org/drawingml/2006/main" w="0">
            <a:noFill/>
          </a:ln>
        </p:spPr>
      </p:sp>
      <p:sp>
        <p:nvSpPr>
          <p:cNvPr id="608" name="">
            <a:extLst xmlns:a="http://schemas.openxmlformats.org/drawingml/2006/main">
              <a:ext uri="{FF2B5EF4-FFF2-40B4-BE49-F238E27FC236}">
                <a16:creationId xmlns:a16="http://schemas.microsoft.com/office/drawing/2014/main" id="{B9C44DC7-944E-495D-8E2A-FB8D062DC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4345" y="5023485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8FB"/>
          </a:solidFill>
          <a:ln xmlns:a="http://schemas.openxmlformats.org/drawingml/2006/main" w="0">
            <a:noFill/>
          </a:ln>
        </p:spPr>
      </p:sp>
      <p:sp>
        <p:nvSpPr>
          <p:cNvPr id="609" name="">
            <a:extLst xmlns:a="http://schemas.openxmlformats.org/drawingml/2006/main">
              <a:ext uri="{FF2B5EF4-FFF2-40B4-BE49-F238E27FC236}">
                <a16:creationId xmlns:a16="http://schemas.microsoft.com/office/drawing/2014/main" id="{C1250F48-1E60-4E63-9068-56DF41939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7230" y="5023485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8FA"/>
          </a:solidFill>
          <a:ln xmlns:a="http://schemas.openxmlformats.org/drawingml/2006/main" w="0">
            <a:noFill/>
          </a:ln>
        </p:spPr>
      </p:sp>
      <p:sp>
        <p:nvSpPr>
          <p:cNvPr id="610" name="">
            <a:extLst xmlns:a="http://schemas.openxmlformats.org/drawingml/2006/main">
              <a:ext uri="{FF2B5EF4-FFF2-40B4-BE49-F238E27FC236}">
                <a16:creationId xmlns:a16="http://schemas.microsoft.com/office/drawing/2014/main" id="{CD758A77-FCB4-4541-A3BA-5398C2D62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0115" y="5023485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</a:ln>
        </p:spPr>
      </p:sp>
      <p:sp>
        <p:nvSpPr>
          <p:cNvPr id="611" name="">
            <a:extLst xmlns:a="http://schemas.openxmlformats.org/drawingml/2006/main">
              <a:ext uri="{FF2B5EF4-FFF2-40B4-BE49-F238E27FC236}">
                <a16:creationId xmlns:a16="http://schemas.microsoft.com/office/drawing/2014/main" id="{03192958-E83B-43FD-834C-BCD44180F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5023485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</a:ln>
        </p:spPr>
      </p:sp>
      <p:sp>
        <p:nvSpPr>
          <p:cNvPr id="612" name="">
            <a:extLst xmlns:a="http://schemas.openxmlformats.org/drawingml/2006/main">
              <a:ext uri="{FF2B5EF4-FFF2-40B4-BE49-F238E27FC236}">
                <a16:creationId xmlns:a16="http://schemas.microsoft.com/office/drawing/2014/main" id="{BB0E5F43-EEAD-479C-9A83-F9FEE2FAA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88268"/>
            <a:ext cx="1333500" cy="1647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13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rPr>
              <a:t>G20</a:t>
            </a:r>
          </a:p>
        </p:txBody>
      </p:sp>
      <p:sp>
        <p:nvSpPr>
          <p:cNvPr id="613" name="">
            <a:extLst xmlns:a="http://schemas.openxmlformats.org/drawingml/2006/main">
              <a:ext uri="{FF2B5EF4-FFF2-40B4-BE49-F238E27FC236}">
                <a16:creationId xmlns:a16="http://schemas.microsoft.com/office/drawing/2014/main" id="{FE2241D1-3204-4B62-AE45-774A16DD6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5188268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BFD"/>
          </a:solidFill>
          <a:ln xmlns:a="http://schemas.openxmlformats.org/drawingml/2006/main" w="0">
            <a:noFill/>
          </a:ln>
        </p:spPr>
      </p:sp>
      <p:sp>
        <p:nvSpPr>
          <p:cNvPr id="614" name="">
            <a:extLst xmlns:a="http://schemas.openxmlformats.org/drawingml/2006/main">
              <a:ext uri="{FF2B5EF4-FFF2-40B4-BE49-F238E27FC236}">
                <a16:creationId xmlns:a16="http://schemas.microsoft.com/office/drawing/2014/main" id="{AF85723D-5650-40CF-9A03-54ADCAE47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99335" y="5188268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BFD"/>
          </a:solidFill>
          <a:ln xmlns:a="http://schemas.openxmlformats.org/drawingml/2006/main" w="0">
            <a:noFill/>
          </a:ln>
        </p:spPr>
      </p:sp>
      <p:sp>
        <p:nvSpPr>
          <p:cNvPr id="615" name="">
            <a:extLst xmlns:a="http://schemas.openxmlformats.org/drawingml/2006/main">
              <a:ext uri="{FF2B5EF4-FFF2-40B4-BE49-F238E27FC236}">
                <a16:creationId xmlns:a16="http://schemas.microsoft.com/office/drawing/2014/main" id="{77A9C92A-9030-46CD-821E-01E4BDED0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2220" y="5188268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BFD"/>
          </a:solidFill>
          <a:ln xmlns:a="http://schemas.openxmlformats.org/drawingml/2006/main" w="0">
            <a:noFill/>
          </a:ln>
        </p:spPr>
      </p:sp>
      <p:sp>
        <p:nvSpPr>
          <p:cNvPr id="616" name="">
            <a:extLst xmlns:a="http://schemas.openxmlformats.org/drawingml/2006/main">
              <a:ext uri="{FF2B5EF4-FFF2-40B4-BE49-F238E27FC236}">
                <a16:creationId xmlns:a16="http://schemas.microsoft.com/office/drawing/2014/main" id="{5982D8CA-2D1A-43AF-824F-63142B942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5105" y="5188268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D"/>
          </a:solidFill>
          <a:ln xmlns:a="http://schemas.openxmlformats.org/drawingml/2006/main" w="0">
            <a:noFill/>
          </a:ln>
        </p:spPr>
      </p:sp>
      <p:sp>
        <p:nvSpPr>
          <p:cNvPr id="617" name="">
            <a:extLst xmlns:a="http://schemas.openxmlformats.org/drawingml/2006/main">
              <a:ext uri="{FF2B5EF4-FFF2-40B4-BE49-F238E27FC236}">
                <a16:creationId xmlns:a16="http://schemas.microsoft.com/office/drawing/2014/main" id="{FF94D32E-21A5-49E0-9742-262FC063B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67990" y="5188268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D"/>
          </a:solidFill>
          <a:ln xmlns:a="http://schemas.openxmlformats.org/drawingml/2006/main" w="0">
            <a:noFill/>
          </a:ln>
        </p:spPr>
      </p:sp>
      <p:sp>
        <p:nvSpPr>
          <p:cNvPr id="618" name="">
            <a:extLst xmlns:a="http://schemas.openxmlformats.org/drawingml/2006/main">
              <a:ext uri="{FF2B5EF4-FFF2-40B4-BE49-F238E27FC236}">
                <a16:creationId xmlns:a16="http://schemas.microsoft.com/office/drawing/2014/main" id="{127CA4DA-B3E8-44BF-9896-6C9F79736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5188268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C"/>
          </a:solidFill>
          <a:ln xmlns:a="http://schemas.openxmlformats.org/drawingml/2006/main" w="0">
            <a:noFill/>
          </a:ln>
        </p:spPr>
      </p:sp>
      <p:sp>
        <p:nvSpPr>
          <p:cNvPr id="619" name="">
            <a:extLst xmlns:a="http://schemas.openxmlformats.org/drawingml/2006/main">
              <a:ext uri="{FF2B5EF4-FFF2-40B4-BE49-F238E27FC236}">
                <a16:creationId xmlns:a16="http://schemas.microsoft.com/office/drawing/2014/main" id="{0EEC8D1E-CE62-432B-AE3A-FC5A8B86D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3760" y="5188268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C"/>
          </a:solidFill>
          <a:ln xmlns:a="http://schemas.openxmlformats.org/drawingml/2006/main" w="0">
            <a:noFill/>
          </a:ln>
        </p:spPr>
      </p:sp>
      <p:sp>
        <p:nvSpPr>
          <p:cNvPr id="620" name="">
            <a:extLst xmlns:a="http://schemas.openxmlformats.org/drawingml/2006/main">
              <a:ext uri="{FF2B5EF4-FFF2-40B4-BE49-F238E27FC236}">
                <a16:creationId xmlns:a16="http://schemas.microsoft.com/office/drawing/2014/main" id="{CF6D789D-4C7B-4FCB-B71E-3B581A0C3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6645" y="5188268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C"/>
          </a:solidFill>
          <a:ln xmlns:a="http://schemas.openxmlformats.org/drawingml/2006/main" w="0">
            <a:noFill/>
          </a:ln>
        </p:spPr>
      </p:sp>
      <p:sp>
        <p:nvSpPr>
          <p:cNvPr id="621" name="">
            <a:extLst xmlns:a="http://schemas.openxmlformats.org/drawingml/2006/main">
              <a:ext uri="{FF2B5EF4-FFF2-40B4-BE49-F238E27FC236}">
                <a16:creationId xmlns:a16="http://schemas.microsoft.com/office/drawing/2014/main" id="{0BD29751-2347-4CC7-9C05-6B7653559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9530" y="5188268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AFC"/>
          </a:solidFill>
          <a:ln xmlns:a="http://schemas.openxmlformats.org/drawingml/2006/main" w="0">
            <a:noFill/>
          </a:ln>
        </p:spPr>
      </p:sp>
      <p:sp>
        <p:nvSpPr>
          <p:cNvPr id="622" name="">
            <a:extLst xmlns:a="http://schemas.openxmlformats.org/drawingml/2006/main">
              <a:ext uri="{FF2B5EF4-FFF2-40B4-BE49-F238E27FC236}">
                <a16:creationId xmlns:a16="http://schemas.microsoft.com/office/drawing/2014/main" id="{05223F45-36DD-4921-8241-6B7C8050A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82415" y="5188268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AFC"/>
          </a:solidFill>
          <a:ln xmlns:a="http://schemas.openxmlformats.org/drawingml/2006/main" w="0">
            <a:noFill/>
          </a:ln>
        </p:spPr>
      </p:sp>
      <p:sp>
        <p:nvSpPr>
          <p:cNvPr id="623" name="">
            <a:extLst xmlns:a="http://schemas.openxmlformats.org/drawingml/2006/main">
              <a:ext uri="{FF2B5EF4-FFF2-40B4-BE49-F238E27FC236}">
                <a16:creationId xmlns:a16="http://schemas.microsoft.com/office/drawing/2014/main" id="{A775F3F2-4E99-407A-BB8D-D6308A5DD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5188268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AFC"/>
          </a:solidFill>
          <a:ln xmlns:a="http://schemas.openxmlformats.org/drawingml/2006/main" w="0">
            <a:noFill/>
          </a:ln>
        </p:spPr>
      </p:sp>
      <p:sp>
        <p:nvSpPr>
          <p:cNvPr id="624" name="">
            <a:extLst xmlns:a="http://schemas.openxmlformats.org/drawingml/2006/main">
              <a:ext uri="{FF2B5EF4-FFF2-40B4-BE49-F238E27FC236}">
                <a16:creationId xmlns:a16="http://schemas.microsoft.com/office/drawing/2014/main" id="{EBBE3FA6-C5E3-48E3-B776-474A9801D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8185" y="5188268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AFC"/>
          </a:solidFill>
          <a:ln xmlns:a="http://schemas.openxmlformats.org/drawingml/2006/main" w="0">
            <a:noFill/>
          </a:ln>
        </p:spPr>
      </p:sp>
      <p:sp>
        <p:nvSpPr>
          <p:cNvPr id="625" name="">
            <a:extLst xmlns:a="http://schemas.openxmlformats.org/drawingml/2006/main">
              <a:ext uri="{FF2B5EF4-FFF2-40B4-BE49-F238E27FC236}">
                <a16:creationId xmlns:a16="http://schemas.microsoft.com/office/drawing/2014/main" id="{6CCA21C8-D69D-45E8-BE93-C23CC7780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1070" y="5188268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9FC"/>
          </a:solidFill>
          <a:ln xmlns:a="http://schemas.openxmlformats.org/drawingml/2006/main" w="0">
            <a:noFill/>
          </a:ln>
        </p:spPr>
      </p:sp>
      <p:sp>
        <p:nvSpPr>
          <p:cNvPr id="626" name="">
            <a:extLst xmlns:a="http://schemas.openxmlformats.org/drawingml/2006/main">
              <a:ext uri="{FF2B5EF4-FFF2-40B4-BE49-F238E27FC236}">
                <a16:creationId xmlns:a16="http://schemas.microsoft.com/office/drawing/2014/main" id="{E4F21BC3-81B4-4541-A4CA-5D2AAEB53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3955" y="5188268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9FC"/>
          </a:solidFill>
          <a:ln xmlns:a="http://schemas.openxmlformats.org/drawingml/2006/main" w="0">
            <a:noFill/>
          </a:ln>
        </p:spPr>
      </p:sp>
      <p:sp>
        <p:nvSpPr>
          <p:cNvPr id="627" name="">
            <a:extLst xmlns:a="http://schemas.openxmlformats.org/drawingml/2006/main">
              <a:ext uri="{FF2B5EF4-FFF2-40B4-BE49-F238E27FC236}">
                <a16:creationId xmlns:a16="http://schemas.microsoft.com/office/drawing/2014/main" id="{69C9665B-33C0-400E-8184-29C096836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6840" y="5188268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9FC"/>
          </a:solidFill>
          <a:ln xmlns:a="http://schemas.openxmlformats.org/drawingml/2006/main" w="0">
            <a:noFill/>
          </a:ln>
        </p:spPr>
      </p:sp>
      <p:sp>
        <p:nvSpPr>
          <p:cNvPr id="628" name="">
            <a:extLst xmlns:a="http://schemas.openxmlformats.org/drawingml/2006/main">
              <a:ext uri="{FF2B5EF4-FFF2-40B4-BE49-F238E27FC236}">
                <a16:creationId xmlns:a16="http://schemas.microsoft.com/office/drawing/2014/main" id="{E3D3D388-6FD1-4BB3-BD9D-5045960AF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9725" y="5188268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9FB"/>
          </a:solidFill>
          <a:ln xmlns:a="http://schemas.openxmlformats.org/drawingml/2006/main" w="0">
            <a:noFill/>
          </a:ln>
        </p:spPr>
      </p:sp>
      <p:sp>
        <p:nvSpPr>
          <p:cNvPr id="629" name="">
            <a:extLst xmlns:a="http://schemas.openxmlformats.org/drawingml/2006/main">
              <a:ext uri="{FF2B5EF4-FFF2-40B4-BE49-F238E27FC236}">
                <a16:creationId xmlns:a16="http://schemas.microsoft.com/office/drawing/2014/main" id="{11A7E22E-5059-4C14-95B3-E8CD02C06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42610" y="5188268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9FB"/>
          </a:solidFill>
          <a:ln xmlns:a="http://schemas.openxmlformats.org/drawingml/2006/main" w="0">
            <a:noFill/>
          </a:ln>
        </p:spPr>
      </p:sp>
      <p:sp>
        <p:nvSpPr>
          <p:cNvPr id="630" name="">
            <a:extLst xmlns:a="http://schemas.openxmlformats.org/drawingml/2006/main">
              <a:ext uri="{FF2B5EF4-FFF2-40B4-BE49-F238E27FC236}">
                <a16:creationId xmlns:a16="http://schemas.microsoft.com/office/drawing/2014/main" id="{B75FAC96-ECF8-41A7-8490-82FE199BD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5495" y="5188268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9FB"/>
          </a:solidFill>
          <a:ln xmlns:a="http://schemas.openxmlformats.org/drawingml/2006/main" w="0">
            <a:noFill/>
          </a:ln>
        </p:spPr>
      </p:sp>
      <p:sp>
        <p:nvSpPr>
          <p:cNvPr id="631" name="">
            <a:extLst xmlns:a="http://schemas.openxmlformats.org/drawingml/2006/main">
              <a:ext uri="{FF2B5EF4-FFF2-40B4-BE49-F238E27FC236}">
                <a16:creationId xmlns:a16="http://schemas.microsoft.com/office/drawing/2014/main" id="{B518B8C4-96CE-4B85-8F7F-97172ADC7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8380" y="5188268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9FC"/>
          </a:solidFill>
          <a:ln xmlns:a="http://schemas.openxmlformats.org/drawingml/2006/main" w="0">
            <a:noFill/>
          </a:ln>
        </p:spPr>
      </p:sp>
      <p:sp>
        <p:nvSpPr>
          <p:cNvPr id="632" name="">
            <a:extLst xmlns:a="http://schemas.openxmlformats.org/drawingml/2006/main">
              <a:ext uri="{FF2B5EF4-FFF2-40B4-BE49-F238E27FC236}">
                <a16:creationId xmlns:a16="http://schemas.microsoft.com/office/drawing/2014/main" id="{D397860D-6613-422A-9FF8-AADDF44EC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1265" y="5188268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AFC"/>
          </a:solidFill>
          <a:ln xmlns:a="http://schemas.openxmlformats.org/drawingml/2006/main" w="0">
            <a:noFill/>
          </a:ln>
        </p:spPr>
      </p:sp>
      <p:sp>
        <p:nvSpPr>
          <p:cNvPr id="633" name="">
            <a:extLst xmlns:a="http://schemas.openxmlformats.org/drawingml/2006/main">
              <a:ext uri="{FF2B5EF4-FFF2-40B4-BE49-F238E27FC236}">
                <a16:creationId xmlns:a16="http://schemas.microsoft.com/office/drawing/2014/main" id="{D39AE365-E3DD-452A-B2A6-A57269D4F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5188268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9FC"/>
          </a:solidFill>
          <a:ln xmlns:a="http://schemas.openxmlformats.org/drawingml/2006/main" w="0">
            <a:noFill/>
          </a:ln>
        </p:spPr>
      </p:sp>
      <p:sp>
        <p:nvSpPr>
          <p:cNvPr id="634" name="">
            <a:extLst xmlns:a="http://schemas.openxmlformats.org/drawingml/2006/main">
              <a:ext uri="{FF2B5EF4-FFF2-40B4-BE49-F238E27FC236}">
                <a16:creationId xmlns:a16="http://schemas.microsoft.com/office/drawing/2014/main" id="{D9BBE46F-4D44-4E24-BE0F-57FA764DD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57035" y="5188268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9FC"/>
          </a:solidFill>
          <a:ln xmlns:a="http://schemas.openxmlformats.org/drawingml/2006/main" w="0">
            <a:noFill/>
          </a:ln>
        </p:spPr>
      </p:sp>
      <p:sp>
        <p:nvSpPr>
          <p:cNvPr id="635" name="">
            <a:extLst xmlns:a="http://schemas.openxmlformats.org/drawingml/2006/main">
              <a:ext uri="{FF2B5EF4-FFF2-40B4-BE49-F238E27FC236}">
                <a16:creationId xmlns:a16="http://schemas.microsoft.com/office/drawing/2014/main" id="{AE618B09-1933-4AB6-BE20-EDC89F31B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9920" y="5188268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9FC"/>
          </a:solidFill>
          <a:ln xmlns:a="http://schemas.openxmlformats.org/drawingml/2006/main" w="0">
            <a:noFill/>
          </a:ln>
        </p:spPr>
      </p:sp>
      <p:sp>
        <p:nvSpPr>
          <p:cNvPr id="636" name="">
            <a:extLst xmlns:a="http://schemas.openxmlformats.org/drawingml/2006/main">
              <a:ext uri="{FF2B5EF4-FFF2-40B4-BE49-F238E27FC236}">
                <a16:creationId xmlns:a16="http://schemas.microsoft.com/office/drawing/2014/main" id="{3B271567-3F71-48C8-8163-E43B9507C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2805" y="5188268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9FC"/>
          </a:solidFill>
          <a:ln xmlns:a="http://schemas.openxmlformats.org/drawingml/2006/main" w="0">
            <a:noFill/>
          </a:ln>
        </p:spPr>
      </p:sp>
      <p:sp>
        <p:nvSpPr>
          <p:cNvPr id="637" name="">
            <a:extLst xmlns:a="http://schemas.openxmlformats.org/drawingml/2006/main">
              <a:ext uri="{FF2B5EF4-FFF2-40B4-BE49-F238E27FC236}">
                <a16:creationId xmlns:a16="http://schemas.microsoft.com/office/drawing/2014/main" id="{AA7806CF-C7FB-432E-B33E-1AD69ADFA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5690" y="5188268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9FB"/>
          </a:solidFill>
          <a:ln xmlns:a="http://schemas.openxmlformats.org/drawingml/2006/main" w="0">
            <a:noFill/>
          </a:ln>
        </p:spPr>
      </p:sp>
      <p:sp>
        <p:nvSpPr>
          <p:cNvPr id="638" name="">
            <a:extLst xmlns:a="http://schemas.openxmlformats.org/drawingml/2006/main">
              <a:ext uri="{FF2B5EF4-FFF2-40B4-BE49-F238E27FC236}">
                <a16:creationId xmlns:a16="http://schemas.microsoft.com/office/drawing/2014/main" id="{42F1C4D6-FD4A-447C-81B0-448D63BE4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48575" y="5188268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9FB"/>
          </a:solidFill>
          <a:ln xmlns:a="http://schemas.openxmlformats.org/drawingml/2006/main" w="0">
            <a:noFill/>
          </a:ln>
        </p:spPr>
      </p:sp>
      <p:sp>
        <p:nvSpPr>
          <p:cNvPr id="639" name="">
            <a:extLst xmlns:a="http://schemas.openxmlformats.org/drawingml/2006/main">
              <a:ext uri="{FF2B5EF4-FFF2-40B4-BE49-F238E27FC236}">
                <a16:creationId xmlns:a16="http://schemas.microsoft.com/office/drawing/2014/main" id="{BD4B92D7-8397-4399-9711-F04925F62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1460" y="5188268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9FB"/>
          </a:solidFill>
          <a:ln xmlns:a="http://schemas.openxmlformats.org/drawingml/2006/main" w="0">
            <a:noFill/>
          </a:ln>
        </p:spPr>
      </p:sp>
      <p:sp>
        <p:nvSpPr>
          <p:cNvPr id="640" name="">
            <a:extLst xmlns:a="http://schemas.openxmlformats.org/drawingml/2006/main">
              <a:ext uri="{FF2B5EF4-FFF2-40B4-BE49-F238E27FC236}">
                <a16:creationId xmlns:a16="http://schemas.microsoft.com/office/drawing/2014/main" id="{3CBE4547-5BBF-4135-8106-44C18AAA9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4345" y="5188268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9FB"/>
          </a:solidFill>
          <a:ln xmlns:a="http://schemas.openxmlformats.org/drawingml/2006/main" w="0">
            <a:noFill/>
          </a:ln>
        </p:spPr>
      </p:sp>
      <p:sp>
        <p:nvSpPr>
          <p:cNvPr id="641" name="">
            <a:extLst xmlns:a="http://schemas.openxmlformats.org/drawingml/2006/main">
              <a:ext uri="{FF2B5EF4-FFF2-40B4-BE49-F238E27FC236}">
                <a16:creationId xmlns:a16="http://schemas.microsoft.com/office/drawing/2014/main" id="{9AC22030-82C9-4BAB-A24E-D0C4740F0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7230" y="5188268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9FB"/>
          </a:solidFill>
          <a:ln xmlns:a="http://schemas.openxmlformats.org/drawingml/2006/main" w="0">
            <a:noFill/>
          </a:ln>
        </p:spPr>
      </p:sp>
      <p:sp>
        <p:nvSpPr>
          <p:cNvPr id="642" name="">
            <a:extLst xmlns:a="http://schemas.openxmlformats.org/drawingml/2006/main">
              <a:ext uri="{FF2B5EF4-FFF2-40B4-BE49-F238E27FC236}">
                <a16:creationId xmlns:a16="http://schemas.microsoft.com/office/drawing/2014/main" id="{3E0C6F4D-A2FA-49C4-B0D3-4EDA56FCF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0115" y="5188268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8FB"/>
          </a:solidFill>
          <a:ln xmlns:a="http://schemas.openxmlformats.org/drawingml/2006/main" w="0">
            <a:noFill/>
          </a:ln>
        </p:spPr>
      </p:sp>
      <p:sp>
        <p:nvSpPr>
          <p:cNvPr id="643" name="">
            <a:extLst xmlns:a="http://schemas.openxmlformats.org/drawingml/2006/main">
              <a:ext uri="{FF2B5EF4-FFF2-40B4-BE49-F238E27FC236}">
                <a16:creationId xmlns:a16="http://schemas.microsoft.com/office/drawing/2014/main" id="{CF2149D4-CDB6-4DF8-96D3-E809CFECF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5188268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8FB"/>
          </a:solidFill>
          <a:ln xmlns:a="http://schemas.openxmlformats.org/drawingml/2006/main" w="0">
            <a:noFill/>
          </a:ln>
        </p:spPr>
      </p:sp>
      <p:sp>
        <p:nvSpPr>
          <p:cNvPr id="644" name="">
            <a:extLst xmlns:a="http://schemas.openxmlformats.org/drawingml/2006/main">
              <a:ext uri="{FF2B5EF4-FFF2-40B4-BE49-F238E27FC236}">
                <a16:creationId xmlns:a16="http://schemas.microsoft.com/office/drawing/2014/main" id="{0C0179F2-FAEE-45EA-8066-6CB5D148C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8825" y="5410200"/>
            <a:ext cx="457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rPr>
              <a:t>0</a:t>
            </a:r>
          </a:p>
        </p:txBody>
      </p:sp>
      <p:sp>
        <p:nvSpPr>
          <p:cNvPr id="645" name="">
            <a:extLst xmlns:a="http://schemas.openxmlformats.org/drawingml/2006/main">
              <a:ext uri="{FF2B5EF4-FFF2-40B4-BE49-F238E27FC236}">
                <a16:creationId xmlns:a16="http://schemas.microsoft.com/office/drawing/2014/main" id="{CB702313-143E-4090-98F8-79F4A5212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5410200"/>
            <a:ext cx="457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rPr>
              <a:t>5</a:t>
            </a:r>
          </a:p>
        </p:txBody>
      </p:sp>
      <p:sp>
        <p:nvSpPr>
          <p:cNvPr id="646" name="">
            <a:extLst xmlns:a="http://schemas.openxmlformats.org/drawingml/2006/main">
              <a:ext uri="{FF2B5EF4-FFF2-40B4-BE49-F238E27FC236}">
                <a16:creationId xmlns:a16="http://schemas.microsoft.com/office/drawing/2014/main" id="{5AB65CEB-776B-41E1-86D7-54C6E988D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675" y="5410200"/>
            <a:ext cx="457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rPr>
              <a:t>10</a:t>
            </a:r>
          </a:p>
        </p:txBody>
      </p:sp>
      <p:sp>
        <p:nvSpPr>
          <p:cNvPr id="647" name="">
            <a:extLst xmlns:a="http://schemas.openxmlformats.org/drawingml/2006/main">
              <a:ext uri="{FF2B5EF4-FFF2-40B4-BE49-F238E27FC236}">
                <a16:creationId xmlns:a16="http://schemas.microsoft.com/office/drawing/2014/main" id="{F4F5D8AB-1D2E-4D2B-9C61-3F89EE2D8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5410200"/>
            <a:ext cx="457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rPr>
              <a:t>15</a:t>
            </a:r>
          </a:p>
        </p:txBody>
      </p:sp>
      <p:sp>
        <p:nvSpPr>
          <p:cNvPr id="648" name="">
            <a:extLst xmlns:a="http://schemas.openxmlformats.org/drawingml/2006/main">
              <a:ext uri="{FF2B5EF4-FFF2-40B4-BE49-F238E27FC236}">
                <a16:creationId xmlns:a16="http://schemas.microsoft.com/office/drawing/2014/main" id="{572B5C83-91B6-4A53-9943-50A692F25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6525" y="5410200"/>
            <a:ext cx="457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rPr>
              <a:t>20</a:t>
            </a:r>
          </a:p>
        </p:txBody>
      </p:sp>
      <p:sp>
        <p:nvSpPr>
          <p:cNvPr id="649" name="">
            <a:extLst xmlns:a="http://schemas.openxmlformats.org/drawingml/2006/main">
              <a:ext uri="{FF2B5EF4-FFF2-40B4-BE49-F238E27FC236}">
                <a16:creationId xmlns:a16="http://schemas.microsoft.com/office/drawing/2014/main" id="{C89D50A1-5F41-4046-B320-0BEE6BC2F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5410200"/>
            <a:ext cx="457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rPr>
              <a:t>25</a:t>
            </a:r>
          </a:p>
        </p:txBody>
      </p:sp>
      <p:sp>
        <p:nvSpPr>
          <p:cNvPr id="650" name="">
            <a:extLst xmlns:a="http://schemas.openxmlformats.org/drawingml/2006/main">
              <a:ext uri="{FF2B5EF4-FFF2-40B4-BE49-F238E27FC236}">
                <a16:creationId xmlns:a16="http://schemas.microsoft.com/office/drawing/2014/main" id="{76F4D683-0E09-4F90-92AD-C34C90188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5410200"/>
            <a:ext cx="457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rPr>
              <a:t>30</a:t>
            </a:r>
          </a:p>
        </p:txBody>
      </p:sp>
      <p:sp>
        <p:nvSpPr>
          <p:cNvPr id="651" name="">
            <a:extLst xmlns:a="http://schemas.openxmlformats.org/drawingml/2006/main">
              <a:ext uri="{FF2B5EF4-FFF2-40B4-BE49-F238E27FC236}">
                <a16:creationId xmlns:a16="http://schemas.microsoft.com/office/drawing/2014/main" id="{FA70802A-46DE-40A3-9B78-8862356D2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5667375"/>
            <a:ext cx="95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rPr>
              <a:t>世代</a:t>
            </a:r>
          </a:p>
        </p:txBody>
      </p:sp>
      <p:sp>
        <p:nvSpPr>
          <p:cNvPr id="652" name="">
            <a:extLst xmlns:a="http://schemas.openxmlformats.org/drawingml/2006/main">
              <a:ext uri="{FF2B5EF4-FFF2-40B4-BE49-F238E27FC236}">
                <a16:creationId xmlns:a16="http://schemas.microsoft.com/office/drawing/2014/main" id="{1C79D8AF-2564-45F3-9444-EFA3946E6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238375"/>
            <a:ext cx="2286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236B8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850" b="1">
                <a:solidFill>
                  <a:srgbClr val="236B8E"/>
                </a:solidFill>
                <a:latin typeface="Arial Unicode MS"/>
                <a:ea typeface="Arial Unicode MS"/>
                <a:cs typeface="Arial Unicode MS"/>
              </a:rPr>
              <a:t>平均頻率</a:t>
            </a:r>
          </a:p>
        </p:txBody>
      </p:sp>
      <p:sp>
        <p:nvSpPr>
          <p:cNvPr id="653" name="">
            <a:extLst xmlns:a="http://schemas.openxmlformats.org/drawingml/2006/main">
              <a:ext uri="{FF2B5EF4-FFF2-40B4-BE49-F238E27FC236}">
                <a16:creationId xmlns:a16="http://schemas.microsoft.com/office/drawing/2014/main" id="{D87A196D-D723-426B-809D-F54420034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886200"/>
            <a:ext cx="22860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rPr>
              <a:t>抗藥位點逐漸固定</a:t>
            </a:r>
          </a:p>
          <a:p xmlns:a="http://schemas.openxmlformats.org/drawingml/2006/main">
            <a:pPr algn="l">
              <a:def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rPr>
              <a:t>其他位點一同變化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rPr>
              <a:t>TSG 顏色表示</a:t>
            </a:r>
          </a:p>
          <a:p xmlns:a="http://schemas.openxmlformats.org/drawingml/2006/main">
            <a:pPr algn="l">
              <a:def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rPr>
              <a:t>任一等位基因突變</a:t>
            </a:r>
          </a:p>
        </p:txBody>
      </p:sp>
      <p:sp>
        <p:nvSpPr>
          <p:cNvPr id="654" name="">
            <a:extLst xmlns:a="http://schemas.openxmlformats.org/drawingml/2006/main">
              <a:ext uri="{FF2B5EF4-FFF2-40B4-BE49-F238E27FC236}">
                <a16:creationId xmlns:a16="http://schemas.microsoft.com/office/drawing/2014/main" id="{CBD4D76E-37EB-47E8-86AB-E3EF17D36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3571875"/>
            <a:ext cx="104775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BFD"/>
          </a:solidFill>
          <a:ln xmlns:a="http://schemas.openxmlformats.org/drawingml/2006/main" w="0">
            <a:noFill/>
          </a:ln>
        </p:spPr>
      </p:sp>
      <p:sp>
        <p:nvSpPr>
          <p:cNvPr id="655" name="">
            <a:extLst xmlns:a="http://schemas.openxmlformats.org/drawingml/2006/main">
              <a:ext uri="{FF2B5EF4-FFF2-40B4-BE49-F238E27FC236}">
                <a16:creationId xmlns:a16="http://schemas.microsoft.com/office/drawing/2014/main" id="{95DE868D-0425-49BE-971D-807057779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4513" y="3571875"/>
            <a:ext cx="104775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F7"/>
          </a:solidFill>
          <a:ln xmlns:a="http://schemas.openxmlformats.org/drawingml/2006/main" w="0">
            <a:noFill/>
          </a:ln>
        </p:spPr>
      </p:sp>
      <p:sp>
        <p:nvSpPr>
          <p:cNvPr id="656" name="">
            <a:extLst xmlns:a="http://schemas.openxmlformats.org/drawingml/2006/main">
              <a:ext uri="{FF2B5EF4-FFF2-40B4-BE49-F238E27FC236}">
                <a16:creationId xmlns:a16="http://schemas.microsoft.com/office/drawing/2014/main" id="{7904D4BC-B915-4DCE-A155-EFFFB6FAC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34525" y="3571875"/>
            <a:ext cx="104775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CF1"/>
          </a:solidFill>
          <a:ln xmlns:a="http://schemas.openxmlformats.org/drawingml/2006/main" w="0">
            <a:noFill/>
          </a:ln>
        </p:spPr>
      </p:sp>
      <p:sp>
        <p:nvSpPr>
          <p:cNvPr id="657" name="">
            <a:extLst xmlns:a="http://schemas.openxmlformats.org/drawingml/2006/main">
              <a:ext uri="{FF2B5EF4-FFF2-40B4-BE49-F238E27FC236}">
                <a16:creationId xmlns:a16="http://schemas.microsoft.com/office/drawing/2014/main" id="{3EB23456-EC36-4E8C-A05B-8CD687840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4538" y="3571875"/>
            <a:ext cx="104775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E4EB"/>
          </a:solidFill>
          <a:ln xmlns:a="http://schemas.openxmlformats.org/drawingml/2006/main" w="0">
            <a:noFill/>
          </a:ln>
        </p:spPr>
      </p:sp>
      <p:sp>
        <p:nvSpPr>
          <p:cNvPr id="658" name="">
            <a:extLst xmlns:a="http://schemas.openxmlformats.org/drawingml/2006/main">
              <a:ext uri="{FF2B5EF4-FFF2-40B4-BE49-F238E27FC236}">
                <a16:creationId xmlns:a16="http://schemas.microsoft.com/office/drawing/2014/main" id="{E314DF91-A128-4C2E-8ECC-2EE359193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3571875"/>
            <a:ext cx="104775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DE6"/>
          </a:solidFill>
          <a:ln xmlns:a="http://schemas.openxmlformats.org/drawingml/2006/main" w="0">
            <a:noFill/>
          </a:ln>
        </p:spPr>
      </p:sp>
      <p:sp>
        <p:nvSpPr>
          <p:cNvPr id="659" name="">
            <a:extLst xmlns:a="http://schemas.openxmlformats.org/drawingml/2006/main">
              <a:ext uri="{FF2B5EF4-FFF2-40B4-BE49-F238E27FC236}">
                <a16:creationId xmlns:a16="http://schemas.microsoft.com/office/drawing/2014/main" id="{CDB571DF-0111-458A-8958-389B439BB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4563" y="3571875"/>
            <a:ext cx="104775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D5E0"/>
          </a:solidFill>
          <a:ln xmlns:a="http://schemas.openxmlformats.org/drawingml/2006/main" w="0">
            <a:noFill/>
          </a:ln>
        </p:spPr>
      </p:sp>
      <p:sp>
        <p:nvSpPr>
          <p:cNvPr id="660" name="">
            <a:extLst xmlns:a="http://schemas.openxmlformats.org/drawingml/2006/main">
              <a:ext uri="{FF2B5EF4-FFF2-40B4-BE49-F238E27FC236}">
                <a16:creationId xmlns:a16="http://schemas.microsoft.com/office/drawing/2014/main" id="{B56FD006-7FEF-4F3A-A7FB-CC22812AB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34575" y="3571875"/>
            <a:ext cx="104775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5CEDA"/>
          </a:solidFill>
          <a:ln xmlns:a="http://schemas.openxmlformats.org/drawingml/2006/main" w="0">
            <a:noFill/>
          </a:ln>
        </p:spPr>
      </p:sp>
      <p:sp>
        <p:nvSpPr>
          <p:cNvPr id="661" name="">
            <a:extLst xmlns:a="http://schemas.openxmlformats.org/drawingml/2006/main">
              <a:ext uri="{FF2B5EF4-FFF2-40B4-BE49-F238E27FC236}">
                <a16:creationId xmlns:a16="http://schemas.microsoft.com/office/drawing/2014/main" id="{BA65F978-FAA1-4880-96CB-2123EFE9A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4588" y="3571875"/>
            <a:ext cx="104775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AC6D4"/>
          </a:solidFill>
          <a:ln xmlns:a="http://schemas.openxmlformats.org/drawingml/2006/main" w="0">
            <a:noFill/>
          </a:ln>
        </p:spPr>
      </p:sp>
      <p:sp>
        <p:nvSpPr>
          <p:cNvPr id="662" name="">
            <a:extLst xmlns:a="http://schemas.openxmlformats.org/drawingml/2006/main">
              <a:ext uri="{FF2B5EF4-FFF2-40B4-BE49-F238E27FC236}">
                <a16:creationId xmlns:a16="http://schemas.microsoft.com/office/drawing/2014/main" id="{48E5E5AD-DDDD-4056-A7B2-D176D2328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4600" y="3571875"/>
            <a:ext cx="104775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EBECE"/>
          </a:solidFill>
          <a:ln xmlns:a="http://schemas.openxmlformats.org/drawingml/2006/main" w="0">
            <a:noFill/>
          </a:ln>
        </p:spPr>
      </p:sp>
      <p:sp>
        <p:nvSpPr>
          <p:cNvPr id="663" name="">
            <a:extLst xmlns:a="http://schemas.openxmlformats.org/drawingml/2006/main">
              <a:ext uri="{FF2B5EF4-FFF2-40B4-BE49-F238E27FC236}">
                <a16:creationId xmlns:a16="http://schemas.microsoft.com/office/drawing/2014/main" id="{CA903FB6-BE28-40E4-B7D6-70867A7A1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34613" y="3571875"/>
            <a:ext cx="104775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3B7C8"/>
          </a:solidFill>
          <a:ln xmlns:a="http://schemas.openxmlformats.org/drawingml/2006/main" w="0">
            <a:noFill/>
          </a:ln>
        </p:spPr>
      </p:sp>
      <p:sp>
        <p:nvSpPr>
          <p:cNvPr id="664" name="">
            <a:extLst xmlns:a="http://schemas.openxmlformats.org/drawingml/2006/main">
              <a:ext uri="{FF2B5EF4-FFF2-40B4-BE49-F238E27FC236}">
                <a16:creationId xmlns:a16="http://schemas.microsoft.com/office/drawing/2014/main" id="{B73D4FDC-F43F-4171-B5CF-ABA452DE7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4625" y="3571875"/>
            <a:ext cx="104775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8AFC3"/>
          </a:solidFill>
          <a:ln xmlns:a="http://schemas.openxmlformats.org/drawingml/2006/main" w="0">
            <a:noFill/>
          </a:ln>
        </p:spPr>
      </p:sp>
      <p:sp>
        <p:nvSpPr>
          <p:cNvPr id="665" name="">
            <a:extLst xmlns:a="http://schemas.openxmlformats.org/drawingml/2006/main">
              <a:ext uri="{FF2B5EF4-FFF2-40B4-BE49-F238E27FC236}">
                <a16:creationId xmlns:a16="http://schemas.microsoft.com/office/drawing/2014/main" id="{6D224A41-2E90-45A0-B5D1-216CD0F2E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4638" y="3571875"/>
            <a:ext cx="104775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DA8BD"/>
          </a:solidFill>
          <a:ln xmlns:a="http://schemas.openxmlformats.org/drawingml/2006/main" w="0">
            <a:noFill/>
          </a:ln>
        </p:spPr>
      </p:sp>
      <p:sp>
        <p:nvSpPr>
          <p:cNvPr id="666" name="">
            <a:extLst xmlns:a="http://schemas.openxmlformats.org/drawingml/2006/main">
              <a:ext uri="{FF2B5EF4-FFF2-40B4-BE49-F238E27FC236}">
                <a16:creationId xmlns:a16="http://schemas.microsoft.com/office/drawing/2014/main" id="{98879FA2-59C1-4F9F-80FF-6CED28F01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34650" y="3571875"/>
            <a:ext cx="104775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1A0B7"/>
          </a:solidFill>
          <a:ln xmlns:a="http://schemas.openxmlformats.org/drawingml/2006/main" w="0">
            <a:noFill/>
          </a:ln>
        </p:spPr>
      </p:sp>
      <p:sp>
        <p:nvSpPr>
          <p:cNvPr id="667" name="">
            <a:extLst xmlns:a="http://schemas.openxmlformats.org/drawingml/2006/main">
              <a:ext uri="{FF2B5EF4-FFF2-40B4-BE49-F238E27FC236}">
                <a16:creationId xmlns:a16="http://schemas.microsoft.com/office/drawing/2014/main" id="{014C7F50-CF69-49BD-95D3-5CBD3B900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34663" y="3571875"/>
            <a:ext cx="104775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98B1"/>
          </a:solidFill>
          <a:ln xmlns:a="http://schemas.openxmlformats.org/drawingml/2006/main" w="0">
            <a:noFill/>
          </a:ln>
        </p:spPr>
      </p:sp>
      <p:sp>
        <p:nvSpPr>
          <p:cNvPr id="668" name="">
            <a:extLst xmlns:a="http://schemas.openxmlformats.org/drawingml/2006/main">
              <a:ext uri="{FF2B5EF4-FFF2-40B4-BE49-F238E27FC236}">
                <a16:creationId xmlns:a16="http://schemas.microsoft.com/office/drawing/2014/main" id="{48CB4596-1BE3-4B80-AE56-4A5F54EF5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34675" y="3571875"/>
            <a:ext cx="104775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B91AB"/>
          </a:solidFill>
          <a:ln xmlns:a="http://schemas.openxmlformats.org/drawingml/2006/main" w="0">
            <a:noFill/>
          </a:ln>
        </p:spPr>
      </p:sp>
      <p:sp>
        <p:nvSpPr>
          <p:cNvPr id="669" name="">
            <a:extLst xmlns:a="http://schemas.openxmlformats.org/drawingml/2006/main">
              <a:ext uri="{FF2B5EF4-FFF2-40B4-BE49-F238E27FC236}">
                <a16:creationId xmlns:a16="http://schemas.microsoft.com/office/drawing/2014/main" id="{5C252CF8-AEC9-47C6-A8C2-D895AC49D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4688" y="3571875"/>
            <a:ext cx="104775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089A5"/>
          </a:solidFill>
          <a:ln xmlns:a="http://schemas.openxmlformats.org/drawingml/2006/main" w="0">
            <a:noFill/>
          </a:ln>
        </p:spPr>
      </p:sp>
      <p:sp>
        <p:nvSpPr>
          <p:cNvPr id="670" name="">
            <a:extLst xmlns:a="http://schemas.openxmlformats.org/drawingml/2006/main">
              <a:ext uri="{FF2B5EF4-FFF2-40B4-BE49-F238E27FC236}">
                <a16:creationId xmlns:a16="http://schemas.microsoft.com/office/drawing/2014/main" id="{55366386-0D1D-4026-9569-59F998467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3571875"/>
            <a:ext cx="104775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582A0"/>
          </a:solidFill>
          <a:ln xmlns:a="http://schemas.openxmlformats.org/drawingml/2006/main" w="0">
            <a:noFill/>
          </a:ln>
        </p:spPr>
      </p:sp>
      <p:sp>
        <p:nvSpPr>
          <p:cNvPr id="671" name="">
            <a:extLst xmlns:a="http://schemas.openxmlformats.org/drawingml/2006/main">
              <a:ext uri="{FF2B5EF4-FFF2-40B4-BE49-F238E27FC236}">
                <a16:creationId xmlns:a16="http://schemas.microsoft.com/office/drawing/2014/main" id="{74BEA92D-592C-445F-BAA4-F7F69FA35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34713" y="3571875"/>
            <a:ext cx="104775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7A9A"/>
          </a:solidFill>
          <a:ln xmlns:a="http://schemas.openxmlformats.org/drawingml/2006/main" w="0">
            <a:noFill/>
          </a:ln>
        </p:spPr>
      </p:sp>
      <p:sp>
        <p:nvSpPr>
          <p:cNvPr id="672" name="">
            <a:extLst xmlns:a="http://schemas.openxmlformats.org/drawingml/2006/main">
              <a:ext uri="{FF2B5EF4-FFF2-40B4-BE49-F238E27FC236}">
                <a16:creationId xmlns:a16="http://schemas.microsoft.com/office/drawing/2014/main" id="{943FEB53-A71C-4FDA-B02D-58BE81688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34725" y="3571875"/>
            <a:ext cx="104775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394"/>
          </a:solidFill>
          <a:ln xmlns:a="http://schemas.openxmlformats.org/drawingml/2006/main" w="0">
            <a:noFill/>
          </a:ln>
        </p:spPr>
      </p:sp>
      <p:sp>
        <p:nvSpPr>
          <p:cNvPr id="673" name="">
            <a:extLst xmlns:a="http://schemas.openxmlformats.org/drawingml/2006/main">
              <a:ext uri="{FF2B5EF4-FFF2-40B4-BE49-F238E27FC236}">
                <a16:creationId xmlns:a16="http://schemas.microsoft.com/office/drawing/2014/main" id="{8058C26B-CC26-4454-A4FA-11AFF70F1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4738" y="3571875"/>
            <a:ext cx="104775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6B8E"/>
          </a:solidFill>
          <a:ln xmlns:a="http://schemas.openxmlformats.org/drawingml/2006/main" w="0">
            <a:noFill/>
          </a:ln>
        </p:spPr>
      </p:sp>
      <p:sp>
        <p:nvSpPr>
          <p:cNvPr id="674" name="">
            <a:extLst xmlns:a="http://schemas.openxmlformats.org/drawingml/2006/main">
              <a:ext uri="{FF2B5EF4-FFF2-40B4-BE49-F238E27FC236}">
                <a16:creationId xmlns:a16="http://schemas.microsoft.com/office/drawing/2014/main" id="{334FF974-61C1-434C-8D8F-659FFDDCD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3752850"/>
            <a:ext cx="333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rPr>
              <a:t>0</a:t>
            </a:r>
          </a:p>
        </p:txBody>
      </p:sp>
      <p:sp>
        <p:nvSpPr>
          <p:cNvPr id="675" name="">
            <a:extLst xmlns:a="http://schemas.openxmlformats.org/drawingml/2006/main">
              <a:ext uri="{FF2B5EF4-FFF2-40B4-BE49-F238E27FC236}">
                <a16:creationId xmlns:a16="http://schemas.microsoft.com/office/drawing/2014/main" id="{E549C9B3-B1C9-4BA5-ACC4-6CD71DEF6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3752850"/>
            <a:ext cx="304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rPr>
              <a:t>1</a:t>
            </a:r>
          </a:p>
        </p:txBody>
      </p:sp>
      <p:sp>
        <p:nvSpPr>
          <p:cNvPr id="676" name="">
            <a:extLst xmlns:a="http://schemas.openxmlformats.org/drawingml/2006/main">
              <a:ext uri="{FF2B5EF4-FFF2-40B4-BE49-F238E27FC236}">
                <a16:creationId xmlns:a16="http://schemas.microsoft.com/office/drawing/2014/main" id="{B3CEA99F-FEDE-4276-ABDC-3753A6E83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895975"/>
            <a:ext cx="1047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rPr>
              <a:t>每格 n=30。平均色階 0–1，TSG 為 any hit，並非功能喪失比例。</a:t>
            </a:r>
          </a:p>
        </p:txBody>
      </p:sp>
    </p:spTree>
    <p:extLst>
      <p:ext uri="{BB962C8B-B14F-4D97-AF65-F5344CB8AC3E}">
        <p14:creationId xmlns:p14="http://schemas.microsoft.com/office/powerpoint/2010/main" val="799659355"/>
      </p:ext>
    </p:extLst>
  </p:cSld>
</p:sld>
</file>

<file path=ppt/slides/slide40.xml><?xml version="1.0" encoding="utf-8"?>
<p:sld xmlns:p="http://schemas.openxmlformats.org/presentationml/2006/main">
  <p:cSld>
    <p:bg>
      <p:bgPr>
        <a:solidFill xmlns:a="http://schemas.openxmlformats.org/drawingml/2006/main">
          <a:srgbClr val="FCFB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77" name="">
            <a:extLst xmlns:a="http://schemas.openxmlformats.org/drawingml/2006/main">
              <a:ext uri="{FF2B5EF4-FFF2-40B4-BE49-F238E27FC236}">
                <a16:creationId xmlns:a16="http://schemas.microsoft.com/office/drawing/2014/main" id="{EEF5BE8E-A837-4E1E-A463-FDC9B303C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225" b="1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rPr>
              <a:t>基因頻率 SD：組成並非每次都相同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C41C311-3768-4DC8-B135-B0984EEE3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90625"/>
            <a:ext cx="109347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rPr>
              <a:t>相同參數下仍有試驗間變異，需與平均熱圖一起讀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004A91E-5890-4076-82BE-444BAA33D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05575"/>
            <a:ext cx="457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rPr>
              <a:t>40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F33851E-EB4C-4FBF-8536-2A25EBF3E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57400"/>
            <a:ext cx="1333500" cy="1647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13" b="1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13" b="1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rPr>
              <a:t>G1 driver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FE75194-2CED-4709-A1D6-AE5027523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2057400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BFD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2262BDF-BE74-42F2-9C98-35361679A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99335" y="2057400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C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AB79567-AFA7-4BA7-B1D6-2E9DD6487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2220" y="2057400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AFC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9EFEE3B-E59D-47B7-B42B-DBC33D4AD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5105" y="2057400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9FC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49715D0-80B1-47E8-A80E-43FEBDF90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67990" y="2057400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9FB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A925D99-66EA-4552-A869-32AE468C3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2057400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8FB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834FB59-3FE2-4CC8-BCF7-DD53A75D3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3760" y="2057400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8FB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15304CE-7F01-452F-B5BE-D4781656C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6645" y="2057400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8FA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CF60174-9946-40A3-A76C-CBA32A242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9530" y="2057400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7FA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7776759-EF6E-4041-8893-23514CF15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82415" y="2057400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6F9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9945CF3-156C-4235-BA88-906CA07DD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057400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9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6091D4E-D602-4E64-98F9-30A1691B8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8185" y="2057400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5F8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EF962A5-E890-4B0B-9BE3-68FCB6CD3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1070" y="2057400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4F7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737444E-CA7E-4B25-AA5E-13A3D1664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3955" y="2057400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F3F7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E5EE21B-3E9F-4348-B2C7-8CF3BCE6A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6840" y="2057400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6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26B8324-DBC0-4A69-B8DA-92EBA8E0B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9725" y="2057400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0F5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FED33D9-862A-48C5-812D-2F5EEEDB0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42610" y="2057400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0F4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68747C4-26CE-4851-9E6C-E1BBBA2B3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5495" y="2057400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DF2"/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DA78BC0-1A52-4BB2-95FC-FE2F3946B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8380" y="2057400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EBF1"/>
          </a:solidFill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7051EB6-FA7A-4183-B102-0B1811B83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1265" y="2057400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8EE"/>
          </a:solidFill>
          <a:ln xmlns:a="http://schemas.openxmlformats.org/drawingml/2006/main" w="0">
            <a:noFill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F557A11-09B5-4F2A-A8F7-C319157EB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057400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5EC"/>
          </a:solidFill>
          <a:ln xmlns:a="http://schemas.openxmlformats.org/drawingml/2006/main" w="0">
            <a:noFill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72BC3CF-5A14-4007-9E8A-C425A7C75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57035" y="2057400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E3EA"/>
          </a:solidFill>
          <a:ln xmlns:a="http://schemas.openxmlformats.org/drawingml/2006/main" w="0">
            <a:noFill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576F91C-571B-4073-8DB0-366E2AD97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9920" y="2057400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E1E9"/>
          </a:solidFill>
          <a:ln xmlns:a="http://schemas.openxmlformats.org/drawingml/2006/main" w="0">
            <a:noFill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B963F56-EAD2-4D84-A0F5-7E71CDF94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2805" y="2057400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EDEE7"/>
          </a:solidFill>
          <a:ln xmlns:a="http://schemas.openxmlformats.org/drawingml/2006/main" w="0">
            <a:noFill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2D769FF-AFB6-48A1-9C15-366ED5842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5690" y="2057400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ADCE5"/>
          </a:solidFill>
          <a:ln xmlns:a="http://schemas.openxmlformats.org/drawingml/2006/main" w="0">
            <a:noFill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4AB994E-6F1A-422E-ADA3-A8729251C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48575" y="2057400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DAE3"/>
          </a:solidFill>
          <a:ln xmlns:a="http://schemas.openxmlformats.org/drawingml/2006/main" w="0">
            <a:noFill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55C1A2C-F3EE-457E-853F-28B3660D1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1460" y="2057400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D8E2"/>
          </a:solidFill>
          <a:ln xmlns:a="http://schemas.openxmlformats.org/drawingml/2006/main" w="0">
            <a:noFill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DCAC304-C73D-4E07-B022-8F952BCB8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4345" y="2057400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D5E0"/>
          </a:solidFill>
          <a:ln xmlns:a="http://schemas.openxmlformats.org/drawingml/2006/main" w="0">
            <a:noFill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4709266-0714-4684-AC84-C9D0B4891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7230" y="2057400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DD3DE"/>
          </a:solidFill>
          <a:ln xmlns:a="http://schemas.openxmlformats.org/drawingml/2006/main" w="0">
            <a:noFill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EBFD664-127A-4E8A-84AB-C00296D56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0115" y="2057400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AD1DD"/>
          </a:solidFill>
          <a:ln xmlns:a="http://schemas.openxmlformats.org/drawingml/2006/main" w="0">
            <a:noFill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17EEBB7-1045-4EF5-8557-A8EEB2560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057400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CFDB"/>
          </a:solidFill>
          <a:ln xmlns:a="http://schemas.openxmlformats.org/drawingml/2006/main" w="0">
            <a:noFill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2772F0F-9E76-4187-A0AB-8CA2CD99D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22183"/>
            <a:ext cx="1333500" cy="1647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13" b="1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13" b="1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rPr>
              <a:t>G2 driver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12CE496B-680A-4CB3-8C6C-1A2F2BB1F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2222183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BFD"/>
          </a:solidFill>
          <a:ln xmlns:a="http://schemas.openxmlformats.org/drawingml/2006/main" w="0">
            <a:noFill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6FBB4BB3-F929-4008-9C26-842EAC3CB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99335" y="2222183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C"/>
          </a:solidFill>
          <a:ln xmlns:a="http://schemas.openxmlformats.org/drawingml/2006/main" w="0">
            <a:noFill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0D6F2BBE-F955-4ABE-9E1E-156DF434E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2220" y="2222183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AFC"/>
          </a:solidFill>
          <a:ln xmlns:a="http://schemas.openxmlformats.org/drawingml/2006/main" w="0">
            <a:noFill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B1DAF49F-BCCA-4DB1-8D26-80173A5E9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5105" y="2222183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AFC"/>
          </a:solidFill>
          <a:ln xmlns:a="http://schemas.openxmlformats.org/drawingml/2006/main" w="0">
            <a:noFill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305021CC-34B5-422E-9875-92B5DC195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67990" y="2222183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9FC"/>
          </a:solidFill>
          <a:ln xmlns:a="http://schemas.openxmlformats.org/drawingml/2006/main" w="0">
            <a:noFill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6322521D-9439-49FD-8706-385E1CBC8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2222183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9FB"/>
          </a:solidFill>
          <a:ln xmlns:a="http://schemas.openxmlformats.org/drawingml/2006/main" w="0">
            <a:noFill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B16C66DB-F6B9-4027-BC6B-66C39FDB5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3760" y="2222183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8FB"/>
          </a:solidFill>
          <a:ln xmlns:a="http://schemas.openxmlformats.org/drawingml/2006/main" w="0">
            <a:noFill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40BFB6F7-C9FF-4ED7-9FFF-8A6BCBD72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6645" y="2222183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8FA"/>
          </a:solidFill>
          <a:ln xmlns:a="http://schemas.openxmlformats.org/drawingml/2006/main" w="0">
            <a:noFill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6A69A2CF-2CB6-4EEF-9193-3931D6392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9530" y="2222183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7FA"/>
          </a:solidFill>
          <a:ln xmlns:a="http://schemas.openxmlformats.org/drawingml/2006/main" w="0">
            <a:noFill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BCD63706-1B33-4612-B8B8-F6ECA09B4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82415" y="2222183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6F9"/>
          </a:solidFill>
          <a:ln xmlns:a="http://schemas.openxmlformats.org/drawingml/2006/main" w="0">
            <a:noFill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3A29F41E-B11F-4A11-B147-9D5D2E1FD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222183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6F9"/>
          </a:solidFill>
          <a:ln xmlns:a="http://schemas.openxmlformats.org/drawingml/2006/main" w="0">
            <a:noFill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C59C7BBC-2E7B-4951-A512-457B72818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8185" y="2222183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5F8"/>
          </a:solidFill>
          <a:ln xmlns:a="http://schemas.openxmlformats.org/drawingml/2006/main" w="0">
            <a:noFill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521F7ABC-A40B-47AC-A929-A3C28D219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1070" y="2222183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8"/>
          </a:solidFill>
          <a:ln xmlns:a="http://schemas.openxmlformats.org/drawingml/2006/main" w="0">
            <a:noFill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7199EF7C-3520-49D0-8527-496149C78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3955" y="2222183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F7"/>
          </a:solidFill>
          <a:ln xmlns:a="http://schemas.openxmlformats.org/drawingml/2006/main" w="0">
            <a:noFill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2EA5FBDC-5A88-43DB-984F-26C3A6C62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6840" y="2222183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BF2F6"/>
          </a:solidFill>
          <a:ln xmlns:a="http://schemas.openxmlformats.org/drawingml/2006/main" w="0">
            <a:noFill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66F3C0B7-2FA1-47FE-9DB4-78B55F3E6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9725" y="2222183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1F5"/>
          </a:solidFill>
          <a:ln xmlns:a="http://schemas.openxmlformats.org/drawingml/2006/main" w="0">
            <a:noFill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E309ABA8-7DBF-4771-8AEE-BD741E473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42610" y="2222183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FF4"/>
          </a:solidFill>
          <a:ln xmlns:a="http://schemas.openxmlformats.org/drawingml/2006/main" w="0">
            <a:noFill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E928C51F-0CAC-4C11-94BC-096E9E639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5495" y="2222183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EAF0"/>
          </a:solidFill>
          <a:ln xmlns:a="http://schemas.openxmlformats.org/drawingml/2006/main" w="0">
            <a:noFill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0FECA4BD-25AF-4BC7-8CF4-EB9C05ED8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8380" y="2222183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E1E9"/>
          </a:solidFill>
          <a:ln xmlns:a="http://schemas.openxmlformats.org/drawingml/2006/main" w="0">
            <a:noFill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9119BD6C-B907-49AE-97A8-7AA27095F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1265" y="2222183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DE6"/>
          </a:solidFill>
          <a:ln xmlns:a="http://schemas.openxmlformats.org/drawingml/2006/main" w="0">
            <a:noFill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1415A157-2E3D-4EB3-A7A8-0728D3BC4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222183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DAE3"/>
          </a:solidFill>
          <a:ln xmlns:a="http://schemas.openxmlformats.org/drawingml/2006/main" w="0">
            <a:noFill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97896C40-A5F8-4A62-A25B-88CB973B1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57035" y="2222183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D8E2"/>
          </a:solidFill>
          <a:ln xmlns:a="http://schemas.openxmlformats.org/drawingml/2006/main" w="0">
            <a:noFill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4F53B1AE-CBAA-4D88-AFA7-AFE51FA9D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9920" y="2222183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D5E0"/>
          </a:solidFill>
          <a:ln xmlns:a="http://schemas.openxmlformats.org/drawingml/2006/main" w="0">
            <a:noFill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0D1F05E7-20F2-4234-8321-2290B7300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2805" y="2222183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D2DE"/>
          </a:solidFill>
          <a:ln xmlns:a="http://schemas.openxmlformats.org/drawingml/2006/main" w="0">
            <a:noFill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D1CCFF22-9F73-46BF-A0CF-40D42E50D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5690" y="2222183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D0DC"/>
          </a:solidFill>
          <a:ln xmlns:a="http://schemas.openxmlformats.org/drawingml/2006/main" w="0">
            <a:noFill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B172574F-7AC6-4400-94EC-28F2BD696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48575" y="2222183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CDDA"/>
          </a:solidFill>
          <a:ln xmlns:a="http://schemas.openxmlformats.org/drawingml/2006/main" w="0">
            <a:noFill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F5C921C6-CD2A-4B8D-AF0B-7469AE5DA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1460" y="2222183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1CBD8"/>
          </a:solidFill>
          <a:ln xmlns:a="http://schemas.openxmlformats.org/drawingml/2006/main" w="0">
            <a:noFill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DFF39395-21CE-4A5E-8669-D8F5FC2CC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4345" y="2222183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DC8D6"/>
          </a:solidFill>
          <a:ln xmlns:a="http://schemas.openxmlformats.org/drawingml/2006/main" w="0">
            <a:noFill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99096F52-A32E-45DB-963F-C144258B7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7230" y="2222183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AC6D4"/>
          </a:solidFill>
          <a:ln xmlns:a="http://schemas.openxmlformats.org/drawingml/2006/main" w="0">
            <a:noFill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B6776957-CE80-46F6-9BD0-B493B943A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0115" y="2222183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7C4D3"/>
          </a:solidFill>
          <a:ln xmlns:a="http://schemas.openxmlformats.org/drawingml/2006/main" w="0">
            <a:noFill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247A4040-664C-4102-BCF7-4F3721C5E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222183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4C2D1"/>
          </a:solidFill>
          <a:ln xmlns:a="http://schemas.openxmlformats.org/drawingml/2006/main" w="0">
            <a:noFill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3AF39B7B-BA05-421E-8EEF-3A82A4D68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86965"/>
            <a:ext cx="1333500" cy="1647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13" b="1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13" b="1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rPr>
              <a:t>G3 driver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24B3E67C-E466-46D1-BD95-B90723C36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2386965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BFD"/>
          </a:solidFill>
          <a:ln xmlns:a="http://schemas.openxmlformats.org/drawingml/2006/main" w="0">
            <a:noFill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A39952E7-A8F3-4388-AEAA-1ED20CDDB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99335" y="2386965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AFC"/>
          </a:solidFill>
          <a:ln xmlns:a="http://schemas.openxmlformats.org/drawingml/2006/main" w="0">
            <a:noFill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EA950901-B6D3-4DCC-B9E3-3C9844B00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2220" y="2386965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9FB"/>
          </a:solidFill>
          <a:ln xmlns:a="http://schemas.openxmlformats.org/drawingml/2006/main" w="0">
            <a:noFill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7FD78329-CC85-4EF5-A3AD-B567E71E5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5105" y="2386965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8FB"/>
          </a:solidFill>
          <a:ln xmlns:a="http://schemas.openxmlformats.org/drawingml/2006/main" w="0">
            <a:noFill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B44D34A1-94C0-4840-840C-FA23D1094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67990" y="2386965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8FB"/>
          </a:solidFill>
          <a:ln xmlns:a="http://schemas.openxmlformats.org/drawingml/2006/main" w="0">
            <a:noFill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3D1D6896-2655-448C-A67F-BF9D533A3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2386965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7FA"/>
          </a:solidFill>
          <a:ln xmlns:a="http://schemas.openxmlformats.org/drawingml/2006/main" w="0">
            <a:noFill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F593C0E7-92B3-4F52-905B-20716A6C1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3760" y="2386965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6F9"/>
          </a:solidFill>
          <a:ln xmlns:a="http://schemas.openxmlformats.org/drawingml/2006/main" w="0">
            <a:noFill/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6B94D693-B887-4F38-8C3C-18C80025F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6645" y="2386965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5F9"/>
          </a:solidFill>
          <a:ln xmlns:a="http://schemas.openxmlformats.org/drawingml/2006/main" w="0">
            <a:noFill/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A440F531-64F6-4C55-83E9-7B84706F9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9530" y="2386965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8"/>
          </a:solidFill>
          <a:ln xmlns:a="http://schemas.openxmlformats.org/drawingml/2006/main" w="0">
            <a:noFill/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97C742F8-EB63-4CFF-AE40-68D768954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82415" y="2386965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F3F7"/>
          </a:solidFill>
          <a:ln xmlns:a="http://schemas.openxmlformats.org/drawingml/2006/main" w="0">
            <a:noFill/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97D344C9-11B2-4EBD-8688-B9E92DBE3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386965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6"/>
          </a:solidFill>
          <a:ln xmlns:a="http://schemas.openxmlformats.org/drawingml/2006/main" w="0">
            <a:noFill/>
          </a:ln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D0BA1029-0C9B-4839-9AE5-3A58FA41C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8185" y="2386965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0F5"/>
          </a:solidFill>
          <a:ln xmlns:a="http://schemas.openxmlformats.org/drawingml/2006/main" w="0">
            <a:noFill/>
          </a:ln>
        </p:spPr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B4FD6AB4-4E71-4F6F-AF34-02EA0E9C3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1070" y="2386965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EF3"/>
          </a:solidFill>
          <a:ln xmlns:a="http://schemas.openxmlformats.org/drawingml/2006/main" w="0">
            <a:noFill/>
          </a:ln>
        </p:spPr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A65914B2-2F69-48F2-A192-38D8BFA34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3955" y="2386965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CF2"/>
          </a:solidFill>
          <a:ln xmlns:a="http://schemas.openxmlformats.org/drawingml/2006/main" w="0">
            <a:noFill/>
          </a:ln>
        </p:spPr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B9DD8744-11A0-443A-B372-7C51B23C4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6840" y="2386965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EAF0"/>
          </a:solidFill>
          <a:ln xmlns:a="http://schemas.openxmlformats.org/drawingml/2006/main" w="0">
            <a:noFill/>
          </a:ln>
        </p:spPr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2193DA2C-8A7D-4686-9EA6-BA555A06C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9725" y="2386965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8EE"/>
          </a:solidFill>
          <a:ln xmlns:a="http://schemas.openxmlformats.org/drawingml/2006/main" w="0">
            <a:noFill/>
          </a:ln>
        </p:spPr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01D0907B-3555-4352-AA30-CB62D84BD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42610" y="2386965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BE5"/>
          </a:solidFill>
          <a:ln xmlns:a="http://schemas.openxmlformats.org/drawingml/2006/main" w="0">
            <a:noFill/>
          </a:ln>
        </p:spPr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DC8C5EBF-6B0D-4651-8F41-5823955FF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5495" y="2386965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BD2DD"/>
          </a:solidFill>
          <a:ln xmlns:a="http://schemas.openxmlformats.org/drawingml/2006/main" w="0">
            <a:noFill/>
          </a:ln>
        </p:spPr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C4829A12-1A2B-4CE7-B41D-3DF310F4F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8380" y="2386965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2CCD8"/>
          </a:solidFill>
          <a:ln xmlns:a="http://schemas.openxmlformats.org/drawingml/2006/main" w="0">
            <a:noFill/>
          </a:ln>
        </p:spPr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7FA1069B-600B-41D4-A27D-0ED90A12F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1265" y="2386965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CC8D6"/>
          </a:solidFill>
          <a:ln xmlns:a="http://schemas.openxmlformats.org/drawingml/2006/main" w="0">
            <a:noFill/>
          </a:ln>
        </p:spPr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B2CADF43-011B-4791-8CC9-84D89541A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86965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C5D4"/>
          </a:solidFill>
          <a:ln xmlns:a="http://schemas.openxmlformats.org/drawingml/2006/main" w="0">
            <a:noFill/>
          </a:ln>
        </p:spPr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9C6640D5-6500-4DCF-9EDA-3285AF86B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57035" y="2386965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5C3D2"/>
          </a:solidFill>
          <a:ln xmlns:a="http://schemas.openxmlformats.org/drawingml/2006/main" w="0">
            <a:noFill/>
          </a:ln>
        </p:spPr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C5D1C286-3F01-41DE-9A9D-F9D3B4D9D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9920" y="2386965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1C0D0"/>
          </a:solidFill>
          <a:ln xmlns:a="http://schemas.openxmlformats.org/drawingml/2006/main" w="0">
            <a:noFill/>
          </a:ln>
        </p:spPr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BCC2949F-1B84-4ADD-8935-7856705B2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2805" y="2386965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CBDCD"/>
          </a:solidFill>
          <a:ln xmlns:a="http://schemas.openxmlformats.org/drawingml/2006/main" w="0">
            <a:noFill/>
          </a:ln>
        </p:spPr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B0B7FFD5-4A95-4987-B133-127697FF3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5690" y="2386965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9BBCC"/>
          </a:solidFill>
          <a:ln xmlns:a="http://schemas.openxmlformats.org/drawingml/2006/main" w="0">
            <a:noFill/>
          </a:ln>
        </p:spPr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C5B4D0AE-56CF-4DC9-B98A-93437E5FA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48575" y="2386965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5B8CA"/>
          </a:solidFill>
          <a:ln xmlns:a="http://schemas.openxmlformats.org/drawingml/2006/main" w="0">
            <a:noFill/>
          </a:ln>
        </p:spPr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94931A17-F01B-46C0-AC1B-09E7EDC19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1460" y="2386965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2B6C8"/>
          </a:solidFill>
          <a:ln xmlns:a="http://schemas.openxmlformats.org/drawingml/2006/main" w="0">
            <a:noFill/>
          </a:ln>
        </p:spPr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07C496A6-B55F-4589-96FF-CEEF53ECB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4345" y="2386965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B4C7"/>
          </a:solidFill>
          <a:ln xmlns:a="http://schemas.openxmlformats.org/drawingml/2006/main" w="0">
            <a:noFill/>
          </a:ln>
        </p:spPr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940855AF-C9C3-4596-A956-7C106BCC3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7230" y="2386965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DB3C5"/>
          </a:solidFill>
          <a:ln xmlns:a="http://schemas.openxmlformats.org/drawingml/2006/main" w="0">
            <a:noFill/>
          </a:ln>
        </p:spPr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0D47830B-FEBB-478E-B1A2-9FA5D50B6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0115" y="2386965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B1C4"/>
          </a:solidFill>
          <a:ln xmlns:a="http://schemas.openxmlformats.org/drawingml/2006/main" w="0">
            <a:noFill/>
          </a:ln>
        </p:spPr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305ABDC7-4661-488B-9ADD-6438A677E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386965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8B0C3"/>
          </a:solidFill>
          <a:ln xmlns:a="http://schemas.openxmlformats.org/drawingml/2006/main" w="0">
            <a:noFill/>
          </a:ln>
        </p:spPr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AF208A63-6845-4CE0-B000-AF8EB1298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51748"/>
            <a:ext cx="1333500" cy="1647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13" b="1">
                <a:solidFill>
                  <a:srgbClr val="A74F3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13" b="1">
                <a:solidFill>
                  <a:srgbClr val="A74F3D"/>
                </a:solidFill>
                <a:latin typeface="Arial Unicode MS"/>
                <a:ea typeface="Arial Unicode MS"/>
                <a:cs typeface="Arial Unicode MS"/>
              </a:rPr>
              <a:t>G4 resistance</a:t>
            </a:r>
          </a:p>
        </p:txBody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4DEFCEFB-0E54-443E-8BB3-264AF797F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2551748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BFD"/>
          </a:solidFill>
          <a:ln xmlns:a="http://schemas.openxmlformats.org/drawingml/2006/main" w="0">
            <a:noFill/>
          </a:ln>
        </p:spPr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67A6E4F4-BE7C-4844-B447-587E7A23F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99335" y="2551748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C"/>
          </a:solidFill>
          <a:ln xmlns:a="http://schemas.openxmlformats.org/drawingml/2006/main" w="0">
            <a:noFill/>
          </a:ln>
        </p:spPr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DC31C87B-187D-46DA-95E6-96FAF0136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2220" y="2551748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AFC"/>
          </a:solidFill>
          <a:ln xmlns:a="http://schemas.openxmlformats.org/drawingml/2006/main" w="0">
            <a:noFill/>
          </a:ln>
        </p:spPr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978F015B-6CC6-4AB9-A1D1-9D94A184C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5105" y="2551748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AFC"/>
          </a:solidFill>
          <a:ln xmlns:a="http://schemas.openxmlformats.org/drawingml/2006/main" w="0">
            <a:noFill/>
          </a:ln>
        </p:spPr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F4BD05F2-9C15-46D3-9621-BC0669449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67990" y="2551748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9FC"/>
          </a:solidFill>
          <a:ln xmlns:a="http://schemas.openxmlformats.org/drawingml/2006/main" w="0">
            <a:noFill/>
          </a:ln>
        </p:spPr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7447752F-6DB5-40FC-A449-A8E7DCAEE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2551748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9FC"/>
          </a:solidFill>
          <a:ln xmlns:a="http://schemas.openxmlformats.org/drawingml/2006/main" w="0">
            <a:noFill/>
          </a:ln>
        </p:spPr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F18E710F-982D-482C-BCF5-3481E30D6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3760" y="2551748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9FC"/>
          </a:solidFill>
          <a:ln xmlns:a="http://schemas.openxmlformats.org/drawingml/2006/main" w="0">
            <a:noFill/>
          </a:ln>
        </p:spPr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635F4C66-6B33-47EE-8310-4137CD609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6645" y="2551748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9FC"/>
          </a:solidFill>
          <a:ln xmlns:a="http://schemas.openxmlformats.org/drawingml/2006/main" w="0">
            <a:noFill/>
          </a:ln>
        </p:spPr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B9B45376-6E26-4BCD-A41C-8D2100A76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9530" y="2551748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9FC"/>
          </a:solidFill>
          <a:ln xmlns:a="http://schemas.openxmlformats.org/drawingml/2006/main" w="0">
            <a:noFill/>
          </a:ln>
        </p:spPr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6349FC63-81E3-4EC1-AA24-88ADDDF7C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82415" y="2551748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9FC"/>
          </a:solidFill>
          <a:ln xmlns:a="http://schemas.openxmlformats.org/drawingml/2006/main" w="0">
            <a:noFill/>
          </a:ln>
        </p:spPr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F09B8A70-8D34-4E52-8C76-0DBCD5706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551748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9FC"/>
          </a:solidFill>
          <a:ln xmlns:a="http://schemas.openxmlformats.org/drawingml/2006/main" w="0">
            <a:noFill/>
          </a:ln>
        </p:spPr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F5966DEC-AF01-49B7-960D-6D83AAAB1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8185" y="2551748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9FC"/>
          </a:solidFill>
          <a:ln xmlns:a="http://schemas.openxmlformats.org/drawingml/2006/main" w="0">
            <a:noFill/>
          </a:ln>
        </p:spPr>
      </p: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C0385349-1384-4CA9-9B77-2AA6A053C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1070" y="2551748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9FC"/>
          </a:solidFill>
          <a:ln xmlns:a="http://schemas.openxmlformats.org/drawingml/2006/main" w="0">
            <a:noFill/>
          </a:ln>
        </p:spPr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9016D3AA-2E85-45B2-988B-F22F0BDAF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3955" y="2551748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9FC"/>
          </a:solidFill>
          <a:ln xmlns:a="http://schemas.openxmlformats.org/drawingml/2006/main" w="0">
            <a:noFill/>
          </a:ln>
        </p:spPr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3F396F6E-81AE-45B2-8B41-9A9A3E1B8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6840" y="2551748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9FC"/>
          </a:solidFill>
          <a:ln xmlns:a="http://schemas.openxmlformats.org/drawingml/2006/main" w="0">
            <a:noFill/>
          </a:ln>
        </p:spPr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FA69B0C4-B319-42D6-A8F3-62FBC98D3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9725" y="2551748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EF3"/>
          </a:solidFill>
          <a:ln xmlns:a="http://schemas.openxmlformats.org/drawingml/2006/main" w="0">
            <a:noFill/>
          </a:ln>
        </p:spPr>
      </p: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AA7446F3-56A3-457C-AF0D-21A8FBC6D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42610" y="2551748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5CDDA"/>
          </a:solidFill>
          <a:ln xmlns:a="http://schemas.openxmlformats.org/drawingml/2006/main" w="0">
            <a:noFill/>
          </a:ln>
        </p:spPr>
      </p: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9C1E0596-66C1-46B7-872B-D89744B09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5495" y="2551748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CBCCD"/>
          </a:solidFill>
          <a:ln xmlns:a="http://schemas.openxmlformats.org/drawingml/2006/main" w="0">
            <a:noFill/>
          </a:ln>
        </p:spPr>
      </p:sp>
      <p:sp>
        <p:nvSpPr>
          <p:cNvPr id="119" name="">
            <a:extLst xmlns:a="http://schemas.openxmlformats.org/drawingml/2006/main">
              <a:ext uri="{FF2B5EF4-FFF2-40B4-BE49-F238E27FC236}">
                <a16:creationId xmlns:a16="http://schemas.microsoft.com/office/drawing/2014/main" id="{7F6F8FA2-5A6D-4AC4-8D7E-FE3D96281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8380" y="2551748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CDDA"/>
          </a:solidFill>
          <a:ln xmlns:a="http://schemas.openxmlformats.org/drawingml/2006/main" w="0">
            <a:noFill/>
          </a:ln>
        </p:spPr>
      </p:sp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95E7067A-402E-410C-94F1-12C083020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1265" y="2551748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6"/>
          </a:solidFill>
          <a:ln xmlns:a="http://schemas.openxmlformats.org/drawingml/2006/main" w="0">
            <a:noFill/>
          </a:ln>
        </p:spPr>
      </p: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B499FF70-8B6F-4C27-AC7D-C97668177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551748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AFC"/>
          </a:solidFill>
          <a:ln xmlns:a="http://schemas.openxmlformats.org/drawingml/2006/main" w="0">
            <a:noFill/>
          </a:ln>
        </p:spPr>
      </p:sp>
      <p:sp>
        <p:nvSp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04E6F295-953C-4348-84C3-3CFE95B86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57035" y="2551748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BFD"/>
          </a:solidFill>
          <a:ln xmlns:a="http://schemas.openxmlformats.org/drawingml/2006/main" w="0">
            <a:noFill/>
          </a:ln>
        </p:spPr>
      </p:sp>
      <p:sp>
        <p:nvSpPr>
          <p:cNvPr id="123" name="">
            <a:extLst xmlns:a="http://schemas.openxmlformats.org/drawingml/2006/main">
              <a:ext uri="{FF2B5EF4-FFF2-40B4-BE49-F238E27FC236}">
                <a16:creationId xmlns:a16="http://schemas.microsoft.com/office/drawing/2014/main" id="{B5C7352A-C12B-4ACE-93BC-151E521FE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9920" y="2551748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BFD"/>
          </a:solidFill>
          <a:ln xmlns:a="http://schemas.openxmlformats.org/drawingml/2006/main" w="0">
            <a:noFill/>
          </a:ln>
        </p:spPr>
      </p:sp>
      <p:sp>
        <p:nvSpPr>
          <p:cNvPr id="124" name="">
            <a:extLst xmlns:a="http://schemas.openxmlformats.org/drawingml/2006/main">
              <a:ext uri="{FF2B5EF4-FFF2-40B4-BE49-F238E27FC236}">
                <a16:creationId xmlns:a16="http://schemas.microsoft.com/office/drawing/2014/main" id="{C8E829B7-AFF4-42F8-A827-93B2B20CE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2805" y="2551748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BFD"/>
          </a:solidFill>
          <a:ln xmlns:a="http://schemas.openxmlformats.org/drawingml/2006/main" w="0">
            <a:noFill/>
          </a:ln>
        </p:spPr>
      </p:sp>
      <p:sp>
        <p:nvSpPr>
          <p:cNvPr id="125" name="">
            <a:extLst xmlns:a="http://schemas.openxmlformats.org/drawingml/2006/main">
              <a:ext uri="{FF2B5EF4-FFF2-40B4-BE49-F238E27FC236}">
                <a16:creationId xmlns:a16="http://schemas.microsoft.com/office/drawing/2014/main" id="{1D182A53-7F73-4C81-A033-B6C2AC71C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5690" y="2551748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BFD"/>
          </a:solidFill>
          <a:ln xmlns:a="http://schemas.openxmlformats.org/drawingml/2006/main" w="0">
            <a:noFill/>
          </a:ln>
        </p:spPr>
      </p:sp>
      <p:sp>
        <p:nvSpPr>
          <p:cNvPr id="126" name="">
            <a:extLst xmlns:a="http://schemas.openxmlformats.org/drawingml/2006/main">
              <a:ext uri="{FF2B5EF4-FFF2-40B4-BE49-F238E27FC236}">
                <a16:creationId xmlns:a16="http://schemas.microsoft.com/office/drawing/2014/main" id="{DA37E281-02CA-4DE6-9847-4A86F2BF8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48575" y="2551748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BFD"/>
          </a:solidFill>
          <a:ln xmlns:a="http://schemas.openxmlformats.org/drawingml/2006/main" w="0">
            <a:noFill/>
          </a:ln>
        </p:spPr>
      </p:sp>
      <p:sp>
        <p:nvSpPr>
          <p:cNvPr id="127" name="">
            <a:extLst xmlns:a="http://schemas.openxmlformats.org/drawingml/2006/main">
              <a:ext uri="{FF2B5EF4-FFF2-40B4-BE49-F238E27FC236}">
                <a16:creationId xmlns:a16="http://schemas.microsoft.com/office/drawing/2014/main" id="{AB9592CC-4285-471D-A3FB-1F6286B17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1460" y="2551748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BFD"/>
          </a:solidFill>
          <a:ln xmlns:a="http://schemas.openxmlformats.org/drawingml/2006/main" w="0">
            <a:noFill/>
          </a:ln>
        </p:spPr>
      </p:sp>
      <p:sp>
        <p:nvSpPr>
          <p:cNvPr id="128" name="">
            <a:extLst xmlns:a="http://schemas.openxmlformats.org/drawingml/2006/main">
              <a:ext uri="{FF2B5EF4-FFF2-40B4-BE49-F238E27FC236}">
                <a16:creationId xmlns:a16="http://schemas.microsoft.com/office/drawing/2014/main" id="{5666F502-7D27-4E6B-9DA9-F4100DA4F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4345" y="2551748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BFD"/>
          </a:solidFill>
          <a:ln xmlns:a="http://schemas.openxmlformats.org/drawingml/2006/main" w="0">
            <a:noFill/>
          </a:ln>
        </p:spPr>
      </p:sp>
      <p:sp>
        <p:nvSpPr>
          <p:cNvPr id="129" name="">
            <a:extLst xmlns:a="http://schemas.openxmlformats.org/drawingml/2006/main">
              <a:ext uri="{FF2B5EF4-FFF2-40B4-BE49-F238E27FC236}">
                <a16:creationId xmlns:a16="http://schemas.microsoft.com/office/drawing/2014/main" id="{10E680E5-B2DD-4982-B117-F923BA171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7230" y="2551748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BFD"/>
          </a:solidFill>
          <a:ln xmlns:a="http://schemas.openxmlformats.org/drawingml/2006/main" w="0">
            <a:noFill/>
          </a:ln>
        </p:spPr>
      </p:sp>
      <p:sp>
        <p:nvSpPr>
          <p:cNvPr id="130" name="">
            <a:extLst xmlns:a="http://schemas.openxmlformats.org/drawingml/2006/main">
              <a:ext uri="{FF2B5EF4-FFF2-40B4-BE49-F238E27FC236}">
                <a16:creationId xmlns:a16="http://schemas.microsoft.com/office/drawing/2014/main" id="{B372AA16-DD94-42D3-8D71-207EDFA43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0115" y="2551748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BFD"/>
          </a:solidFill>
          <a:ln xmlns:a="http://schemas.openxmlformats.org/drawingml/2006/main" w="0">
            <a:noFill/>
          </a:ln>
        </p:spPr>
      </p:sp>
      <p:sp>
        <p:nvSpPr>
          <p:cNvPr id="131" name="">
            <a:extLst xmlns:a="http://schemas.openxmlformats.org/drawingml/2006/main">
              <a:ext uri="{FF2B5EF4-FFF2-40B4-BE49-F238E27FC236}">
                <a16:creationId xmlns:a16="http://schemas.microsoft.com/office/drawing/2014/main" id="{DB5513E9-5EB9-41D5-8290-7714332A3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551748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BFD"/>
          </a:solidFill>
          <a:ln xmlns:a="http://schemas.openxmlformats.org/drawingml/2006/main" w="0">
            <a:noFill/>
          </a:ln>
        </p:spPr>
      </p:sp>
      <p:sp>
        <p:nvSpPr>
          <p:cNvPr id="132" name="">
            <a:extLst xmlns:a="http://schemas.openxmlformats.org/drawingml/2006/main">
              <a:ext uri="{FF2B5EF4-FFF2-40B4-BE49-F238E27FC236}">
                <a16:creationId xmlns:a16="http://schemas.microsoft.com/office/drawing/2014/main" id="{FF81B052-C384-4A27-8784-432B67A11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16530"/>
            <a:ext cx="1333500" cy="1647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13" b="1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13" b="1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rPr>
              <a:t>G5 TSG any hit</a:t>
            </a:r>
          </a:p>
        </p:txBody>
      </p:sp>
      <p:sp>
        <p:nvSpPr>
          <p:cNvPr id="133" name="">
            <a:extLst xmlns:a="http://schemas.openxmlformats.org/drawingml/2006/main">
              <a:ext uri="{FF2B5EF4-FFF2-40B4-BE49-F238E27FC236}">
                <a16:creationId xmlns:a16="http://schemas.microsoft.com/office/drawing/2014/main" id="{50B94288-153C-47F9-9B4B-0E9874AEC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2716530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BFD"/>
          </a:solidFill>
          <a:ln xmlns:a="http://schemas.openxmlformats.org/drawingml/2006/main" w="0">
            <a:noFill/>
          </a:ln>
        </p:spPr>
      </p:sp>
      <p:sp>
        <p:nvSpPr>
          <p:cNvPr id="134" name="">
            <a:extLst xmlns:a="http://schemas.openxmlformats.org/drawingml/2006/main">
              <a:ext uri="{FF2B5EF4-FFF2-40B4-BE49-F238E27FC236}">
                <a16:creationId xmlns:a16="http://schemas.microsoft.com/office/drawing/2014/main" id="{C0AD180B-B7F9-4D4D-AF2A-67B8294A0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99335" y="2716530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C"/>
          </a:solidFill>
          <a:ln xmlns:a="http://schemas.openxmlformats.org/drawingml/2006/main" w="0">
            <a:noFill/>
          </a:ln>
        </p:spPr>
      </p:sp>
      <p:sp>
        <p:nvSpPr>
          <p:cNvPr id="135" name="">
            <a:extLst xmlns:a="http://schemas.openxmlformats.org/drawingml/2006/main">
              <a:ext uri="{FF2B5EF4-FFF2-40B4-BE49-F238E27FC236}">
                <a16:creationId xmlns:a16="http://schemas.microsoft.com/office/drawing/2014/main" id="{5DDF6155-3C26-4C86-AF14-2DFA3061C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2220" y="2716530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9FC"/>
          </a:solidFill>
          <a:ln xmlns:a="http://schemas.openxmlformats.org/drawingml/2006/main" w="0">
            <a:noFill/>
          </a:ln>
        </p:spPr>
      </p:sp>
      <p:sp>
        <p:nvSpPr>
          <p:cNvPr id="136" name="">
            <a:extLst xmlns:a="http://schemas.openxmlformats.org/drawingml/2006/main">
              <a:ext uri="{FF2B5EF4-FFF2-40B4-BE49-F238E27FC236}">
                <a16:creationId xmlns:a16="http://schemas.microsoft.com/office/drawing/2014/main" id="{CCC47D62-EC36-48F4-97C9-0626FAD53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5105" y="2716530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9FC"/>
          </a:solidFill>
          <a:ln xmlns:a="http://schemas.openxmlformats.org/drawingml/2006/main" w="0">
            <a:noFill/>
          </a:ln>
        </p:spPr>
      </p:sp>
      <p:sp>
        <p:nvSpPr>
          <p:cNvPr id="137" name="">
            <a:extLst xmlns:a="http://schemas.openxmlformats.org/drawingml/2006/main">
              <a:ext uri="{FF2B5EF4-FFF2-40B4-BE49-F238E27FC236}">
                <a16:creationId xmlns:a16="http://schemas.microsoft.com/office/drawing/2014/main" id="{AEE71B84-0D17-46A5-A300-3F993D98F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67990" y="2716530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9FB"/>
          </a:solidFill>
          <a:ln xmlns:a="http://schemas.openxmlformats.org/drawingml/2006/main" w="0">
            <a:noFill/>
          </a:ln>
        </p:spPr>
      </p:sp>
      <p:sp>
        <p:nvSpPr>
          <p:cNvPr id="138" name="">
            <a:extLst xmlns:a="http://schemas.openxmlformats.org/drawingml/2006/main">
              <a:ext uri="{FF2B5EF4-FFF2-40B4-BE49-F238E27FC236}">
                <a16:creationId xmlns:a16="http://schemas.microsoft.com/office/drawing/2014/main" id="{AAC9893D-A446-41B5-A5C7-99DDE6499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2716530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9FB"/>
          </a:solidFill>
          <a:ln xmlns:a="http://schemas.openxmlformats.org/drawingml/2006/main" w="0">
            <a:noFill/>
          </a:ln>
        </p:spPr>
      </p:sp>
      <p:sp>
        <p:nvSpPr>
          <p:cNvPr id="139" name="">
            <a:extLst xmlns:a="http://schemas.openxmlformats.org/drawingml/2006/main">
              <a:ext uri="{FF2B5EF4-FFF2-40B4-BE49-F238E27FC236}">
                <a16:creationId xmlns:a16="http://schemas.microsoft.com/office/drawing/2014/main" id="{F4A27D66-7811-449E-95A5-18EF809C8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3760" y="2716530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8FB"/>
          </a:solidFill>
          <a:ln xmlns:a="http://schemas.openxmlformats.org/drawingml/2006/main" w="0">
            <a:noFill/>
          </a:ln>
        </p:spPr>
      </p:sp>
      <p:sp>
        <p:nvSpPr>
          <p:cNvPr id="140" name="">
            <a:extLst xmlns:a="http://schemas.openxmlformats.org/drawingml/2006/main">
              <a:ext uri="{FF2B5EF4-FFF2-40B4-BE49-F238E27FC236}">
                <a16:creationId xmlns:a16="http://schemas.microsoft.com/office/drawing/2014/main" id="{EA636D6D-58A9-425D-A4D5-DD43CA9A8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6645" y="2716530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8FB"/>
          </a:solidFill>
          <a:ln xmlns:a="http://schemas.openxmlformats.org/drawingml/2006/main" w="0">
            <a:noFill/>
          </a:ln>
        </p:spPr>
      </p:sp>
      <p:sp>
        <p:nvSpPr>
          <p:cNvPr id="141" name="">
            <a:extLst xmlns:a="http://schemas.openxmlformats.org/drawingml/2006/main">
              <a:ext uri="{FF2B5EF4-FFF2-40B4-BE49-F238E27FC236}">
                <a16:creationId xmlns:a16="http://schemas.microsoft.com/office/drawing/2014/main" id="{24C9C45F-5120-49CC-9370-6CE6AE7C8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9530" y="2716530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8FB"/>
          </a:solidFill>
          <a:ln xmlns:a="http://schemas.openxmlformats.org/drawingml/2006/main" w="0">
            <a:noFill/>
          </a:ln>
        </p:spPr>
      </p:sp>
      <p:sp>
        <p:nvSpPr>
          <p:cNvPr id="142" name="">
            <a:extLst xmlns:a="http://schemas.openxmlformats.org/drawingml/2006/main">
              <a:ext uri="{FF2B5EF4-FFF2-40B4-BE49-F238E27FC236}">
                <a16:creationId xmlns:a16="http://schemas.microsoft.com/office/drawing/2014/main" id="{D4E2204A-F29D-4070-A5D2-75732C609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82415" y="2716530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8FB"/>
          </a:solidFill>
          <a:ln xmlns:a="http://schemas.openxmlformats.org/drawingml/2006/main" w="0">
            <a:noFill/>
          </a:ln>
        </p:spPr>
      </p:sp>
      <p:sp>
        <p:nvSpPr>
          <p:cNvPr id="143" name="">
            <a:extLst xmlns:a="http://schemas.openxmlformats.org/drawingml/2006/main">
              <a:ext uri="{FF2B5EF4-FFF2-40B4-BE49-F238E27FC236}">
                <a16:creationId xmlns:a16="http://schemas.microsoft.com/office/drawing/2014/main" id="{2D18CED6-31B4-41E7-9D21-C23617197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716530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8FB"/>
          </a:solidFill>
          <a:ln xmlns:a="http://schemas.openxmlformats.org/drawingml/2006/main" w="0">
            <a:noFill/>
          </a:ln>
        </p:spPr>
      </p:sp>
      <p:sp>
        <p:nvSpPr>
          <p:cNvPr id="144" name="">
            <a:extLst xmlns:a="http://schemas.openxmlformats.org/drawingml/2006/main">
              <a:ext uri="{FF2B5EF4-FFF2-40B4-BE49-F238E27FC236}">
                <a16:creationId xmlns:a16="http://schemas.microsoft.com/office/drawing/2014/main" id="{3307847C-DCEF-49DE-B58E-A314066D2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8185" y="2716530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8FB"/>
          </a:solidFill>
          <a:ln xmlns:a="http://schemas.openxmlformats.org/drawingml/2006/main" w="0">
            <a:noFill/>
          </a:ln>
        </p:spPr>
      </p:sp>
      <p:sp>
        <p:nvSpPr>
          <p:cNvPr id="145" name="">
            <a:extLst xmlns:a="http://schemas.openxmlformats.org/drawingml/2006/main">
              <a:ext uri="{FF2B5EF4-FFF2-40B4-BE49-F238E27FC236}">
                <a16:creationId xmlns:a16="http://schemas.microsoft.com/office/drawing/2014/main" id="{3D664504-7156-4D60-8FC3-75B1D1F9B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1070" y="2716530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8FB"/>
          </a:solidFill>
          <a:ln xmlns:a="http://schemas.openxmlformats.org/drawingml/2006/main" w="0">
            <a:noFill/>
          </a:ln>
        </p:spPr>
      </p:sp>
      <p:sp>
        <p:nvSpPr>
          <p:cNvPr id="146" name="">
            <a:extLst xmlns:a="http://schemas.openxmlformats.org/drawingml/2006/main">
              <a:ext uri="{FF2B5EF4-FFF2-40B4-BE49-F238E27FC236}">
                <a16:creationId xmlns:a16="http://schemas.microsoft.com/office/drawing/2014/main" id="{5B2D6CE9-1C02-40C0-8F9F-840A17389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3955" y="2716530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8FB"/>
          </a:solidFill>
          <a:ln xmlns:a="http://schemas.openxmlformats.org/drawingml/2006/main" w="0">
            <a:noFill/>
          </a:ln>
        </p:spPr>
      </p:sp>
      <p:sp>
        <p:nvSpPr>
          <p:cNvPr id="147" name="">
            <a:extLst xmlns:a="http://schemas.openxmlformats.org/drawingml/2006/main">
              <a:ext uri="{FF2B5EF4-FFF2-40B4-BE49-F238E27FC236}">
                <a16:creationId xmlns:a16="http://schemas.microsoft.com/office/drawing/2014/main" id="{30CE52EB-8C0A-4B4A-88A8-A01179F3A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6840" y="2716530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8FB"/>
          </a:solidFill>
          <a:ln xmlns:a="http://schemas.openxmlformats.org/drawingml/2006/main" w="0">
            <a:noFill/>
          </a:ln>
        </p:spPr>
      </p:sp>
      <p:sp>
        <p:nvSpPr>
          <p:cNvPr id="148" name="">
            <a:extLst xmlns:a="http://schemas.openxmlformats.org/drawingml/2006/main">
              <a:ext uri="{FF2B5EF4-FFF2-40B4-BE49-F238E27FC236}">
                <a16:creationId xmlns:a16="http://schemas.microsoft.com/office/drawing/2014/main" id="{FDA00DA6-C3C0-4D6D-8C85-6B33E0C9F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9725" y="2716530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8FB"/>
          </a:solidFill>
          <a:ln xmlns:a="http://schemas.openxmlformats.org/drawingml/2006/main" w="0">
            <a:noFill/>
          </a:ln>
        </p:spPr>
      </p:sp>
      <p:sp>
        <p:nvSpPr>
          <p:cNvPr id="149" name="">
            <a:extLst xmlns:a="http://schemas.openxmlformats.org/drawingml/2006/main">
              <a:ext uri="{FF2B5EF4-FFF2-40B4-BE49-F238E27FC236}">
                <a16:creationId xmlns:a16="http://schemas.microsoft.com/office/drawing/2014/main" id="{7F5E2A66-C026-4193-A616-7C00F65FB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42610" y="2716530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8FB"/>
          </a:solidFill>
          <a:ln xmlns:a="http://schemas.openxmlformats.org/drawingml/2006/main" w="0">
            <a:noFill/>
          </a:ln>
        </p:spPr>
      </p:sp>
      <p:sp>
        <p:nvSpPr>
          <p:cNvPr id="150" name="">
            <a:extLst xmlns:a="http://schemas.openxmlformats.org/drawingml/2006/main">
              <a:ext uri="{FF2B5EF4-FFF2-40B4-BE49-F238E27FC236}">
                <a16:creationId xmlns:a16="http://schemas.microsoft.com/office/drawing/2014/main" id="{851290B6-2FFB-4A19-85FA-370CD0024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5495" y="2716530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5F8"/>
          </a:solidFill>
          <a:ln xmlns:a="http://schemas.openxmlformats.org/drawingml/2006/main" w="0">
            <a:noFill/>
          </a:ln>
        </p:spPr>
      </p:sp>
      <p:sp>
        <p:nvSpPr>
          <p:cNvPr id="151" name="">
            <a:extLst xmlns:a="http://schemas.openxmlformats.org/drawingml/2006/main">
              <a:ext uri="{FF2B5EF4-FFF2-40B4-BE49-F238E27FC236}">
                <a16:creationId xmlns:a16="http://schemas.microsoft.com/office/drawing/2014/main" id="{47E40F9A-5CBE-4287-AEE7-8AB8283E3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8380" y="2716530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1F5"/>
          </a:solidFill>
          <a:ln xmlns:a="http://schemas.openxmlformats.org/drawingml/2006/main" w="0">
            <a:noFill/>
          </a:ln>
        </p:spPr>
      </p:sp>
      <p:sp>
        <p:nvSpPr>
          <p:cNvPr id="152" name="">
            <a:extLst xmlns:a="http://schemas.openxmlformats.org/drawingml/2006/main">
              <a:ext uri="{FF2B5EF4-FFF2-40B4-BE49-F238E27FC236}">
                <a16:creationId xmlns:a16="http://schemas.microsoft.com/office/drawing/2014/main" id="{04DFB8E5-354F-4DED-9109-E4947516F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1265" y="2716530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0F4"/>
          </a:solidFill>
          <a:ln xmlns:a="http://schemas.openxmlformats.org/drawingml/2006/main" w="0">
            <a:noFill/>
          </a:ln>
        </p:spPr>
      </p:sp>
      <p:sp>
        <p:nvSpPr>
          <p:cNvPr id="153" name="">
            <a:extLst xmlns:a="http://schemas.openxmlformats.org/drawingml/2006/main">
              <a:ext uri="{FF2B5EF4-FFF2-40B4-BE49-F238E27FC236}">
                <a16:creationId xmlns:a16="http://schemas.microsoft.com/office/drawing/2014/main" id="{AD228BF2-DB29-4042-82D8-9D5D5ADB6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716530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0F4"/>
          </a:solidFill>
          <a:ln xmlns:a="http://schemas.openxmlformats.org/drawingml/2006/main" w="0">
            <a:noFill/>
          </a:ln>
        </p:spPr>
      </p:sp>
      <p:sp>
        <p:nvSpPr>
          <p:cNvPr id="154" name="">
            <a:extLst xmlns:a="http://schemas.openxmlformats.org/drawingml/2006/main">
              <a:ext uri="{FF2B5EF4-FFF2-40B4-BE49-F238E27FC236}">
                <a16:creationId xmlns:a16="http://schemas.microsoft.com/office/drawing/2014/main" id="{6ECA01E0-25F8-492C-8A53-763F31B7B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57035" y="2716530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0F4"/>
          </a:solidFill>
          <a:ln xmlns:a="http://schemas.openxmlformats.org/drawingml/2006/main" w="0">
            <a:noFill/>
          </a:ln>
        </p:spPr>
      </p:sp>
      <p:sp>
        <p:nvSpPr>
          <p:cNvPr id="155" name="">
            <a:extLst xmlns:a="http://schemas.openxmlformats.org/drawingml/2006/main">
              <a:ext uri="{FF2B5EF4-FFF2-40B4-BE49-F238E27FC236}">
                <a16:creationId xmlns:a16="http://schemas.microsoft.com/office/drawing/2014/main" id="{47CEE38E-93E9-4075-8FBC-1397F751E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9920" y="2716530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0F4"/>
          </a:solidFill>
          <a:ln xmlns:a="http://schemas.openxmlformats.org/drawingml/2006/main" w="0">
            <a:noFill/>
          </a:ln>
        </p:spPr>
      </p:sp>
      <p:sp>
        <p:nvSpPr>
          <p:cNvPr id="156" name="">
            <a:extLst xmlns:a="http://schemas.openxmlformats.org/drawingml/2006/main">
              <a:ext uri="{FF2B5EF4-FFF2-40B4-BE49-F238E27FC236}">
                <a16:creationId xmlns:a16="http://schemas.microsoft.com/office/drawing/2014/main" id="{68C5AAF2-4918-4AD1-BA32-80E9D11CD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2805" y="2716530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0F4"/>
          </a:solidFill>
          <a:ln xmlns:a="http://schemas.openxmlformats.org/drawingml/2006/main" w="0">
            <a:noFill/>
          </a:ln>
        </p:spPr>
      </p:sp>
      <p:sp>
        <p:nvSpPr>
          <p:cNvPr id="157" name="">
            <a:extLst xmlns:a="http://schemas.openxmlformats.org/drawingml/2006/main">
              <a:ext uri="{FF2B5EF4-FFF2-40B4-BE49-F238E27FC236}">
                <a16:creationId xmlns:a16="http://schemas.microsoft.com/office/drawing/2014/main" id="{76743AF4-F8BB-4B40-AD26-F99637C78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5690" y="2716530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0F5"/>
          </a:solidFill>
          <a:ln xmlns:a="http://schemas.openxmlformats.org/drawingml/2006/main" w="0">
            <a:noFill/>
          </a:ln>
        </p:spPr>
      </p:sp>
      <p:sp>
        <p:nvSpPr>
          <p:cNvPr id="158" name="">
            <a:extLst xmlns:a="http://schemas.openxmlformats.org/drawingml/2006/main">
              <a:ext uri="{FF2B5EF4-FFF2-40B4-BE49-F238E27FC236}">
                <a16:creationId xmlns:a16="http://schemas.microsoft.com/office/drawing/2014/main" id="{006714B1-5095-49D5-803E-C3A59526F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48575" y="2716530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0F5"/>
          </a:solidFill>
          <a:ln xmlns:a="http://schemas.openxmlformats.org/drawingml/2006/main" w="0">
            <a:noFill/>
          </a:ln>
        </p:spPr>
      </p:sp>
      <p:sp>
        <p:nvSpPr>
          <p:cNvPr id="159" name="">
            <a:extLst xmlns:a="http://schemas.openxmlformats.org/drawingml/2006/main">
              <a:ext uri="{FF2B5EF4-FFF2-40B4-BE49-F238E27FC236}">
                <a16:creationId xmlns:a16="http://schemas.microsoft.com/office/drawing/2014/main" id="{B527702D-BFD7-4CF7-B025-5402BE37A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1460" y="2716530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0F5"/>
          </a:solidFill>
          <a:ln xmlns:a="http://schemas.openxmlformats.org/drawingml/2006/main" w="0">
            <a:noFill/>
          </a:ln>
        </p:spPr>
      </p:sp>
      <p:sp>
        <p:nvSpPr>
          <p:cNvPr id="160" name="">
            <a:extLst xmlns:a="http://schemas.openxmlformats.org/drawingml/2006/main">
              <a:ext uri="{FF2B5EF4-FFF2-40B4-BE49-F238E27FC236}">
                <a16:creationId xmlns:a16="http://schemas.microsoft.com/office/drawing/2014/main" id="{C30E8F68-036B-4722-8131-C786CE596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4345" y="2716530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0F5"/>
          </a:solidFill>
          <a:ln xmlns:a="http://schemas.openxmlformats.org/drawingml/2006/main" w="0">
            <a:noFill/>
          </a:ln>
        </p:spPr>
      </p:sp>
      <p:sp>
        <p:nvSpPr>
          <p:cNvPr id="161" name="">
            <a:extLst xmlns:a="http://schemas.openxmlformats.org/drawingml/2006/main">
              <a:ext uri="{FF2B5EF4-FFF2-40B4-BE49-F238E27FC236}">
                <a16:creationId xmlns:a16="http://schemas.microsoft.com/office/drawing/2014/main" id="{50659607-D428-430A-87CC-8B9DCFE76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7230" y="2716530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0F4"/>
          </a:solidFill>
          <a:ln xmlns:a="http://schemas.openxmlformats.org/drawingml/2006/main" w="0">
            <a:noFill/>
          </a:ln>
        </p:spPr>
      </p:sp>
      <p:sp>
        <p:nvSpPr>
          <p:cNvPr id="162" name="">
            <a:extLst xmlns:a="http://schemas.openxmlformats.org/drawingml/2006/main">
              <a:ext uri="{FF2B5EF4-FFF2-40B4-BE49-F238E27FC236}">
                <a16:creationId xmlns:a16="http://schemas.microsoft.com/office/drawing/2014/main" id="{BEAFEE6A-D4EC-4ED1-BE5D-6CC392755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0115" y="2716530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0F4"/>
          </a:solidFill>
          <a:ln xmlns:a="http://schemas.openxmlformats.org/drawingml/2006/main" w="0">
            <a:noFill/>
          </a:ln>
        </p:spPr>
      </p:sp>
      <p:sp>
        <p:nvSpPr>
          <p:cNvPr id="163" name="">
            <a:extLst xmlns:a="http://schemas.openxmlformats.org/drawingml/2006/main">
              <a:ext uri="{FF2B5EF4-FFF2-40B4-BE49-F238E27FC236}">
                <a16:creationId xmlns:a16="http://schemas.microsoft.com/office/drawing/2014/main" id="{550B071D-05C7-4B20-9FBF-4091EBD9C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716530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0F4"/>
          </a:solidFill>
          <a:ln xmlns:a="http://schemas.openxmlformats.org/drawingml/2006/main" w="0">
            <a:noFill/>
          </a:ln>
        </p:spPr>
      </p:sp>
      <p:sp>
        <p:nvSpPr>
          <p:cNvPr id="164" name="">
            <a:extLst xmlns:a="http://schemas.openxmlformats.org/drawingml/2006/main">
              <a:ext uri="{FF2B5EF4-FFF2-40B4-BE49-F238E27FC236}">
                <a16:creationId xmlns:a16="http://schemas.microsoft.com/office/drawing/2014/main" id="{3F7666C4-B732-4F35-9804-80BF8A1BD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81313"/>
            <a:ext cx="1333500" cy="1647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13" b="1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13" b="1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rPr>
              <a:t>G6 TSG any hit</a:t>
            </a:r>
          </a:p>
        </p:txBody>
      </p:sp>
      <p:sp>
        <p:nvSpPr>
          <p:cNvPr id="165" name="">
            <a:extLst xmlns:a="http://schemas.openxmlformats.org/drawingml/2006/main">
              <a:ext uri="{FF2B5EF4-FFF2-40B4-BE49-F238E27FC236}">
                <a16:creationId xmlns:a16="http://schemas.microsoft.com/office/drawing/2014/main" id="{22807BC7-F415-406A-8479-9C95930BF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2881313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BFD"/>
          </a:solidFill>
          <a:ln xmlns:a="http://schemas.openxmlformats.org/drawingml/2006/main" w="0">
            <a:noFill/>
          </a:ln>
        </p:spPr>
      </p:sp>
      <p:sp>
        <p:nvSpPr>
          <p:cNvPr id="166" name="">
            <a:extLst xmlns:a="http://schemas.openxmlformats.org/drawingml/2006/main">
              <a:ext uri="{FF2B5EF4-FFF2-40B4-BE49-F238E27FC236}">
                <a16:creationId xmlns:a16="http://schemas.microsoft.com/office/drawing/2014/main" id="{14564C22-126D-4901-8934-54465CC5F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99335" y="2881313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AFC"/>
          </a:solidFill>
          <a:ln xmlns:a="http://schemas.openxmlformats.org/drawingml/2006/main" w="0">
            <a:noFill/>
          </a:ln>
        </p:spPr>
      </p:sp>
      <p:sp>
        <p:nvSpPr>
          <p:cNvPr id="167" name="">
            <a:extLst xmlns:a="http://schemas.openxmlformats.org/drawingml/2006/main">
              <a:ext uri="{FF2B5EF4-FFF2-40B4-BE49-F238E27FC236}">
                <a16:creationId xmlns:a16="http://schemas.microsoft.com/office/drawing/2014/main" id="{8E329354-4530-4386-9F1C-54395E6B4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2220" y="2881313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9FC"/>
          </a:solidFill>
          <a:ln xmlns:a="http://schemas.openxmlformats.org/drawingml/2006/main" w="0">
            <a:noFill/>
          </a:ln>
        </p:spPr>
      </p:sp>
      <p:sp>
        <p:nvSpPr>
          <p:cNvPr id="168" name="">
            <a:extLst xmlns:a="http://schemas.openxmlformats.org/drawingml/2006/main">
              <a:ext uri="{FF2B5EF4-FFF2-40B4-BE49-F238E27FC236}">
                <a16:creationId xmlns:a16="http://schemas.microsoft.com/office/drawing/2014/main" id="{6B310112-9A67-4201-88C0-73523155D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5105" y="2881313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9FB"/>
          </a:solidFill>
          <a:ln xmlns:a="http://schemas.openxmlformats.org/drawingml/2006/main" w="0">
            <a:noFill/>
          </a:ln>
        </p:spPr>
      </p:sp>
      <p:sp>
        <p:nvSpPr>
          <p:cNvPr id="169" name="">
            <a:extLst xmlns:a="http://schemas.openxmlformats.org/drawingml/2006/main">
              <a:ext uri="{FF2B5EF4-FFF2-40B4-BE49-F238E27FC236}">
                <a16:creationId xmlns:a16="http://schemas.microsoft.com/office/drawing/2014/main" id="{49B2B914-A6F7-49AF-A87E-5F97E8791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67990" y="2881313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9FB"/>
          </a:solidFill>
          <a:ln xmlns:a="http://schemas.openxmlformats.org/drawingml/2006/main" w="0">
            <a:noFill/>
          </a:ln>
        </p:spPr>
      </p:sp>
      <p:sp>
        <p:nvSpPr>
          <p:cNvPr id="170" name="">
            <a:extLst xmlns:a="http://schemas.openxmlformats.org/drawingml/2006/main">
              <a:ext uri="{FF2B5EF4-FFF2-40B4-BE49-F238E27FC236}">
                <a16:creationId xmlns:a16="http://schemas.microsoft.com/office/drawing/2014/main" id="{423AEF58-CDA2-4486-9A85-120AB0E72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2881313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8FB"/>
          </a:solidFill>
          <a:ln xmlns:a="http://schemas.openxmlformats.org/drawingml/2006/main" w="0">
            <a:noFill/>
          </a:ln>
        </p:spPr>
      </p:sp>
      <p:sp>
        <p:nvSpPr>
          <p:cNvPr id="171" name="">
            <a:extLst xmlns:a="http://schemas.openxmlformats.org/drawingml/2006/main">
              <a:ext uri="{FF2B5EF4-FFF2-40B4-BE49-F238E27FC236}">
                <a16:creationId xmlns:a16="http://schemas.microsoft.com/office/drawing/2014/main" id="{E157D7A0-0406-48E7-86D9-D26C19133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3760" y="2881313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8FB"/>
          </a:solidFill>
          <a:ln xmlns:a="http://schemas.openxmlformats.org/drawingml/2006/main" w="0">
            <a:noFill/>
          </a:ln>
        </p:spPr>
      </p:sp>
      <p:sp>
        <p:nvSpPr>
          <p:cNvPr id="172" name="">
            <a:extLst xmlns:a="http://schemas.openxmlformats.org/drawingml/2006/main">
              <a:ext uri="{FF2B5EF4-FFF2-40B4-BE49-F238E27FC236}">
                <a16:creationId xmlns:a16="http://schemas.microsoft.com/office/drawing/2014/main" id="{041DC77D-2AEF-4D14-95CC-0153ACE02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6645" y="2881313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8FA"/>
          </a:solidFill>
          <a:ln xmlns:a="http://schemas.openxmlformats.org/drawingml/2006/main" w="0">
            <a:noFill/>
          </a:ln>
        </p:spPr>
      </p:sp>
      <p:sp>
        <p:nvSpPr>
          <p:cNvPr id="173" name="">
            <a:extLst xmlns:a="http://schemas.openxmlformats.org/drawingml/2006/main">
              <a:ext uri="{FF2B5EF4-FFF2-40B4-BE49-F238E27FC236}">
                <a16:creationId xmlns:a16="http://schemas.microsoft.com/office/drawing/2014/main" id="{73AE42C5-9EEC-4755-A5AE-4C579BE12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9530" y="2881313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</a:ln>
        </p:spPr>
      </p:sp>
      <p:sp>
        <p:nvSpPr>
          <p:cNvPr id="174" name="">
            <a:extLst xmlns:a="http://schemas.openxmlformats.org/drawingml/2006/main">
              <a:ext uri="{FF2B5EF4-FFF2-40B4-BE49-F238E27FC236}">
                <a16:creationId xmlns:a16="http://schemas.microsoft.com/office/drawing/2014/main" id="{B28E1055-6400-4B8F-9D1D-7F3D7437A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82415" y="2881313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7FA"/>
          </a:solidFill>
          <a:ln xmlns:a="http://schemas.openxmlformats.org/drawingml/2006/main" w="0">
            <a:noFill/>
          </a:ln>
        </p:spPr>
      </p:sp>
      <p:sp>
        <p:nvSpPr>
          <p:cNvPr id="175" name="">
            <a:extLst xmlns:a="http://schemas.openxmlformats.org/drawingml/2006/main">
              <a:ext uri="{FF2B5EF4-FFF2-40B4-BE49-F238E27FC236}">
                <a16:creationId xmlns:a16="http://schemas.microsoft.com/office/drawing/2014/main" id="{7A8C80A8-1A46-417B-BB99-709257A19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881313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7FA"/>
          </a:solidFill>
          <a:ln xmlns:a="http://schemas.openxmlformats.org/drawingml/2006/main" w="0">
            <a:noFill/>
          </a:ln>
        </p:spPr>
      </p:sp>
      <p:sp>
        <p:nvSpPr>
          <p:cNvPr id="176" name="">
            <a:extLst xmlns:a="http://schemas.openxmlformats.org/drawingml/2006/main">
              <a:ext uri="{FF2B5EF4-FFF2-40B4-BE49-F238E27FC236}">
                <a16:creationId xmlns:a16="http://schemas.microsoft.com/office/drawing/2014/main" id="{089BFA58-2B69-4875-8D8D-690094EFE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8185" y="2881313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7FA"/>
          </a:solidFill>
          <a:ln xmlns:a="http://schemas.openxmlformats.org/drawingml/2006/main" w="0">
            <a:noFill/>
          </a:ln>
        </p:spPr>
      </p:sp>
      <p:sp>
        <p:nvSpPr>
          <p:cNvPr id="177" name="">
            <a:extLst xmlns:a="http://schemas.openxmlformats.org/drawingml/2006/main">
              <a:ext uri="{FF2B5EF4-FFF2-40B4-BE49-F238E27FC236}">
                <a16:creationId xmlns:a16="http://schemas.microsoft.com/office/drawing/2014/main" id="{E5EC5C3A-51A3-44D3-AB36-F937EA2C4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1070" y="2881313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7FA"/>
          </a:solidFill>
          <a:ln xmlns:a="http://schemas.openxmlformats.org/drawingml/2006/main" w="0">
            <a:noFill/>
          </a:ln>
        </p:spPr>
      </p:sp>
      <p:sp>
        <p:nvSpPr>
          <p:cNvPr id="178" name="">
            <a:extLst xmlns:a="http://schemas.openxmlformats.org/drawingml/2006/main">
              <a:ext uri="{FF2B5EF4-FFF2-40B4-BE49-F238E27FC236}">
                <a16:creationId xmlns:a16="http://schemas.microsoft.com/office/drawing/2014/main" id="{8492122E-C2BD-44FA-9C4F-4306F038D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3955" y="2881313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7FA"/>
          </a:solidFill>
          <a:ln xmlns:a="http://schemas.openxmlformats.org/drawingml/2006/main" w="0">
            <a:noFill/>
          </a:ln>
        </p:spPr>
      </p:sp>
      <p:sp>
        <p:nvSpPr>
          <p:cNvPr id="179" name="">
            <a:extLst xmlns:a="http://schemas.openxmlformats.org/drawingml/2006/main">
              <a:ext uri="{FF2B5EF4-FFF2-40B4-BE49-F238E27FC236}">
                <a16:creationId xmlns:a16="http://schemas.microsoft.com/office/drawing/2014/main" id="{F0DB53E8-E248-40D5-A803-A1593BA84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6840" y="2881313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7FA"/>
          </a:solidFill>
          <a:ln xmlns:a="http://schemas.openxmlformats.org/drawingml/2006/main" w="0">
            <a:noFill/>
          </a:ln>
        </p:spPr>
      </p:sp>
      <p:sp>
        <p:nvSpPr>
          <p:cNvPr id="180" name="">
            <a:extLst xmlns:a="http://schemas.openxmlformats.org/drawingml/2006/main">
              <a:ext uri="{FF2B5EF4-FFF2-40B4-BE49-F238E27FC236}">
                <a16:creationId xmlns:a16="http://schemas.microsoft.com/office/drawing/2014/main" id="{7BF7DE8A-5E1D-49F1-96A2-B890C2F06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9725" y="2881313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7FA"/>
          </a:solidFill>
          <a:ln xmlns:a="http://schemas.openxmlformats.org/drawingml/2006/main" w="0">
            <a:noFill/>
          </a:ln>
        </p:spPr>
      </p:sp>
      <p:sp>
        <p:nvSpPr>
          <p:cNvPr id="181" name="">
            <a:extLst xmlns:a="http://schemas.openxmlformats.org/drawingml/2006/main">
              <a:ext uri="{FF2B5EF4-FFF2-40B4-BE49-F238E27FC236}">
                <a16:creationId xmlns:a16="http://schemas.microsoft.com/office/drawing/2014/main" id="{11609BCE-2934-4256-BA7F-B9AAE2ED6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42610" y="2881313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7FA"/>
          </a:solidFill>
          <a:ln xmlns:a="http://schemas.openxmlformats.org/drawingml/2006/main" w="0">
            <a:noFill/>
          </a:ln>
        </p:spPr>
      </p:sp>
      <p:sp>
        <p:nvSpPr>
          <p:cNvPr id="182" name="">
            <a:extLst xmlns:a="http://schemas.openxmlformats.org/drawingml/2006/main">
              <a:ext uri="{FF2B5EF4-FFF2-40B4-BE49-F238E27FC236}">
                <a16:creationId xmlns:a16="http://schemas.microsoft.com/office/drawing/2014/main" id="{A5545E67-8EE6-49DF-8CBA-859B8DC19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5495" y="2881313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6F9"/>
          </a:solidFill>
          <a:ln xmlns:a="http://schemas.openxmlformats.org/drawingml/2006/main" w="0">
            <a:noFill/>
          </a:ln>
        </p:spPr>
      </p:sp>
      <p:sp>
        <p:nvSpPr>
          <p:cNvPr id="183" name="">
            <a:extLst xmlns:a="http://schemas.openxmlformats.org/drawingml/2006/main">
              <a:ext uri="{FF2B5EF4-FFF2-40B4-BE49-F238E27FC236}">
                <a16:creationId xmlns:a16="http://schemas.microsoft.com/office/drawing/2014/main" id="{7CAFA53A-EEE3-4F6D-9C4A-251F4E149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8380" y="2881313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4F8"/>
          </a:solidFill>
          <a:ln xmlns:a="http://schemas.openxmlformats.org/drawingml/2006/main" w="0">
            <a:noFill/>
          </a:ln>
        </p:spPr>
      </p:sp>
      <p:sp>
        <p:nvSpPr>
          <p:cNvPr id="184" name="">
            <a:extLst xmlns:a="http://schemas.openxmlformats.org/drawingml/2006/main">
              <a:ext uri="{FF2B5EF4-FFF2-40B4-BE49-F238E27FC236}">
                <a16:creationId xmlns:a16="http://schemas.microsoft.com/office/drawing/2014/main" id="{51E4CA9A-B9E5-43BE-A802-296BDC424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1265" y="2881313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F3F7"/>
          </a:solidFill>
          <a:ln xmlns:a="http://schemas.openxmlformats.org/drawingml/2006/main" w="0">
            <a:noFill/>
          </a:ln>
        </p:spPr>
      </p:sp>
      <p:sp>
        <p:nvSpPr>
          <p:cNvPr id="185" name="">
            <a:extLst xmlns:a="http://schemas.openxmlformats.org/drawingml/2006/main">
              <a:ext uri="{FF2B5EF4-FFF2-40B4-BE49-F238E27FC236}">
                <a16:creationId xmlns:a16="http://schemas.microsoft.com/office/drawing/2014/main" id="{60ED1EBD-7666-46B1-832A-069E4B68C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881313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BF3F6"/>
          </a:solidFill>
          <a:ln xmlns:a="http://schemas.openxmlformats.org/drawingml/2006/main" w="0">
            <a:noFill/>
          </a:ln>
        </p:spPr>
      </p:sp>
      <p:sp>
        <p:nvSpPr>
          <p:cNvPr id="186" name="">
            <a:extLst xmlns:a="http://schemas.openxmlformats.org/drawingml/2006/main">
              <a:ext uri="{FF2B5EF4-FFF2-40B4-BE49-F238E27FC236}">
                <a16:creationId xmlns:a16="http://schemas.microsoft.com/office/drawing/2014/main" id="{4EC9EF72-4462-4F1B-B3A4-8729F709A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57035" y="2881313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6"/>
          </a:solidFill>
          <a:ln xmlns:a="http://schemas.openxmlformats.org/drawingml/2006/main" w="0">
            <a:noFill/>
          </a:ln>
        </p:spPr>
      </p:sp>
      <p:sp>
        <p:nvSpPr>
          <p:cNvPr id="187" name="">
            <a:extLst xmlns:a="http://schemas.openxmlformats.org/drawingml/2006/main">
              <a:ext uri="{FF2B5EF4-FFF2-40B4-BE49-F238E27FC236}">
                <a16:creationId xmlns:a16="http://schemas.microsoft.com/office/drawing/2014/main" id="{0E7E4AC5-05E9-4492-B122-F7AC99075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9920" y="2881313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BF2F6"/>
          </a:solidFill>
          <a:ln xmlns:a="http://schemas.openxmlformats.org/drawingml/2006/main" w="0">
            <a:noFill/>
          </a:ln>
        </p:spPr>
      </p:sp>
      <p:sp>
        <p:nvSpPr>
          <p:cNvPr id="188" name="">
            <a:extLst xmlns:a="http://schemas.openxmlformats.org/drawingml/2006/main">
              <a:ext uri="{FF2B5EF4-FFF2-40B4-BE49-F238E27FC236}">
                <a16:creationId xmlns:a16="http://schemas.microsoft.com/office/drawing/2014/main" id="{E2A32D17-C9B9-4A20-9209-A18A7A5A4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2805" y="2881313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BF2F6"/>
          </a:solidFill>
          <a:ln xmlns:a="http://schemas.openxmlformats.org/drawingml/2006/main" w="0">
            <a:noFill/>
          </a:ln>
        </p:spPr>
      </p:sp>
      <p:sp>
        <p:nvSpPr>
          <p:cNvPr id="189" name="">
            <a:extLst xmlns:a="http://schemas.openxmlformats.org/drawingml/2006/main">
              <a:ext uri="{FF2B5EF4-FFF2-40B4-BE49-F238E27FC236}">
                <a16:creationId xmlns:a16="http://schemas.microsoft.com/office/drawing/2014/main" id="{6D9272C5-C617-47DD-8884-C47B30D1C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5690" y="2881313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BF2F6"/>
          </a:solidFill>
          <a:ln xmlns:a="http://schemas.openxmlformats.org/drawingml/2006/main" w="0">
            <a:noFill/>
          </a:ln>
        </p:spPr>
      </p:sp>
      <p:sp>
        <p:nvSpPr>
          <p:cNvPr id="190" name="">
            <a:extLst xmlns:a="http://schemas.openxmlformats.org/drawingml/2006/main">
              <a:ext uri="{FF2B5EF4-FFF2-40B4-BE49-F238E27FC236}">
                <a16:creationId xmlns:a16="http://schemas.microsoft.com/office/drawing/2014/main" id="{3C51299D-5FFF-4084-A0BF-3FBD3D053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48575" y="2881313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BF2F6"/>
          </a:solidFill>
          <a:ln xmlns:a="http://schemas.openxmlformats.org/drawingml/2006/main" w="0">
            <a:noFill/>
          </a:ln>
        </p:spPr>
      </p:sp>
      <p:sp>
        <p:nvSpPr>
          <p:cNvPr id="191" name="">
            <a:extLst xmlns:a="http://schemas.openxmlformats.org/drawingml/2006/main">
              <a:ext uri="{FF2B5EF4-FFF2-40B4-BE49-F238E27FC236}">
                <a16:creationId xmlns:a16="http://schemas.microsoft.com/office/drawing/2014/main" id="{7F1FE6F9-30D7-4E8A-89EC-096741973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1460" y="2881313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6"/>
          </a:solidFill>
          <a:ln xmlns:a="http://schemas.openxmlformats.org/drawingml/2006/main" w="0">
            <a:noFill/>
          </a:ln>
        </p:spPr>
      </p:sp>
      <p:sp>
        <p:nvSpPr>
          <p:cNvPr id="192" name="">
            <a:extLst xmlns:a="http://schemas.openxmlformats.org/drawingml/2006/main">
              <a:ext uri="{FF2B5EF4-FFF2-40B4-BE49-F238E27FC236}">
                <a16:creationId xmlns:a16="http://schemas.microsoft.com/office/drawing/2014/main" id="{A9C6FF64-E690-48D1-A973-585B12E17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4345" y="2881313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6"/>
          </a:solidFill>
          <a:ln xmlns:a="http://schemas.openxmlformats.org/drawingml/2006/main" w="0">
            <a:noFill/>
          </a:ln>
        </p:spPr>
      </p:sp>
      <p:sp>
        <p:nvSpPr>
          <p:cNvPr id="193" name="">
            <a:extLst xmlns:a="http://schemas.openxmlformats.org/drawingml/2006/main">
              <a:ext uri="{FF2B5EF4-FFF2-40B4-BE49-F238E27FC236}">
                <a16:creationId xmlns:a16="http://schemas.microsoft.com/office/drawing/2014/main" id="{83660B5F-B97C-4E96-BB29-523655BC9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7230" y="2881313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6"/>
          </a:solidFill>
          <a:ln xmlns:a="http://schemas.openxmlformats.org/drawingml/2006/main" w="0">
            <a:noFill/>
          </a:ln>
        </p:spPr>
      </p:sp>
      <p:sp>
        <p:nvSpPr>
          <p:cNvPr id="194" name="">
            <a:extLst xmlns:a="http://schemas.openxmlformats.org/drawingml/2006/main">
              <a:ext uri="{FF2B5EF4-FFF2-40B4-BE49-F238E27FC236}">
                <a16:creationId xmlns:a16="http://schemas.microsoft.com/office/drawing/2014/main" id="{42CF4635-3691-4819-B8B7-7DB47B3B9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0115" y="2881313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6"/>
          </a:solidFill>
          <a:ln xmlns:a="http://schemas.openxmlformats.org/drawingml/2006/main" w="0">
            <a:noFill/>
          </a:ln>
        </p:spPr>
      </p:sp>
      <p:sp>
        <p:nvSpPr>
          <p:cNvPr id="195" name="">
            <a:extLst xmlns:a="http://schemas.openxmlformats.org/drawingml/2006/main">
              <a:ext uri="{FF2B5EF4-FFF2-40B4-BE49-F238E27FC236}">
                <a16:creationId xmlns:a16="http://schemas.microsoft.com/office/drawing/2014/main" id="{1A90313B-59C1-4DB9-A95E-B8B95CD68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881313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1F5"/>
          </a:solidFill>
          <a:ln xmlns:a="http://schemas.openxmlformats.org/drawingml/2006/main" w="0">
            <a:noFill/>
          </a:ln>
        </p:spPr>
      </p:sp>
      <p:sp>
        <p:nvSpPr>
          <p:cNvPr id="196" name="">
            <a:extLst xmlns:a="http://schemas.openxmlformats.org/drawingml/2006/main">
              <a:ext uri="{FF2B5EF4-FFF2-40B4-BE49-F238E27FC236}">
                <a16:creationId xmlns:a16="http://schemas.microsoft.com/office/drawing/2014/main" id="{EF6EF79F-1594-4E81-8E9F-B03297FD7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6095"/>
            <a:ext cx="1333500" cy="1647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13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rPr>
              <a:t>G7</a:t>
            </a:r>
          </a:p>
        </p:txBody>
      </p:sp>
      <p:sp>
        <p:nvSpPr>
          <p:cNvPr id="197" name="">
            <a:extLst xmlns:a="http://schemas.openxmlformats.org/drawingml/2006/main">
              <a:ext uri="{FF2B5EF4-FFF2-40B4-BE49-F238E27FC236}">
                <a16:creationId xmlns:a16="http://schemas.microsoft.com/office/drawing/2014/main" id="{C471D8C5-5448-4D90-9631-204AB3A29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3046095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BFD"/>
          </a:solidFill>
          <a:ln xmlns:a="http://schemas.openxmlformats.org/drawingml/2006/main" w="0">
            <a:noFill/>
          </a:ln>
        </p:spPr>
      </p:sp>
      <p:sp>
        <p:nvSpPr>
          <p:cNvPr id="198" name="">
            <a:extLst xmlns:a="http://schemas.openxmlformats.org/drawingml/2006/main">
              <a:ext uri="{FF2B5EF4-FFF2-40B4-BE49-F238E27FC236}">
                <a16:creationId xmlns:a16="http://schemas.microsoft.com/office/drawing/2014/main" id="{E4ABF531-0FE6-44E5-80E2-7E6D7A18C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99335" y="3046095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C"/>
          </a:solidFill>
          <a:ln xmlns:a="http://schemas.openxmlformats.org/drawingml/2006/main" w="0">
            <a:noFill/>
          </a:ln>
        </p:spPr>
      </p:sp>
      <p:sp>
        <p:nvSpPr>
          <p:cNvPr id="199" name="">
            <a:extLst xmlns:a="http://schemas.openxmlformats.org/drawingml/2006/main">
              <a:ext uri="{FF2B5EF4-FFF2-40B4-BE49-F238E27FC236}">
                <a16:creationId xmlns:a16="http://schemas.microsoft.com/office/drawing/2014/main" id="{DCBA3208-4250-4D38-B500-2425F887F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2220" y="3046095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AFC"/>
          </a:solidFill>
          <a:ln xmlns:a="http://schemas.openxmlformats.org/drawingml/2006/main" w="0">
            <a:noFill/>
          </a:ln>
        </p:spPr>
      </p:sp>
      <p:sp>
        <p:nvSpPr>
          <p:cNvPr id="200" name="">
            <a:extLst xmlns:a="http://schemas.openxmlformats.org/drawingml/2006/main">
              <a:ext uri="{FF2B5EF4-FFF2-40B4-BE49-F238E27FC236}">
                <a16:creationId xmlns:a16="http://schemas.microsoft.com/office/drawing/2014/main" id="{BFA69E50-20B8-492D-BCAF-E2E5DB45C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5105" y="3046095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AFC"/>
          </a:solidFill>
          <a:ln xmlns:a="http://schemas.openxmlformats.org/drawingml/2006/main" w="0">
            <a:noFill/>
          </a:ln>
        </p:spPr>
      </p:sp>
      <p:sp>
        <p:nvSpPr>
          <p:cNvPr id="201" name="">
            <a:extLst xmlns:a="http://schemas.openxmlformats.org/drawingml/2006/main">
              <a:ext uri="{FF2B5EF4-FFF2-40B4-BE49-F238E27FC236}">
                <a16:creationId xmlns:a16="http://schemas.microsoft.com/office/drawing/2014/main" id="{5D61BB08-504F-4CFA-840F-A94F6D5CA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67990" y="3046095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AFC"/>
          </a:solidFill>
          <a:ln xmlns:a="http://schemas.openxmlformats.org/drawingml/2006/main" w="0">
            <a:noFill/>
          </a:ln>
        </p:spPr>
      </p:sp>
      <p:sp>
        <p:nvSpPr>
          <p:cNvPr id="202" name="">
            <a:extLst xmlns:a="http://schemas.openxmlformats.org/drawingml/2006/main">
              <a:ext uri="{FF2B5EF4-FFF2-40B4-BE49-F238E27FC236}">
                <a16:creationId xmlns:a16="http://schemas.microsoft.com/office/drawing/2014/main" id="{7F36AD25-88A5-4708-8336-66363FD98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3046095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AFC"/>
          </a:solidFill>
          <a:ln xmlns:a="http://schemas.openxmlformats.org/drawingml/2006/main" w="0">
            <a:noFill/>
          </a:ln>
        </p:spPr>
      </p:sp>
      <p:sp>
        <p:nvSpPr>
          <p:cNvPr id="203" name="">
            <a:extLst xmlns:a="http://schemas.openxmlformats.org/drawingml/2006/main">
              <a:ext uri="{FF2B5EF4-FFF2-40B4-BE49-F238E27FC236}">
                <a16:creationId xmlns:a16="http://schemas.microsoft.com/office/drawing/2014/main" id="{CB6DADD9-E070-4C5C-A0C7-60210858D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3760" y="3046095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AFC"/>
          </a:solidFill>
          <a:ln xmlns:a="http://schemas.openxmlformats.org/drawingml/2006/main" w="0">
            <a:noFill/>
          </a:ln>
        </p:spPr>
      </p:sp>
      <p:sp>
        <p:nvSpPr>
          <p:cNvPr id="204" name="">
            <a:extLst xmlns:a="http://schemas.openxmlformats.org/drawingml/2006/main">
              <a:ext uri="{FF2B5EF4-FFF2-40B4-BE49-F238E27FC236}">
                <a16:creationId xmlns:a16="http://schemas.microsoft.com/office/drawing/2014/main" id="{59DE0D05-7638-4578-8012-F1E785E69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6645" y="3046095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9FC"/>
          </a:solidFill>
          <a:ln xmlns:a="http://schemas.openxmlformats.org/drawingml/2006/main" w="0">
            <a:noFill/>
          </a:ln>
        </p:spPr>
      </p:sp>
      <p:sp>
        <p:nvSpPr>
          <p:cNvPr id="205" name="">
            <a:extLst xmlns:a="http://schemas.openxmlformats.org/drawingml/2006/main">
              <a:ext uri="{FF2B5EF4-FFF2-40B4-BE49-F238E27FC236}">
                <a16:creationId xmlns:a16="http://schemas.microsoft.com/office/drawing/2014/main" id="{BF706FC6-37B8-4B54-9666-3EB0C89B9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9530" y="3046095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9FC"/>
          </a:solidFill>
          <a:ln xmlns:a="http://schemas.openxmlformats.org/drawingml/2006/main" w="0">
            <a:noFill/>
          </a:ln>
        </p:spPr>
      </p:sp>
      <p:sp>
        <p:nvSpPr>
          <p:cNvPr id="206" name="">
            <a:extLst xmlns:a="http://schemas.openxmlformats.org/drawingml/2006/main">
              <a:ext uri="{FF2B5EF4-FFF2-40B4-BE49-F238E27FC236}">
                <a16:creationId xmlns:a16="http://schemas.microsoft.com/office/drawing/2014/main" id="{AB188556-542B-4E8E-A0EC-76525C425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82415" y="3046095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9FC"/>
          </a:solidFill>
          <a:ln xmlns:a="http://schemas.openxmlformats.org/drawingml/2006/main" w="0">
            <a:noFill/>
          </a:ln>
        </p:spPr>
      </p:sp>
      <p:sp>
        <p:nvSpPr>
          <p:cNvPr id="207" name="">
            <a:extLst xmlns:a="http://schemas.openxmlformats.org/drawingml/2006/main">
              <a:ext uri="{FF2B5EF4-FFF2-40B4-BE49-F238E27FC236}">
                <a16:creationId xmlns:a16="http://schemas.microsoft.com/office/drawing/2014/main" id="{9AC65FAB-37D2-45A7-A4FB-7E7D5E5C3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3046095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9FC"/>
          </a:solidFill>
          <a:ln xmlns:a="http://schemas.openxmlformats.org/drawingml/2006/main" w="0">
            <a:noFill/>
          </a:ln>
        </p:spPr>
      </p:sp>
      <p:sp>
        <p:nvSpPr>
          <p:cNvPr id="208" name="">
            <a:extLst xmlns:a="http://schemas.openxmlformats.org/drawingml/2006/main">
              <a:ext uri="{FF2B5EF4-FFF2-40B4-BE49-F238E27FC236}">
                <a16:creationId xmlns:a16="http://schemas.microsoft.com/office/drawing/2014/main" id="{B60D263B-A97C-4BA7-A53D-06158AD02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8185" y="3046095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9FC"/>
          </a:solidFill>
          <a:ln xmlns:a="http://schemas.openxmlformats.org/drawingml/2006/main" w="0">
            <a:noFill/>
          </a:ln>
        </p:spPr>
      </p:sp>
      <p:sp>
        <p:nvSpPr>
          <p:cNvPr id="209" name="">
            <a:extLst xmlns:a="http://schemas.openxmlformats.org/drawingml/2006/main">
              <a:ext uri="{FF2B5EF4-FFF2-40B4-BE49-F238E27FC236}">
                <a16:creationId xmlns:a16="http://schemas.microsoft.com/office/drawing/2014/main" id="{74032D93-C987-4656-9ADD-9EE26452C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1070" y="3046095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9FC"/>
          </a:solidFill>
          <a:ln xmlns:a="http://schemas.openxmlformats.org/drawingml/2006/main" w="0">
            <a:noFill/>
          </a:ln>
        </p:spPr>
      </p:sp>
      <p:sp>
        <p:nvSpPr>
          <p:cNvPr id="210" name="">
            <a:extLst xmlns:a="http://schemas.openxmlformats.org/drawingml/2006/main">
              <a:ext uri="{FF2B5EF4-FFF2-40B4-BE49-F238E27FC236}">
                <a16:creationId xmlns:a16="http://schemas.microsoft.com/office/drawing/2014/main" id="{AD600960-6BC7-409B-86AD-E09F0528A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3955" y="3046095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9FC"/>
          </a:solidFill>
          <a:ln xmlns:a="http://schemas.openxmlformats.org/drawingml/2006/main" w="0">
            <a:noFill/>
          </a:ln>
        </p:spPr>
      </p:sp>
      <p:sp>
        <p:nvSpPr>
          <p:cNvPr id="211" name="">
            <a:extLst xmlns:a="http://schemas.openxmlformats.org/drawingml/2006/main">
              <a:ext uri="{FF2B5EF4-FFF2-40B4-BE49-F238E27FC236}">
                <a16:creationId xmlns:a16="http://schemas.microsoft.com/office/drawing/2014/main" id="{3B5C0B5F-00C7-4BBA-8A95-A790DB9FF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6840" y="3046095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9FC"/>
          </a:solidFill>
          <a:ln xmlns:a="http://schemas.openxmlformats.org/drawingml/2006/main" w="0">
            <a:noFill/>
          </a:ln>
        </p:spPr>
      </p:sp>
      <p:sp>
        <p:nvSpPr>
          <p:cNvPr id="212" name="">
            <a:extLst xmlns:a="http://schemas.openxmlformats.org/drawingml/2006/main">
              <a:ext uri="{FF2B5EF4-FFF2-40B4-BE49-F238E27FC236}">
                <a16:creationId xmlns:a16="http://schemas.microsoft.com/office/drawing/2014/main" id="{E35279AE-42BA-46D8-B412-DE0368898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9725" y="3046095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9FC"/>
          </a:solidFill>
          <a:ln xmlns:a="http://schemas.openxmlformats.org/drawingml/2006/main" w="0">
            <a:noFill/>
          </a:ln>
        </p:spPr>
      </p:sp>
      <p:sp>
        <p:nvSpPr>
          <p:cNvPr id="213" name="">
            <a:extLst xmlns:a="http://schemas.openxmlformats.org/drawingml/2006/main">
              <a:ext uri="{FF2B5EF4-FFF2-40B4-BE49-F238E27FC236}">
                <a16:creationId xmlns:a16="http://schemas.microsoft.com/office/drawing/2014/main" id="{CF89D509-5ED1-4D51-A04D-E348C2B1D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42610" y="3046095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9FB"/>
          </a:solidFill>
          <a:ln xmlns:a="http://schemas.openxmlformats.org/drawingml/2006/main" w="0">
            <a:noFill/>
          </a:ln>
        </p:spPr>
      </p:sp>
      <p:sp>
        <p:nvSpPr>
          <p:cNvPr id="214" name="">
            <a:extLst xmlns:a="http://schemas.openxmlformats.org/drawingml/2006/main">
              <a:ext uri="{FF2B5EF4-FFF2-40B4-BE49-F238E27FC236}">
                <a16:creationId xmlns:a16="http://schemas.microsoft.com/office/drawing/2014/main" id="{7B51A7BB-0916-4776-B5C7-700FC35B5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5495" y="3046095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7FA"/>
          </a:solidFill>
          <a:ln xmlns:a="http://schemas.openxmlformats.org/drawingml/2006/main" w="0">
            <a:noFill/>
          </a:ln>
        </p:spPr>
      </p:sp>
      <p:sp>
        <p:nvSpPr>
          <p:cNvPr id="215" name="">
            <a:extLst xmlns:a="http://schemas.openxmlformats.org/drawingml/2006/main">
              <a:ext uri="{FF2B5EF4-FFF2-40B4-BE49-F238E27FC236}">
                <a16:creationId xmlns:a16="http://schemas.microsoft.com/office/drawing/2014/main" id="{B09961CE-7838-47A2-B887-4D49DCF04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8380" y="3046095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5F9"/>
          </a:solidFill>
          <a:ln xmlns:a="http://schemas.openxmlformats.org/drawingml/2006/main" w="0">
            <a:noFill/>
          </a:ln>
        </p:spPr>
      </p:sp>
      <p:sp>
        <p:nvSpPr>
          <p:cNvPr id="216" name="">
            <a:extLst xmlns:a="http://schemas.openxmlformats.org/drawingml/2006/main">
              <a:ext uri="{FF2B5EF4-FFF2-40B4-BE49-F238E27FC236}">
                <a16:creationId xmlns:a16="http://schemas.microsoft.com/office/drawing/2014/main" id="{BC7A60C3-EA9B-46E1-A8CD-2384F33FB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1265" y="3046095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8"/>
          </a:solidFill>
          <a:ln xmlns:a="http://schemas.openxmlformats.org/drawingml/2006/main" w="0">
            <a:noFill/>
          </a:ln>
        </p:spPr>
      </p:sp>
      <p:sp>
        <p:nvSpPr>
          <p:cNvPr id="217" name="">
            <a:extLst xmlns:a="http://schemas.openxmlformats.org/drawingml/2006/main">
              <a:ext uri="{FF2B5EF4-FFF2-40B4-BE49-F238E27FC236}">
                <a16:creationId xmlns:a16="http://schemas.microsoft.com/office/drawing/2014/main" id="{EC8FDADE-5648-4389-8CBD-01E6163C8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3046095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8"/>
          </a:solidFill>
          <a:ln xmlns:a="http://schemas.openxmlformats.org/drawingml/2006/main" w="0">
            <a:noFill/>
          </a:ln>
        </p:spPr>
      </p:sp>
      <p:sp>
        <p:nvSpPr>
          <p:cNvPr id="218" name="">
            <a:extLst xmlns:a="http://schemas.openxmlformats.org/drawingml/2006/main">
              <a:ext uri="{FF2B5EF4-FFF2-40B4-BE49-F238E27FC236}">
                <a16:creationId xmlns:a16="http://schemas.microsoft.com/office/drawing/2014/main" id="{9FE576EA-EBFE-4487-8E7E-9D80572EA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57035" y="3046095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8"/>
          </a:solidFill>
          <a:ln xmlns:a="http://schemas.openxmlformats.org/drawingml/2006/main" w="0">
            <a:noFill/>
          </a:ln>
        </p:spPr>
      </p:sp>
      <p:sp>
        <p:nvSpPr>
          <p:cNvPr id="219" name="">
            <a:extLst xmlns:a="http://schemas.openxmlformats.org/drawingml/2006/main">
              <a:ext uri="{FF2B5EF4-FFF2-40B4-BE49-F238E27FC236}">
                <a16:creationId xmlns:a16="http://schemas.microsoft.com/office/drawing/2014/main" id="{AEDBAEEE-1D92-4047-BF33-A501B766E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9920" y="3046095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4F7"/>
          </a:solidFill>
          <a:ln xmlns:a="http://schemas.openxmlformats.org/drawingml/2006/main" w="0">
            <a:noFill/>
          </a:ln>
        </p:spPr>
      </p:sp>
      <p:sp>
        <p:nvSpPr>
          <p:cNvPr id="220" name="">
            <a:extLst xmlns:a="http://schemas.openxmlformats.org/drawingml/2006/main">
              <a:ext uri="{FF2B5EF4-FFF2-40B4-BE49-F238E27FC236}">
                <a16:creationId xmlns:a16="http://schemas.microsoft.com/office/drawing/2014/main" id="{ED72750B-65E7-4876-A199-D420FC490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2805" y="3046095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F7"/>
          </a:solidFill>
          <a:ln xmlns:a="http://schemas.openxmlformats.org/drawingml/2006/main" w="0">
            <a:noFill/>
          </a:ln>
        </p:spPr>
      </p:sp>
      <p:sp>
        <p:nvSpPr>
          <p:cNvPr id="221" name="">
            <a:extLst xmlns:a="http://schemas.openxmlformats.org/drawingml/2006/main">
              <a:ext uri="{FF2B5EF4-FFF2-40B4-BE49-F238E27FC236}">
                <a16:creationId xmlns:a16="http://schemas.microsoft.com/office/drawing/2014/main" id="{EF0C0082-EF70-49E6-972F-8A2CE4289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5690" y="3046095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F3F7"/>
          </a:solidFill>
          <a:ln xmlns:a="http://schemas.openxmlformats.org/drawingml/2006/main" w="0">
            <a:noFill/>
          </a:ln>
        </p:spPr>
      </p:sp>
      <p:sp>
        <p:nvSpPr>
          <p:cNvPr id="222" name="">
            <a:extLst xmlns:a="http://schemas.openxmlformats.org/drawingml/2006/main">
              <a:ext uri="{FF2B5EF4-FFF2-40B4-BE49-F238E27FC236}">
                <a16:creationId xmlns:a16="http://schemas.microsoft.com/office/drawing/2014/main" id="{9AB7ACF8-6832-47ED-9621-B66C87E0F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48575" y="3046095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F3F7"/>
          </a:solidFill>
          <a:ln xmlns:a="http://schemas.openxmlformats.org/drawingml/2006/main" w="0">
            <a:noFill/>
          </a:ln>
        </p:spPr>
      </p:sp>
      <p:sp>
        <p:nvSpPr>
          <p:cNvPr id="223" name="">
            <a:extLst xmlns:a="http://schemas.openxmlformats.org/drawingml/2006/main">
              <a:ext uri="{FF2B5EF4-FFF2-40B4-BE49-F238E27FC236}">
                <a16:creationId xmlns:a16="http://schemas.microsoft.com/office/drawing/2014/main" id="{2327E541-6625-4BEF-A0D4-9183A4824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1460" y="3046095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BF3F6"/>
          </a:solidFill>
          <a:ln xmlns:a="http://schemas.openxmlformats.org/drawingml/2006/main" w="0">
            <a:noFill/>
          </a:ln>
        </p:spPr>
      </p:sp>
      <p:sp>
        <p:nvSpPr>
          <p:cNvPr id="224" name="">
            <a:extLst xmlns:a="http://schemas.openxmlformats.org/drawingml/2006/main">
              <a:ext uri="{FF2B5EF4-FFF2-40B4-BE49-F238E27FC236}">
                <a16:creationId xmlns:a16="http://schemas.microsoft.com/office/drawing/2014/main" id="{BBE1263A-EB36-4411-8176-7DC2FE433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4345" y="3046095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BF2F6"/>
          </a:solidFill>
          <a:ln xmlns:a="http://schemas.openxmlformats.org/drawingml/2006/main" w="0">
            <a:noFill/>
          </a:ln>
        </p:spPr>
      </p:sp>
      <p:sp>
        <p:nvSpPr>
          <p:cNvPr id="225" name="">
            <a:extLst xmlns:a="http://schemas.openxmlformats.org/drawingml/2006/main">
              <a:ext uri="{FF2B5EF4-FFF2-40B4-BE49-F238E27FC236}">
                <a16:creationId xmlns:a16="http://schemas.microsoft.com/office/drawing/2014/main" id="{3980D55F-3329-4853-8D39-E4CF65390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7230" y="3046095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BF2F6"/>
          </a:solidFill>
          <a:ln xmlns:a="http://schemas.openxmlformats.org/drawingml/2006/main" w="0">
            <a:noFill/>
          </a:ln>
        </p:spPr>
      </p:sp>
      <p:sp>
        <p:nvSpPr>
          <p:cNvPr id="226" name="">
            <a:extLst xmlns:a="http://schemas.openxmlformats.org/drawingml/2006/main">
              <a:ext uri="{FF2B5EF4-FFF2-40B4-BE49-F238E27FC236}">
                <a16:creationId xmlns:a16="http://schemas.microsoft.com/office/drawing/2014/main" id="{420D5BAB-AD96-4389-B84C-4750B742B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0115" y="3046095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6"/>
          </a:solidFill>
          <a:ln xmlns:a="http://schemas.openxmlformats.org/drawingml/2006/main" w="0">
            <a:noFill/>
          </a:ln>
        </p:spPr>
      </p:sp>
      <p:sp>
        <p:nvSpPr>
          <p:cNvPr id="227" name="">
            <a:extLst xmlns:a="http://schemas.openxmlformats.org/drawingml/2006/main">
              <a:ext uri="{FF2B5EF4-FFF2-40B4-BE49-F238E27FC236}">
                <a16:creationId xmlns:a16="http://schemas.microsoft.com/office/drawing/2014/main" id="{84819FB2-79CD-44CA-88FD-DB2FCD495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046095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6"/>
          </a:solidFill>
          <a:ln xmlns:a="http://schemas.openxmlformats.org/drawingml/2006/main" w="0">
            <a:noFill/>
          </a:ln>
        </p:spPr>
      </p:sp>
      <p:sp>
        <p:nvSpPr>
          <p:cNvPr id="228" name="">
            <a:extLst xmlns:a="http://schemas.openxmlformats.org/drawingml/2006/main">
              <a:ext uri="{FF2B5EF4-FFF2-40B4-BE49-F238E27FC236}">
                <a16:creationId xmlns:a16="http://schemas.microsoft.com/office/drawing/2014/main" id="{444DFBE3-A782-448C-AEFD-7962779A3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10878"/>
            <a:ext cx="1333500" cy="1647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13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rPr>
              <a:t>G8</a:t>
            </a:r>
          </a:p>
        </p:txBody>
      </p:sp>
      <p:sp>
        <p:nvSpPr>
          <p:cNvPr id="229" name="">
            <a:extLst xmlns:a="http://schemas.openxmlformats.org/drawingml/2006/main">
              <a:ext uri="{FF2B5EF4-FFF2-40B4-BE49-F238E27FC236}">
                <a16:creationId xmlns:a16="http://schemas.microsoft.com/office/drawing/2014/main" id="{2F335EA8-0FD7-48EF-B65B-68793EFC9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3210878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BFD"/>
          </a:solidFill>
          <a:ln xmlns:a="http://schemas.openxmlformats.org/drawingml/2006/main" w="0">
            <a:noFill/>
          </a:ln>
        </p:spPr>
      </p:sp>
      <p:sp>
        <p:nvSpPr>
          <p:cNvPr id="230" name="">
            <a:extLst xmlns:a="http://schemas.openxmlformats.org/drawingml/2006/main">
              <a:ext uri="{FF2B5EF4-FFF2-40B4-BE49-F238E27FC236}">
                <a16:creationId xmlns:a16="http://schemas.microsoft.com/office/drawing/2014/main" id="{3D24C186-203C-4CA1-983A-A790356D3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99335" y="3210878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C"/>
          </a:solidFill>
          <a:ln xmlns:a="http://schemas.openxmlformats.org/drawingml/2006/main" w="0">
            <a:noFill/>
          </a:ln>
        </p:spPr>
      </p:sp>
      <p:sp>
        <p:nvSpPr>
          <p:cNvPr id="231" name="">
            <a:extLst xmlns:a="http://schemas.openxmlformats.org/drawingml/2006/main">
              <a:ext uri="{FF2B5EF4-FFF2-40B4-BE49-F238E27FC236}">
                <a16:creationId xmlns:a16="http://schemas.microsoft.com/office/drawing/2014/main" id="{C8BD5FDF-2D69-40ED-BF8E-72BE3B1E5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2220" y="3210878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AFC"/>
          </a:solidFill>
          <a:ln xmlns:a="http://schemas.openxmlformats.org/drawingml/2006/main" w="0">
            <a:noFill/>
          </a:ln>
        </p:spPr>
      </p:sp>
      <p:sp>
        <p:nvSpPr>
          <p:cNvPr id="232" name="">
            <a:extLst xmlns:a="http://schemas.openxmlformats.org/drawingml/2006/main">
              <a:ext uri="{FF2B5EF4-FFF2-40B4-BE49-F238E27FC236}">
                <a16:creationId xmlns:a16="http://schemas.microsoft.com/office/drawing/2014/main" id="{B880CC1D-42A3-4881-BD98-088B1CE46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5105" y="3210878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9FB"/>
          </a:solidFill>
          <a:ln xmlns:a="http://schemas.openxmlformats.org/drawingml/2006/main" w="0">
            <a:noFill/>
          </a:ln>
        </p:spPr>
      </p:sp>
      <p:sp>
        <p:nvSpPr>
          <p:cNvPr id="233" name="">
            <a:extLst xmlns:a="http://schemas.openxmlformats.org/drawingml/2006/main">
              <a:ext uri="{FF2B5EF4-FFF2-40B4-BE49-F238E27FC236}">
                <a16:creationId xmlns:a16="http://schemas.microsoft.com/office/drawing/2014/main" id="{876965D7-7179-4AC4-8FC6-7111A656E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67990" y="3210878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9FC"/>
          </a:solidFill>
          <a:ln xmlns:a="http://schemas.openxmlformats.org/drawingml/2006/main" w="0">
            <a:noFill/>
          </a:ln>
        </p:spPr>
      </p:sp>
      <p:sp>
        <p:nvSpPr>
          <p:cNvPr id="234" name="">
            <a:extLst xmlns:a="http://schemas.openxmlformats.org/drawingml/2006/main">
              <a:ext uri="{FF2B5EF4-FFF2-40B4-BE49-F238E27FC236}">
                <a16:creationId xmlns:a16="http://schemas.microsoft.com/office/drawing/2014/main" id="{0C709433-363F-4BF7-BD89-7945E2BD0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3210878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9FC"/>
          </a:solidFill>
          <a:ln xmlns:a="http://schemas.openxmlformats.org/drawingml/2006/main" w="0">
            <a:noFill/>
          </a:ln>
        </p:spPr>
      </p:sp>
      <p:sp>
        <p:nvSpPr>
          <p:cNvPr id="235" name="">
            <a:extLst xmlns:a="http://schemas.openxmlformats.org/drawingml/2006/main">
              <a:ext uri="{FF2B5EF4-FFF2-40B4-BE49-F238E27FC236}">
                <a16:creationId xmlns:a16="http://schemas.microsoft.com/office/drawing/2014/main" id="{E30E62CE-EB42-4A8A-8A74-FC18E97E8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3760" y="3210878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9FC"/>
          </a:solidFill>
          <a:ln xmlns:a="http://schemas.openxmlformats.org/drawingml/2006/main" w="0">
            <a:noFill/>
          </a:ln>
        </p:spPr>
      </p:sp>
      <p:sp>
        <p:nvSpPr>
          <p:cNvPr id="236" name="">
            <a:extLst xmlns:a="http://schemas.openxmlformats.org/drawingml/2006/main">
              <a:ext uri="{FF2B5EF4-FFF2-40B4-BE49-F238E27FC236}">
                <a16:creationId xmlns:a16="http://schemas.microsoft.com/office/drawing/2014/main" id="{CCD143B2-82E7-4667-B115-A2C40330B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6645" y="3210878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9FB"/>
          </a:solidFill>
          <a:ln xmlns:a="http://schemas.openxmlformats.org/drawingml/2006/main" w="0">
            <a:noFill/>
          </a:ln>
        </p:spPr>
      </p:sp>
      <p:sp>
        <p:nvSpPr>
          <p:cNvPr id="237" name="">
            <a:extLst xmlns:a="http://schemas.openxmlformats.org/drawingml/2006/main">
              <a:ext uri="{FF2B5EF4-FFF2-40B4-BE49-F238E27FC236}">
                <a16:creationId xmlns:a16="http://schemas.microsoft.com/office/drawing/2014/main" id="{79C48BA2-B323-462C-BF24-C1127BCC7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9530" y="3210878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9FC"/>
          </a:solidFill>
          <a:ln xmlns:a="http://schemas.openxmlformats.org/drawingml/2006/main" w="0">
            <a:noFill/>
          </a:ln>
        </p:spPr>
      </p:sp>
      <p:sp>
        <p:nvSpPr>
          <p:cNvPr id="238" name="">
            <a:extLst xmlns:a="http://schemas.openxmlformats.org/drawingml/2006/main">
              <a:ext uri="{FF2B5EF4-FFF2-40B4-BE49-F238E27FC236}">
                <a16:creationId xmlns:a16="http://schemas.microsoft.com/office/drawing/2014/main" id="{93DDB0FF-5A54-410B-8AD0-EE3F4DD58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82415" y="3210878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9FC"/>
          </a:solidFill>
          <a:ln xmlns:a="http://schemas.openxmlformats.org/drawingml/2006/main" w="0">
            <a:noFill/>
          </a:ln>
        </p:spPr>
      </p:sp>
      <p:sp>
        <p:nvSpPr>
          <p:cNvPr id="239" name="">
            <a:extLst xmlns:a="http://schemas.openxmlformats.org/drawingml/2006/main">
              <a:ext uri="{FF2B5EF4-FFF2-40B4-BE49-F238E27FC236}">
                <a16:creationId xmlns:a16="http://schemas.microsoft.com/office/drawing/2014/main" id="{3827A845-8397-464A-9766-6B18997EF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3210878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9FC"/>
          </a:solidFill>
          <a:ln xmlns:a="http://schemas.openxmlformats.org/drawingml/2006/main" w="0">
            <a:noFill/>
          </a:ln>
        </p:spPr>
      </p:sp>
      <p:sp>
        <p:nvSpPr>
          <p:cNvPr id="240" name="">
            <a:extLst xmlns:a="http://schemas.openxmlformats.org/drawingml/2006/main">
              <a:ext uri="{FF2B5EF4-FFF2-40B4-BE49-F238E27FC236}">
                <a16:creationId xmlns:a16="http://schemas.microsoft.com/office/drawing/2014/main" id="{F8921D94-77E7-439A-AD6A-41CD40C03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8185" y="3210878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9FC"/>
          </a:solidFill>
          <a:ln xmlns:a="http://schemas.openxmlformats.org/drawingml/2006/main" w="0">
            <a:noFill/>
          </a:ln>
        </p:spPr>
      </p:sp>
      <p:sp>
        <p:nvSpPr>
          <p:cNvPr id="241" name="">
            <a:extLst xmlns:a="http://schemas.openxmlformats.org/drawingml/2006/main">
              <a:ext uri="{FF2B5EF4-FFF2-40B4-BE49-F238E27FC236}">
                <a16:creationId xmlns:a16="http://schemas.microsoft.com/office/drawing/2014/main" id="{DBB3A282-BE57-408D-8BAB-66C2664F3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1070" y="3210878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9FC"/>
          </a:solidFill>
          <a:ln xmlns:a="http://schemas.openxmlformats.org/drawingml/2006/main" w="0">
            <a:noFill/>
          </a:ln>
        </p:spPr>
      </p:sp>
      <p:sp>
        <p:nvSpPr>
          <p:cNvPr id="242" name="">
            <a:extLst xmlns:a="http://schemas.openxmlformats.org/drawingml/2006/main">
              <a:ext uri="{FF2B5EF4-FFF2-40B4-BE49-F238E27FC236}">
                <a16:creationId xmlns:a16="http://schemas.microsoft.com/office/drawing/2014/main" id="{1C3B6931-61F3-4BAC-94B7-8F46CEF6B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3955" y="3210878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9FC"/>
          </a:solidFill>
          <a:ln xmlns:a="http://schemas.openxmlformats.org/drawingml/2006/main" w="0">
            <a:noFill/>
          </a:ln>
        </p:spPr>
      </p:sp>
      <p:sp>
        <p:nvSpPr>
          <p:cNvPr id="243" name="">
            <a:extLst xmlns:a="http://schemas.openxmlformats.org/drawingml/2006/main">
              <a:ext uri="{FF2B5EF4-FFF2-40B4-BE49-F238E27FC236}">
                <a16:creationId xmlns:a16="http://schemas.microsoft.com/office/drawing/2014/main" id="{C198FDF4-44E3-4C06-A0E3-8E14A6EAC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6840" y="3210878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9FC"/>
          </a:solidFill>
          <a:ln xmlns:a="http://schemas.openxmlformats.org/drawingml/2006/main" w="0">
            <a:noFill/>
          </a:ln>
        </p:spPr>
      </p:sp>
      <p:sp>
        <p:nvSpPr>
          <p:cNvPr id="244" name="">
            <a:extLst xmlns:a="http://schemas.openxmlformats.org/drawingml/2006/main">
              <a:ext uri="{FF2B5EF4-FFF2-40B4-BE49-F238E27FC236}">
                <a16:creationId xmlns:a16="http://schemas.microsoft.com/office/drawing/2014/main" id="{2B0B62BF-23E6-4197-8448-572553AAE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9725" y="3210878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9FC"/>
          </a:solidFill>
          <a:ln xmlns:a="http://schemas.openxmlformats.org/drawingml/2006/main" w="0">
            <a:noFill/>
          </a:ln>
        </p:spPr>
      </p:sp>
      <p:sp>
        <p:nvSpPr>
          <p:cNvPr id="245" name="">
            <a:extLst xmlns:a="http://schemas.openxmlformats.org/drawingml/2006/main">
              <a:ext uri="{FF2B5EF4-FFF2-40B4-BE49-F238E27FC236}">
                <a16:creationId xmlns:a16="http://schemas.microsoft.com/office/drawing/2014/main" id="{3AE6BC86-B568-4B5F-807A-CC6644DF0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42610" y="3210878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9FC"/>
          </a:solidFill>
          <a:ln xmlns:a="http://schemas.openxmlformats.org/drawingml/2006/main" w="0">
            <a:noFill/>
          </a:ln>
        </p:spPr>
      </p:sp>
      <p:sp>
        <p:nvSpPr>
          <p:cNvPr id="246" name="">
            <a:extLst xmlns:a="http://schemas.openxmlformats.org/drawingml/2006/main">
              <a:ext uri="{FF2B5EF4-FFF2-40B4-BE49-F238E27FC236}">
                <a16:creationId xmlns:a16="http://schemas.microsoft.com/office/drawing/2014/main" id="{4B3429CF-6397-40D3-909D-6525A1DD4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5495" y="3210878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8FB"/>
          </a:solidFill>
          <a:ln xmlns:a="http://schemas.openxmlformats.org/drawingml/2006/main" w="0">
            <a:noFill/>
          </a:ln>
        </p:spPr>
      </p:sp>
      <p:sp>
        <p:nvSpPr>
          <p:cNvPr id="247" name="">
            <a:extLst xmlns:a="http://schemas.openxmlformats.org/drawingml/2006/main">
              <a:ext uri="{FF2B5EF4-FFF2-40B4-BE49-F238E27FC236}">
                <a16:creationId xmlns:a16="http://schemas.microsoft.com/office/drawing/2014/main" id="{3E1ED766-C4D9-475A-9DC5-E7FFC544F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8380" y="3210878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8FA"/>
          </a:solidFill>
          <a:ln xmlns:a="http://schemas.openxmlformats.org/drawingml/2006/main" w="0">
            <a:noFill/>
          </a:ln>
        </p:spPr>
      </p:sp>
      <p:sp>
        <p:nvSpPr>
          <p:cNvPr id="248" name="">
            <a:extLst xmlns:a="http://schemas.openxmlformats.org/drawingml/2006/main">
              <a:ext uri="{FF2B5EF4-FFF2-40B4-BE49-F238E27FC236}">
                <a16:creationId xmlns:a16="http://schemas.microsoft.com/office/drawing/2014/main" id="{737F2E70-8A4A-41ED-AAE1-7017F85A2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1265" y="3210878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8FA"/>
          </a:solidFill>
          <a:ln xmlns:a="http://schemas.openxmlformats.org/drawingml/2006/main" w="0">
            <a:noFill/>
          </a:ln>
        </p:spPr>
      </p:sp>
      <p:sp>
        <p:nvSpPr>
          <p:cNvPr id="249" name="">
            <a:extLst xmlns:a="http://schemas.openxmlformats.org/drawingml/2006/main">
              <a:ext uri="{FF2B5EF4-FFF2-40B4-BE49-F238E27FC236}">
                <a16:creationId xmlns:a16="http://schemas.microsoft.com/office/drawing/2014/main" id="{CEACE4A5-52D8-464D-A334-5220D9B62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3210878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8FA"/>
          </a:solidFill>
          <a:ln xmlns:a="http://schemas.openxmlformats.org/drawingml/2006/main" w="0">
            <a:noFill/>
          </a:ln>
        </p:spPr>
      </p:sp>
      <p:sp>
        <p:nvSpPr>
          <p:cNvPr id="250" name="">
            <a:extLst xmlns:a="http://schemas.openxmlformats.org/drawingml/2006/main">
              <a:ext uri="{FF2B5EF4-FFF2-40B4-BE49-F238E27FC236}">
                <a16:creationId xmlns:a16="http://schemas.microsoft.com/office/drawing/2014/main" id="{9277E1FB-0380-48EF-BEE4-F873C3DB2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57035" y="3210878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8FA"/>
          </a:solidFill>
          <a:ln xmlns:a="http://schemas.openxmlformats.org/drawingml/2006/main" w="0">
            <a:noFill/>
          </a:ln>
        </p:spPr>
      </p:sp>
      <p:sp>
        <p:nvSpPr>
          <p:cNvPr id="251" name="">
            <a:extLst xmlns:a="http://schemas.openxmlformats.org/drawingml/2006/main">
              <a:ext uri="{FF2B5EF4-FFF2-40B4-BE49-F238E27FC236}">
                <a16:creationId xmlns:a16="http://schemas.microsoft.com/office/drawing/2014/main" id="{1E1AF043-BB82-4C88-87B1-E8475B8A6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9920" y="3210878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8FA"/>
          </a:solidFill>
          <a:ln xmlns:a="http://schemas.openxmlformats.org/drawingml/2006/main" w="0">
            <a:noFill/>
          </a:ln>
        </p:spPr>
      </p:sp>
      <p:sp>
        <p:nvSpPr>
          <p:cNvPr id="252" name="">
            <a:extLst xmlns:a="http://schemas.openxmlformats.org/drawingml/2006/main">
              <a:ext uri="{FF2B5EF4-FFF2-40B4-BE49-F238E27FC236}">
                <a16:creationId xmlns:a16="http://schemas.microsoft.com/office/drawing/2014/main" id="{8DCC145C-DFBC-4DD4-912C-5A00F3450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2805" y="3210878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8FA"/>
          </a:solidFill>
          <a:ln xmlns:a="http://schemas.openxmlformats.org/drawingml/2006/main" w="0">
            <a:noFill/>
          </a:ln>
        </p:spPr>
      </p:sp>
      <p:sp>
        <p:nvSpPr>
          <p:cNvPr id="253" name="">
            <a:extLst xmlns:a="http://schemas.openxmlformats.org/drawingml/2006/main">
              <a:ext uri="{FF2B5EF4-FFF2-40B4-BE49-F238E27FC236}">
                <a16:creationId xmlns:a16="http://schemas.microsoft.com/office/drawing/2014/main" id="{E005373E-E1CF-4252-BDDC-C58494CD2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5690" y="3210878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8FA"/>
          </a:solidFill>
          <a:ln xmlns:a="http://schemas.openxmlformats.org/drawingml/2006/main" w="0">
            <a:noFill/>
          </a:ln>
        </p:spPr>
      </p:sp>
      <p:sp>
        <p:nvSpPr>
          <p:cNvPr id="254" name="">
            <a:extLst xmlns:a="http://schemas.openxmlformats.org/drawingml/2006/main">
              <a:ext uri="{FF2B5EF4-FFF2-40B4-BE49-F238E27FC236}">
                <a16:creationId xmlns:a16="http://schemas.microsoft.com/office/drawing/2014/main" id="{67918F87-E9EA-4C8F-9F5E-2944D7334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48575" y="3210878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</a:ln>
        </p:spPr>
      </p:sp>
      <p:sp>
        <p:nvSpPr>
          <p:cNvPr id="255" name="">
            <a:extLst xmlns:a="http://schemas.openxmlformats.org/drawingml/2006/main">
              <a:ext uri="{FF2B5EF4-FFF2-40B4-BE49-F238E27FC236}">
                <a16:creationId xmlns:a16="http://schemas.microsoft.com/office/drawing/2014/main" id="{96794267-9AE8-4608-91EF-5E00FF287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1460" y="3210878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8FA"/>
          </a:solidFill>
          <a:ln xmlns:a="http://schemas.openxmlformats.org/drawingml/2006/main" w="0">
            <a:noFill/>
          </a:ln>
        </p:spPr>
      </p:sp>
      <p:sp>
        <p:nvSpPr>
          <p:cNvPr id="256" name="">
            <a:extLst xmlns:a="http://schemas.openxmlformats.org/drawingml/2006/main">
              <a:ext uri="{FF2B5EF4-FFF2-40B4-BE49-F238E27FC236}">
                <a16:creationId xmlns:a16="http://schemas.microsoft.com/office/drawing/2014/main" id="{2FC3026C-F11B-4CD4-9D37-410D075D9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4345" y="3210878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8FA"/>
          </a:solidFill>
          <a:ln xmlns:a="http://schemas.openxmlformats.org/drawingml/2006/main" w="0">
            <a:noFill/>
          </a:ln>
        </p:spPr>
      </p:sp>
      <p:sp>
        <p:nvSpPr>
          <p:cNvPr id="257" name="">
            <a:extLst xmlns:a="http://schemas.openxmlformats.org/drawingml/2006/main">
              <a:ext uri="{FF2B5EF4-FFF2-40B4-BE49-F238E27FC236}">
                <a16:creationId xmlns:a16="http://schemas.microsoft.com/office/drawing/2014/main" id="{CDD66444-BCEE-422B-9F5A-33F4CFF58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7230" y="3210878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8FA"/>
          </a:solidFill>
          <a:ln xmlns:a="http://schemas.openxmlformats.org/drawingml/2006/main" w="0">
            <a:noFill/>
          </a:ln>
        </p:spPr>
      </p:sp>
      <p:sp>
        <p:nvSpPr>
          <p:cNvPr id="258" name="">
            <a:extLst xmlns:a="http://schemas.openxmlformats.org/drawingml/2006/main">
              <a:ext uri="{FF2B5EF4-FFF2-40B4-BE49-F238E27FC236}">
                <a16:creationId xmlns:a16="http://schemas.microsoft.com/office/drawing/2014/main" id="{547B5671-D95C-469B-A96B-3FCBE6274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0115" y="3210878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</a:ln>
        </p:spPr>
      </p:sp>
      <p:sp>
        <p:nvSpPr>
          <p:cNvPr id="259" name="">
            <a:extLst xmlns:a="http://schemas.openxmlformats.org/drawingml/2006/main">
              <a:ext uri="{FF2B5EF4-FFF2-40B4-BE49-F238E27FC236}">
                <a16:creationId xmlns:a16="http://schemas.microsoft.com/office/drawing/2014/main" id="{5942853F-DE25-44E1-A501-41E9B67C7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210878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</a:ln>
        </p:spPr>
      </p:sp>
      <p:sp>
        <p:nvSpPr>
          <p:cNvPr id="260" name="">
            <a:extLst xmlns:a="http://schemas.openxmlformats.org/drawingml/2006/main">
              <a:ext uri="{FF2B5EF4-FFF2-40B4-BE49-F238E27FC236}">
                <a16:creationId xmlns:a16="http://schemas.microsoft.com/office/drawing/2014/main" id="{5F303885-4992-4060-BCAA-E6F10CAA8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75660"/>
            <a:ext cx="1333500" cy="1647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13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rPr>
              <a:t>G9</a:t>
            </a:r>
          </a:p>
        </p:txBody>
      </p:sp>
      <p:sp>
        <p:nvSpPr>
          <p:cNvPr id="261" name="">
            <a:extLst xmlns:a="http://schemas.openxmlformats.org/drawingml/2006/main">
              <a:ext uri="{FF2B5EF4-FFF2-40B4-BE49-F238E27FC236}">
                <a16:creationId xmlns:a16="http://schemas.microsoft.com/office/drawing/2014/main" id="{AA223D3C-CDEE-4FA2-B623-6FAFA957E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3375660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BFD"/>
          </a:solidFill>
          <a:ln xmlns:a="http://schemas.openxmlformats.org/drawingml/2006/main" w="0">
            <a:noFill/>
          </a:ln>
        </p:spPr>
      </p:sp>
      <p:sp>
        <p:nvSpPr>
          <p:cNvPr id="262" name="">
            <a:extLst xmlns:a="http://schemas.openxmlformats.org/drawingml/2006/main">
              <a:ext uri="{FF2B5EF4-FFF2-40B4-BE49-F238E27FC236}">
                <a16:creationId xmlns:a16="http://schemas.microsoft.com/office/drawing/2014/main" id="{BAF62ABB-C25D-4337-910E-0D37D9198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99335" y="3375660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D"/>
          </a:solidFill>
          <a:ln xmlns:a="http://schemas.openxmlformats.org/drawingml/2006/main" w="0">
            <a:noFill/>
          </a:ln>
        </p:spPr>
      </p:sp>
      <p:sp>
        <p:nvSpPr>
          <p:cNvPr id="263" name="">
            <a:extLst xmlns:a="http://schemas.openxmlformats.org/drawingml/2006/main">
              <a:ext uri="{FF2B5EF4-FFF2-40B4-BE49-F238E27FC236}">
                <a16:creationId xmlns:a16="http://schemas.microsoft.com/office/drawing/2014/main" id="{2DCDC3FC-C7EF-4CBC-9059-A668BB8AC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2220" y="3375660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C"/>
          </a:solidFill>
          <a:ln xmlns:a="http://schemas.openxmlformats.org/drawingml/2006/main" w="0">
            <a:noFill/>
          </a:ln>
        </p:spPr>
      </p:sp>
      <p:sp>
        <p:nvSpPr>
          <p:cNvPr id="264" name="">
            <a:extLst xmlns:a="http://schemas.openxmlformats.org/drawingml/2006/main">
              <a:ext uri="{FF2B5EF4-FFF2-40B4-BE49-F238E27FC236}">
                <a16:creationId xmlns:a16="http://schemas.microsoft.com/office/drawing/2014/main" id="{B77B724C-B074-460E-B64A-54E02951F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5105" y="3375660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C"/>
          </a:solidFill>
          <a:ln xmlns:a="http://schemas.openxmlformats.org/drawingml/2006/main" w="0">
            <a:noFill/>
          </a:ln>
        </p:spPr>
      </p:sp>
      <p:sp>
        <p:nvSpPr>
          <p:cNvPr id="265" name="">
            <a:extLst xmlns:a="http://schemas.openxmlformats.org/drawingml/2006/main">
              <a:ext uri="{FF2B5EF4-FFF2-40B4-BE49-F238E27FC236}">
                <a16:creationId xmlns:a16="http://schemas.microsoft.com/office/drawing/2014/main" id="{BBE25FA0-F7CE-4957-9861-679FA63E1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67990" y="3375660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AFC"/>
          </a:solidFill>
          <a:ln xmlns:a="http://schemas.openxmlformats.org/drawingml/2006/main" w="0">
            <a:noFill/>
          </a:ln>
        </p:spPr>
      </p:sp>
      <p:sp>
        <p:nvSpPr>
          <p:cNvPr id="266" name="">
            <a:extLst xmlns:a="http://schemas.openxmlformats.org/drawingml/2006/main">
              <a:ext uri="{FF2B5EF4-FFF2-40B4-BE49-F238E27FC236}">
                <a16:creationId xmlns:a16="http://schemas.microsoft.com/office/drawing/2014/main" id="{06DA034C-AAA3-4367-B24C-8AD314D4F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3375660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AFC"/>
          </a:solidFill>
          <a:ln xmlns:a="http://schemas.openxmlformats.org/drawingml/2006/main" w="0">
            <a:noFill/>
          </a:ln>
        </p:spPr>
      </p:sp>
      <p:sp>
        <p:nvSpPr>
          <p:cNvPr id="267" name="">
            <a:extLst xmlns:a="http://schemas.openxmlformats.org/drawingml/2006/main">
              <a:ext uri="{FF2B5EF4-FFF2-40B4-BE49-F238E27FC236}">
                <a16:creationId xmlns:a16="http://schemas.microsoft.com/office/drawing/2014/main" id="{81CEBB7A-9CC0-486B-995F-775FFD25C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3760" y="3375660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AFC"/>
          </a:solidFill>
          <a:ln xmlns:a="http://schemas.openxmlformats.org/drawingml/2006/main" w="0">
            <a:noFill/>
          </a:ln>
        </p:spPr>
      </p:sp>
      <p:sp>
        <p:nvSpPr>
          <p:cNvPr id="268" name="">
            <a:extLst xmlns:a="http://schemas.openxmlformats.org/drawingml/2006/main">
              <a:ext uri="{FF2B5EF4-FFF2-40B4-BE49-F238E27FC236}">
                <a16:creationId xmlns:a16="http://schemas.microsoft.com/office/drawing/2014/main" id="{27F3BB29-CDDC-4202-9342-0A03A7B39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6645" y="3375660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9FC"/>
          </a:solidFill>
          <a:ln xmlns:a="http://schemas.openxmlformats.org/drawingml/2006/main" w="0">
            <a:noFill/>
          </a:ln>
        </p:spPr>
      </p:sp>
      <p:sp>
        <p:nvSpPr>
          <p:cNvPr id="269" name="">
            <a:extLst xmlns:a="http://schemas.openxmlformats.org/drawingml/2006/main">
              <a:ext uri="{FF2B5EF4-FFF2-40B4-BE49-F238E27FC236}">
                <a16:creationId xmlns:a16="http://schemas.microsoft.com/office/drawing/2014/main" id="{51246172-DF57-4F5F-AE85-CD1784D7C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9530" y="3375660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9FC"/>
          </a:solidFill>
          <a:ln xmlns:a="http://schemas.openxmlformats.org/drawingml/2006/main" w="0">
            <a:noFill/>
          </a:ln>
        </p:spPr>
      </p:sp>
      <p:sp>
        <p:nvSpPr>
          <p:cNvPr id="270" name="">
            <a:extLst xmlns:a="http://schemas.openxmlformats.org/drawingml/2006/main">
              <a:ext uri="{FF2B5EF4-FFF2-40B4-BE49-F238E27FC236}">
                <a16:creationId xmlns:a16="http://schemas.microsoft.com/office/drawing/2014/main" id="{73BFD6C8-7B21-44E7-8130-E871CE6B8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82415" y="3375660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9FB"/>
          </a:solidFill>
          <a:ln xmlns:a="http://schemas.openxmlformats.org/drawingml/2006/main" w="0">
            <a:noFill/>
          </a:ln>
        </p:spPr>
      </p:sp>
      <p:sp>
        <p:nvSpPr>
          <p:cNvPr id="271" name="">
            <a:extLst xmlns:a="http://schemas.openxmlformats.org/drawingml/2006/main">
              <a:ext uri="{FF2B5EF4-FFF2-40B4-BE49-F238E27FC236}">
                <a16:creationId xmlns:a16="http://schemas.microsoft.com/office/drawing/2014/main" id="{CDA96A52-CA93-47C1-8B0D-F6AEED3FD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3375660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9FB"/>
          </a:solidFill>
          <a:ln xmlns:a="http://schemas.openxmlformats.org/drawingml/2006/main" w="0">
            <a:noFill/>
          </a:ln>
        </p:spPr>
      </p:sp>
      <p:sp>
        <p:nvSpPr>
          <p:cNvPr id="272" name="">
            <a:extLst xmlns:a="http://schemas.openxmlformats.org/drawingml/2006/main">
              <a:ext uri="{FF2B5EF4-FFF2-40B4-BE49-F238E27FC236}">
                <a16:creationId xmlns:a16="http://schemas.microsoft.com/office/drawing/2014/main" id="{698ED52C-271F-4B44-B02C-30A9E67CA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8185" y="3375660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8FB"/>
          </a:solidFill>
          <a:ln xmlns:a="http://schemas.openxmlformats.org/drawingml/2006/main" w="0">
            <a:noFill/>
          </a:ln>
        </p:spPr>
      </p:sp>
      <p:sp>
        <p:nvSpPr>
          <p:cNvPr id="273" name="">
            <a:extLst xmlns:a="http://schemas.openxmlformats.org/drawingml/2006/main">
              <a:ext uri="{FF2B5EF4-FFF2-40B4-BE49-F238E27FC236}">
                <a16:creationId xmlns:a16="http://schemas.microsoft.com/office/drawing/2014/main" id="{572F6A58-8695-4881-BB69-19E77D9AB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1070" y="3375660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8FA"/>
          </a:solidFill>
          <a:ln xmlns:a="http://schemas.openxmlformats.org/drawingml/2006/main" w="0">
            <a:noFill/>
          </a:ln>
        </p:spPr>
      </p:sp>
      <p:sp>
        <p:nvSpPr>
          <p:cNvPr id="274" name="">
            <a:extLst xmlns:a="http://schemas.openxmlformats.org/drawingml/2006/main">
              <a:ext uri="{FF2B5EF4-FFF2-40B4-BE49-F238E27FC236}">
                <a16:creationId xmlns:a16="http://schemas.microsoft.com/office/drawing/2014/main" id="{382ACB45-B378-4D23-A178-2BA834192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3955" y="3375660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</a:ln>
        </p:spPr>
      </p:sp>
      <p:sp>
        <p:nvSpPr>
          <p:cNvPr id="275" name="">
            <a:extLst xmlns:a="http://schemas.openxmlformats.org/drawingml/2006/main">
              <a:ext uri="{FF2B5EF4-FFF2-40B4-BE49-F238E27FC236}">
                <a16:creationId xmlns:a16="http://schemas.microsoft.com/office/drawing/2014/main" id="{5679F8AD-B1BF-43C3-899A-2B66033CF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6840" y="3375660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7FA"/>
          </a:solidFill>
          <a:ln xmlns:a="http://schemas.openxmlformats.org/drawingml/2006/main" w="0">
            <a:noFill/>
          </a:ln>
        </p:spPr>
      </p:sp>
      <p:sp>
        <p:nvSpPr>
          <p:cNvPr id="276" name="">
            <a:extLst xmlns:a="http://schemas.openxmlformats.org/drawingml/2006/main">
              <a:ext uri="{FF2B5EF4-FFF2-40B4-BE49-F238E27FC236}">
                <a16:creationId xmlns:a16="http://schemas.microsoft.com/office/drawing/2014/main" id="{F2B186D6-98DE-46F4-AA21-F0C76D4E9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9725" y="3375660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6F9"/>
          </a:solidFill>
          <a:ln xmlns:a="http://schemas.openxmlformats.org/drawingml/2006/main" w="0">
            <a:noFill/>
          </a:ln>
        </p:spPr>
      </p:sp>
      <p:sp>
        <p:nvSpPr>
          <p:cNvPr id="277" name="">
            <a:extLst xmlns:a="http://schemas.openxmlformats.org/drawingml/2006/main">
              <a:ext uri="{FF2B5EF4-FFF2-40B4-BE49-F238E27FC236}">
                <a16:creationId xmlns:a16="http://schemas.microsoft.com/office/drawing/2014/main" id="{6B1C44B1-9CFF-4395-91F6-A00C471D6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42610" y="3375660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6F9"/>
          </a:solidFill>
          <a:ln xmlns:a="http://schemas.openxmlformats.org/drawingml/2006/main" w="0">
            <a:noFill/>
          </a:ln>
        </p:spPr>
      </p:sp>
      <p:sp>
        <p:nvSpPr>
          <p:cNvPr id="278" name="">
            <a:extLst xmlns:a="http://schemas.openxmlformats.org/drawingml/2006/main">
              <a:ext uri="{FF2B5EF4-FFF2-40B4-BE49-F238E27FC236}">
                <a16:creationId xmlns:a16="http://schemas.microsoft.com/office/drawing/2014/main" id="{B7BA2E0D-AF76-4DDC-A872-EF443B311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5495" y="3375660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BF2F6"/>
          </a:solidFill>
          <a:ln xmlns:a="http://schemas.openxmlformats.org/drawingml/2006/main" w="0">
            <a:noFill/>
          </a:ln>
        </p:spPr>
      </p:sp>
      <p:sp>
        <p:nvSpPr>
          <p:cNvPr id="279" name="">
            <a:extLst xmlns:a="http://schemas.openxmlformats.org/drawingml/2006/main">
              <a:ext uri="{FF2B5EF4-FFF2-40B4-BE49-F238E27FC236}">
                <a16:creationId xmlns:a16="http://schemas.microsoft.com/office/drawing/2014/main" id="{36FF8350-C890-4D48-89C5-A4BB4D378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8380" y="3375660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EF3"/>
          </a:solidFill>
          <a:ln xmlns:a="http://schemas.openxmlformats.org/drawingml/2006/main" w="0">
            <a:noFill/>
          </a:ln>
        </p:spPr>
      </p:sp>
      <p:sp>
        <p:nvSpPr>
          <p:cNvPr id="280" name="">
            <a:extLst xmlns:a="http://schemas.openxmlformats.org/drawingml/2006/main">
              <a:ext uri="{FF2B5EF4-FFF2-40B4-BE49-F238E27FC236}">
                <a16:creationId xmlns:a16="http://schemas.microsoft.com/office/drawing/2014/main" id="{45C9757F-B6DE-448C-83A3-BD193B5E7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1265" y="3375660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DF2"/>
          </a:solidFill>
          <a:ln xmlns:a="http://schemas.openxmlformats.org/drawingml/2006/main" w="0">
            <a:noFill/>
          </a:ln>
        </p:spPr>
      </p:sp>
      <p:sp>
        <p:nvSpPr>
          <p:cNvPr id="281" name="">
            <a:extLst xmlns:a="http://schemas.openxmlformats.org/drawingml/2006/main">
              <a:ext uri="{FF2B5EF4-FFF2-40B4-BE49-F238E27FC236}">
                <a16:creationId xmlns:a16="http://schemas.microsoft.com/office/drawing/2014/main" id="{3C57B886-2963-41CB-BC49-9D4E005C1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3375660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CF1"/>
          </a:solidFill>
          <a:ln xmlns:a="http://schemas.openxmlformats.org/drawingml/2006/main" w="0">
            <a:noFill/>
          </a:ln>
        </p:spPr>
      </p:sp>
      <p:sp>
        <p:nvSpPr>
          <p:cNvPr id="282" name="">
            <a:extLst xmlns:a="http://schemas.openxmlformats.org/drawingml/2006/main">
              <a:ext uri="{FF2B5EF4-FFF2-40B4-BE49-F238E27FC236}">
                <a16:creationId xmlns:a16="http://schemas.microsoft.com/office/drawing/2014/main" id="{CF6109AA-29A3-405B-B21A-EA5C71D79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57035" y="3375660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EBF1"/>
          </a:solidFill>
          <a:ln xmlns:a="http://schemas.openxmlformats.org/drawingml/2006/main" w="0">
            <a:noFill/>
          </a:ln>
        </p:spPr>
      </p:sp>
      <p:sp>
        <p:nvSpPr>
          <p:cNvPr id="283" name="">
            <a:extLst xmlns:a="http://schemas.openxmlformats.org/drawingml/2006/main">
              <a:ext uri="{FF2B5EF4-FFF2-40B4-BE49-F238E27FC236}">
                <a16:creationId xmlns:a16="http://schemas.microsoft.com/office/drawing/2014/main" id="{F8B98A8C-20BC-4816-9835-C0BF9F5A1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9920" y="3375660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EAF0"/>
          </a:solidFill>
          <a:ln xmlns:a="http://schemas.openxmlformats.org/drawingml/2006/main" w="0">
            <a:noFill/>
          </a:ln>
        </p:spPr>
      </p:sp>
      <p:sp>
        <p:nvSpPr>
          <p:cNvPr id="284" name="">
            <a:extLst xmlns:a="http://schemas.openxmlformats.org/drawingml/2006/main">
              <a:ext uri="{FF2B5EF4-FFF2-40B4-BE49-F238E27FC236}">
                <a16:creationId xmlns:a16="http://schemas.microsoft.com/office/drawing/2014/main" id="{831CA04B-841B-4F98-8F37-355426AFF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2805" y="3375660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9EF"/>
          </a:solidFill>
          <a:ln xmlns:a="http://schemas.openxmlformats.org/drawingml/2006/main" w="0">
            <a:noFill/>
          </a:ln>
        </p:spPr>
      </p:sp>
      <p:sp>
        <p:nvSpPr>
          <p:cNvPr id="285" name="">
            <a:extLst xmlns:a="http://schemas.openxmlformats.org/drawingml/2006/main">
              <a:ext uri="{FF2B5EF4-FFF2-40B4-BE49-F238E27FC236}">
                <a16:creationId xmlns:a16="http://schemas.microsoft.com/office/drawing/2014/main" id="{C5C6252B-FDD6-416B-815D-32F96B1BF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5690" y="3375660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8EE"/>
          </a:solidFill>
          <a:ln xmlns:a="http://schemas.openxmlformats.org/drawingml/2006/main" w="0">
            <a:noFill/>
          </a:ln>
        </p:spPr>
      </p:sp>
      <p:sp>
        <p:nvSpPr>
          <p:cNvPr id="286" name="">
            <a:extLst xmlns:a="http://schemas.openxmlformats.org/drawingml/2006/main">
              <a:ext uri="{FF2B5EF4-FFF2-40B4-BE49-F238E27FC236}">
                <a16:creationId xmlns:a16="http://schemas.microsoft.com/office/drawing/2014/main" id="{92EC7A5F-1142-4C2D-978E-116C579E6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48575" y="3375660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AE7ED"/>
          </a:solidFill>
          <a:ln xmlns:a="http://schemas.openxmlformats.org/drawingml/2006/main" w="0">
            <a:noFill/>
          </a:ln>
        </p:spPr>
      </p:sp>
      <p:sp>
        <p:nvSpPr>
          <p:cNvPr id="287" name="">
            <a:extLst xmlns:a="http://schemas.openxmlformats.org/drawingml/2006/main">
              <a:ext uri="{FF2B5EF4-FFF2-40B4-BE49-F238E27FC236}">
                <a16:creationId xmlns:a16="http://schemas.microsoft.com/office/drawing/2014/main" id="{BBA8FAED-2B47-4F5D-90EA-39B863FAF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1460" y="3375660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6ED"/>
          </a:solidFill>
          <a:ln xmlns:a="http://schemas.openxmlformats.org/drawingml/2006/main" w="0">
            <a:noFill/>
          </a:ln>
        </p:spPr>
      </p:sp>
      <p:sp>
        <p:nvSpPr>
          <p:cNvPr id="288" name="">
            <a:extLst xmlns:a="http://schemas.openxmlformats.org/drawingml/2006/main">
              <a:ext uri="{FF2B5EF4-FFF2-40B4-BE49-F238E27FC236}">
                <a16:creationId xmlns:a16="http://schemas.microsoft.com/office/drawing/2014/main" id="{395A7E09-6088-4E95-892B-4F0109285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4345" y="3375660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5EC"/>
          </a:solidFill>
          <a:ln xmlns:a="http://schemas.openxmlformats.org/drawingml/2006/main" w="0">
            <a:noFill/>
          </a:ln>
        </p:spPr>
      </p:sp>
      <p:sp>
        <p:nvSpPr>
          <p:cNvPr id="289" name="">
            <a:extLst xmlns:a="http://schemas.openxmlformats.org/drawingml/2006/main">
              <a:ext uri="{FF2B5EF4-FFF2-40B4-BE49-F238E27FC236}">
                <a16:creationId xmlns:a16="http://schemas.microsoft.com/office/drawing/2014/main" id="{F94893CE-672C-4D50-A71C-7D6A2FBE3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7230" y="3375660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E4EB"/>
          </a:solidFill>
          <a:ln xmlns:a="http://schemas.openxmlformats.org/drawingml/2006/main" w="0">
            <a:noFill/>
          </a:ln>
        </p:spPr>
      </p:sp>
      <p:sp>
        <p:nvSpPr>
          <p:cNvPr id="290" name="">
            <a:extLst xmlns:a="http://schemas.openxmlformats.org/drawingml/2006/main">
              <a:ext uri="{FF2B5EF4-FFF2-40B4-BE49-F238E27FC236}">
                <a16:creationId xmlns:a16="http://schemas.microsoft.com/office/drawing/2014/main" id="{6668C8FD-5161-44F6-8FED-25B06B1A6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0115" y="3375660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E3EB"/>
          </a:solidFill>
          <a:ln xmlns:a="http://schemas.openxmlformats.org/drawingml/2006/main" w="0">
            <a:noFill/>
          </a:ln>
        </p:spPr>
      </p:sp>
      <p:sp>
        <p:nvSpPr>
          <p:cNvPr id="291" name="">
            <a:extLst xmlns:a="http://schemas.openxmlformats.org/drawingml/2006/main">
              <a:ext uri="{FF2B5EF4-FFF2-40B4-BE49-F238E27FC236}">
                <a16:creationId xmlns:a16="http://schemas.microsoft.com/office/drawing/2014/main" id="{F916FF11-14D3-4D8D-92DB-148B7C07A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375660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E3EA"/>
          </a:solidFill>
          <a:ln xmlns:a="http://schemas.openxmlformats.org/drawingml/2006/main" w="0">
            <a:noFill/>
          </a:ln>
        </p:spPr>
      </p:sp>
      <p:sp>
        <p:nvSpPr>
          <p:cNvPr id="292" name="">
            <a:extLst xmlns:a="http://schemas.openxmlformats.org/drawingml/2006/main">
              <a:ext uri="{FF2B5EF4-FFF2-40B4-BE49-F238E27FC236}">
                <a16:creationId xmlns:a16="http://schemas.microsoft.com/office/drawing/2014/main" id="{29E0C4D6-DF59-44E7-B72E-5C55AFBA1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40443"/>
            <a:ext cx="1333500" cy="1647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13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rPr>
              <a:t>G10</a:t>
            </a:r>
          </a:p>
        </p:txBody>
      </p:sp>
      <p:sp>
        <p:nvSpPr>
          <p:cNvPr id="293" name="">
            <a:extLst xmlns:a="http://schemas.openxmlformats.org/drawingml/2006/main">
              <a:ext uri="{FF2B5EF4-FFF2-40B4-BE49-F238E27FC236}">
                <a16:creationId xmlns:a16="http://schemas.microsoft.com/office/drawing/2014/main" id="{AF5930F5-3580-4A0E-8FB9-63D447527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3540443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BFD"/>
          </a:solidFill>
          <a:ln xmlns:a="http://schemas.openxmlformats.org/drawingml/2006/main" w="0">
            <a:noFill/>
          </a:ln>
        </p:spPr>
      </p:sp>
      <p:sp>
        <p:nvSpPr>
          <p:cNvPr id="294" name="">
            <a:extLst xmlns:a="http://schemas.openxmlformats.org/drawingml/2006/main">
              <a:ext uri="{FF2B5EF4-FFF2-40B4-BE49-F238E27FC236}">
                <a16:creationId xmlns:a16="http://schemas.microsoft.com/office/drawing/2014/main" id="{B551FB29-AFBA-4156-9F65-E31235248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99335" y="3540443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D"/>
          </a:solidFill>
          <a:ln xmlns:a="http://schemas.openxmlformats.org/drawingml/2006/main" w="0">
            <a:noFill/>
          </a:ln>
        </p:spPr>
      </p:sp>
      <p:sp>
        <p:nvSpPr>
          <p:cNvPr id="295" name="">
            <a:extLst xmlns:a="http://schemas.openxmlformats.org/drawingml/2006/main">
              <a:ext uri="{FF2B5EF4-FFF2-40B4-BE49-F238E27FC236}">
                <a16:creationId xmlns:a16="http://schemas.microsoft.com/office/drawing/2014/main" id="{731418C8-63CB-4427-B5B2-E95B044D8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2220" y="3540443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D"/>
          </a:solidFill>
          <a:ln xmlns:a="http://schemas.openxmlformats.org/drawingml/2006/main" w="0">
            <a:noFill/>
          </a:ln>
        </p:spPr>
      </p:sp>
      <p:sp>
        <p:nvSpPr>
          <p:cNvPr id="296" name="">
            <a:extLst xmlns:a="http://schemas.openxmlformats.org/drawingml/2006/main">
              <a:ext uri="{FF2B5EF4-FFF2-40B4-BE49-F238E27FC236}">
                <a16:creationId xmlns:a16="http://schemas.microsoft.com/office/drawing/2014/main" id="{2A411B98-F8BB-4C25-BFF1-AFC39C33B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5105" y="3540443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C"/>
          </a:solidFill>
          <a:ln xmlns:a="http://schemas.openxmlformats.org/drawingml/2006/main" w="0">
            <a:noFill/>
          </a:ln>
        </p:spPr>
      </p:sp>
      <p:sp>
        <p:nvSpPr>
          <p:cNvPr id="297" name="">
            <a:extLst xmlns:a="http://schemas.openxmlformats.org/drawingml/2006/main">
              <a:ext uri="{FF2B5EF4-FFF2-40B4-BE49-F238E27FC236}">
                <a16:creationId xmlns:a16="http://schemas.microsoft.com/office/drawing/2014/main" id="{4FF0CD16-2B47-4F3A-BAB7-40C33CA7C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67990" y="3540443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AFC"/>
          </a:solidFill>
          <a:ln xmlns:a="http://schemas.openxmlformats.org/drawingml/2006/main" w="0">
            <a:noFill/>
          </a:ln>
        </p:spPr>
      </p:sp>
      <p:sp>
        <p:nvSpPr>
          <p:cNvPr id="298" name="">
            <a:extLst xmlns:a="http://schemas.openxmlformats.org/drawingml/2006/main">
              <a:ext uri="{FF2B5EF4-FFF2-40B4-BE49-F238E27FC236}">
                <a16:creationId xmlns:a16="http://schemas.microsoft.com/office/drawing/2014/main" id="{7814C85A-7277-469D-8A8C-F873E78F3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3540443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AFC"/>
          </a:solidFill>
          <a:ln xmlns:a="http://schemas.openxmlformats.org/drawingml/2006/main" w="0">
            <a:noFill/>
          </a:ln>
        </p:spPr>
      </p:sp>
      <p:sp>
        <p:nvSpPr>
          <p:cNvPr id="299" name="">
            <a:extLst xmlns:a="http://schemas.openxmlformats.org/drawingml/2006/main">
              <a:ext uri="{FF2B5EF4-FFF2-40B4-BE49-F238E27FC236}">
                <a16:creationId xmlns:a16="http://schemas.microsoft.com/office/drawing/2014/main" id="{32AEF787-4BC5-43B6-9822-674304041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3760" y="3540443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AFC"/>
          </a:solidFill>
          <a:ln xmlns:a="http://schemas.openxmlformats.org/drawingml/2006/main" w="0">
            <a:noFill/>
          </a:ln>
        </p:spPr>
      </p:sp>
      <p:sp>
        <p:nvSpPr>
          <p:cNvPr id="300" name="">
            <a:extLst xmlns:a="http://schemas.openxmlformats.org/drawingml/2006/main">
              <a:ext uri="{FF2B5EF4-FFF2-40B4-BE49-F238E27FC236}">
                <a16:creationId xmlns:a16="http://schemas.microsoft.com/office/drawing/2014/main" id="{A8609367-2256-47DF-B23B-BB390A564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6645" y="3540443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9FC"/>
          </a:solidFill>
          <a:ln xmlns:a="http://schemas.openxmlformats.org/drawingml/2006/main" w="0">
            <a:noFill/>
          </a:ln>
        </p:spPr>
      </p:sp>
      <p:sp>
        <p:nvSpPr>
          <p:cNvPr id="301" name="">
            <a:extLst xmlns:a="http://schemas.openxmlformats.org/drawingml/2006/main">
              <a:ext uri="{FF2B5EF4-FFF2-40B4-BE49-F238E27FC236}">
                <a16:creationId xmlns:a16="http://schemas.microsoft.com/office/drawing/2014/main" id="{FC6CA8B1-4A28-4D91-9B9E-CAB35BADD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9530" y="3540443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9FC"/>
          </a:solidFill>
          <a:ln xmlns:a="http://schemas.openxmlformats.org/drawingml/2006/main" w="0">
            <a:noFill/>
          </a:ln>
        </p:spPr>
      </p:sp>
      <p:sp>
        <p:nvSpPr>
          <p:cNvPr id="302" name="">
            <a:extLst xmlns:a="http://schemas.openxmlformats.org/drawingml/2006/main">
              <a:ext uri="{FF2B5EF4-FFF2-40B4-BE49-F238E27FC236}">
                <a16:creationId xmlns:a16="http://schemas.microsoft.com/office/drawing/2014/main" id="{61FDBA51-C7A3-4037-82AE-9009019F6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82415" y="3540443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9FC"/>
          </a:solidFill>
          <a:ln xmlns:a="http://schemas.openxmlformats.org/drawingml/2006/main" w="0">
            <a:noFill/>
          </a:ln>
        </p:spPr>
      </p:sp>
      <p:sp>
        <p:nvSpPr>
          <p:cNvPr id="303" name="">
            <a:extLst xmlns:a="http://schemas.openxmlformats.org/drawingml/2006/main">
              <a:ext uri="{FF2B5EF4-FFF2-40B4-BE49-F238E27FC236}">
                <a16:creationId xmlns:a16="http://schemas.microsoft.com/office/drawing/2014/main" id="{34B28D24-1742-4555-941D-69214F0E6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3540443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9FC"/>
          </a:solidFill>
          <a:ln xmlns:a="http://schemas.openxmlformats.org/drawingml/2006/main" w="0">
            <a:noFill/>
          </a:ln>
        </p:spPr>
      </p:sp>
      <p:sp>
        <p:nvSpPr>
          <p:cNvPr id="304" name="">
            <a:extLst xmlns:a="http://schemas.openxmlformats.org/drawingml/2006/main">
              <a:ext uri="{FF2B5EF4-FFF2-40B4-BE49-F238E27FC236}">
                <a16:creationId xmlns:a16="http://schemas.microsoft.com/office/drawing/2014/main" id="{BFBF8CFE-517B-4101-BC51-6709CDD4F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8185" y="3540443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9FC"/>
          </a:solidFill>
          <a:ln xmlns:a="http://schemas.openxmlformats.org/drawingml/2006/main" w="0">
            <a:noFill/>
          </a:ln>
        </p:spPr>
      </p:sp>
      <p:sp>
        <p:nvSpPr>
          <p:cNvPr id="305" name="">
            <a:extLst xmlns:a="http://schemas.openxmlformats.org/drawingml/2006/main">
              <a:ext uri="{FF2B5EF4-FFF2-40B4-BE49-F238E27FC236}">
                <a16:creationId xmlns:a16="http://schemas.microsoft.com/office/drawing/2014/main" id="{9AE07BCC-F5B4-4C48-B4B7-4C0DA312A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1070" y="3540443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9FB"/>
          </a:solidFill>
          <a:ln xmlns:a="http://schemas.openxmlformats.org/drawingml/2006/main" w="0">
            <a:noFill/>
          </a:ln>
        </p:spPr>
      </p:sp>
      <p:sp>
        <p:nvSpPr>
          <p:cNvPr id="306" name="">
            <a:extLst xmlns:a="http://schemas.openxmlformats.org/drawingml/2006/main">
              <a:ext uri="{FF2B5EF4-FFF2-40B4-BE49-F238E27FC236}">
                <a16:creationId xmlns:a16="http://schemas.microsoft.com/office/drawing/2014/main" id="{18FED4A9-D0B0-4D2B-91A4-793FCD6AB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3955" y="3540443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9FB"/>
          </a:solidFill>
          <a:ln xmlns:a="http://schemas.openxmlformats.org/drawingml/2006/main" w="0">
            <a:noFill/>
          </a:ln>
        </p:spPr>
      </p:sp>
      <p:sp>
        <p:nvSpPr>
          <p:cNvPr id="307" name="">
            <a:extLst xmlns:a="http://schemas.openxmlformats.org/drawingml/2006/main">
              <a:ext uri="{FF2B5EF4-FFF2-40B4-BE49-F238E27FC236}">
                <a16:creationId xmlns:a16="http://schemas.microsoft.com/office/drawing/2014/main" id="{12BC206E-92B0-4527-A860-285CBEC29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6840" y="3540443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9FB"/>
          </a:solidFill>
          <a:ln xmlns:a="http://schemas.openxmlformats.org/drawingml/2006/main" w="0">
            <a:noFill/>
          </a:ln>
        </p:spPr>
      </p:sp>
      <p:sp>
        <p:nvSpPr>
          <p:cNvPr id="308" name="">
            <a:extLst xmlns:a="http://schemas.openxmlformats.org/drawingml/2006/main">
              <a:ext uri="{FF2B5EF4-FFF2-40B4-BE49-F238E27FC236}">
                <a16:creationId xmlns:a16="http://schemas.microsoft.com/office/drawing/2014/main" id="{66624E90-647C-4445-B5D1-340292CEE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9725" y="3540443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9FB"/>
          </a:solidFill>
          <a:ln xmlns:a="http://schemas.openxmlformats.org/drawingml/2006/main" w="0">
            <a:noFill/>
          </a:ln>
        </p:spPr>
      </p:sp>
      <p:sp>
        <p:nvSpPr>
          <p:cNvPr id="309" name="">
            <a:extLst xmlns:a="http://schemas.openxmlformats.org/drawingml/2006/main">
              <a:ext uri="{FF2B5EF4-FFF2-40B4-BE49-F238E27FC236}">
                <a16:creationId xmlns:a16="http://schemas.microsoft.com/office/drawing/2014/main" id="{4F427395-FEF6-4599-B5D3-4BF99F2AF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42610" y="3540443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9FB"/>
          </a:solidFill>
          <a:ln xmlns:a="http://schemas.openxmlformats.org/drawingml/2006/main" w="0">
            <a:noFill/>
          </a:ln>
        </p:spPr>
      </p:sp>
      <p:sp>
        <p:nvSpPr>
          <p:cNvPr id="310" name="">
            <a:extLst xmlns:a="http://schemas.openxmlformats.org/drawingml/2006/main">
              <a:ext uri="{FF2B5EF4-FFF2-40B4-BE49-F238E27FC236}">
                <a16:creationId xmlns:a16="http://schemas.microsoft.com/office/drawing/2014/main" id="{556674C9-B72E-4F61-A3A6-D551F88D6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5495" y="3540443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9FB"/>
          </a:solidFill>
          <a:ln xmlns:a="http://schemas.openxmlformats.org/drawingml/2006/main" w="0">
            <a:noFill/>
          </a:ln>
        </p:spPr>
      </p:sp>
      <p:sp>
        <p:nvSpPr>
          <p:cNvPr id="311" name="">
            <a:extLst xmlns:a="http://schemas.openxmlformats.org/drawingml/2006/main">
              <a:ext uri="{FF2B5EF4-FFF2-40B4-BE49-F238E27FC236}">
                <a16:creationId xmlns:a16="http://schemas.microsoft.com/office/drawing/2014/main" id="{4EF0872E-9773-4C4C-A7C1-04BC42A52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8380" y="3540443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8FB"/>
          </a:solidFill>
          <a:ln xmlns:a="http://schemas.openxmlformats.org/drawingml/2006/main" w="0">
            <a:noFill/>
          </a:ln>
        </p:spPr>
      </p:sp>
      <p:sp>
        <p:nvSpPr>
          <p:cNvPr id="312" name="">
            <a:extLst xmlns:a="http://schemas.openxmlformats.org/drawingml/2006/main">
              <a:ext uri="{FF2B5EF4-FFF2-40B4-BE49-F238E27FC236}">
                <a16:creationId xmlns:a16="http://schemas.microsoft.com/office/drawing/2014/main" id="{341E068D-22E6-4A87-9204-4EBCF2F69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1265" y="3540443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8FA"/>
          </a:solidFill>
          <a:ln xmlns:a="http://schemas.openxmlformats.org/drawingml/2006/main" w="0">
            <a:noFill/>
          </a:ln>
        </p:spPr>
      </p:sp>
      <p:sp>
        <p:nvSpPr>
          <p:cNvPr id="313" name="">
            <a:extLst xmlns:a="http://schemas.openxmlformats.org/drawingml/2006/main">
              <a:ext uri="{FF2B5EF4-FFF2-40B4-BE49-F238E27FC236}">
                <a16:creationId xmlns:a16="http://schemas.microsoft.com/office/drawing/2014/main" id="{1965D491-851D-411D-924B-876843779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3540443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8FA"/>
          </a:solidFill>
          <a:ln xmlns:a="http://schemas.openxmlformats.org/drawingml/2006/main" w="0">
            <a:noFill/>
          </a:ln>
        </p:spPr>
      </p:sp>
      <p:sp>
        <p:nvSpPr>
          <p:cNvPr id="314" name="">
            <a:extLst xmlns:a="http://schemas.openxmlformats.org/drawingml/2006/main">
              <a:ext uri="{FF2B5EF4-FFF2-40B4-BE49-F238E27FC236}">
                <a16:creationId xmlns:a16="http://schemas.microsoft.com/office/drawing/2014/main" id="{62D2489F-F83D-4C99-8708-AD441F5AD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57035" y="3540443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</a:ln>
        </p:spPr>
      </p:sp>
      <p:sp>
        <p:nvSpPr>
          <p:cNvPr id="315" name="">
            <a:extLst xmlns:a="http://schemas.openxmlformats.org/drawingml/2006/main">
              <a:ext uri="{FF2B5EF4-FFF2-40B4-BE49-F238E27FC236}">
                <a16:creationId xmlns:a16="http://schemas.microsoft.com/office/drawing/2014/main" id="{9394CBA4-9207-4197-AB4B-112519BEA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9920" y="3540443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</a:ln>
        </p:spPr>
      </p:sp>
      <p:sp>
        <p:nvSpPr>
          <p:cNvPr id="316" name="">
            <a:extLst xmlns:a="http://schemas.openxmlformats.org/drawingml/2006/main">
              <a:ext uri="{FF2B5EF4-FFF2-40B4-BE49-F238E27FC236}">
                <a16:creationId xmlns:a16="http://schemas.microsoft.com/office/drawing/2014/main" id="{7227E4A5-ACC3-4481-8ED2-B2999DDF4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2805" y="3540443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7FA"/>
          </a:solidFill>
          <a:ln xmlns:a="http://schemas.openxmlformats.org/drawingml/2006/main" w="0">
            <a:noFill/>
          </a:ln>
        </p:spPr>
      </p:sp>
      <p:sp>
        <p:nvSpPr>
          <p:cNvPr id="317" name="">
            <a:extLst xmlns:a="http://schemas.openxmlformats.org/drawingml/2006/main">
              <a:ext uri="{FF2B5EF4-FFF2-40B4-BE49-F238E27FC236}">
                <a16:creationId xmlns:a16="http://schemas.microsoft.com/office/drawing/2014/main" id="{45012BDC-FC05-4264-BF2A-D4A60E394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5690" y="3540443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7FA"/>
          </a:solidFill>
          <a:ln xmlns:a="http://schemas.openxmlformats.org/drawingml/2006/main" w="0">
            <a:noFill/>
          </a:ln>
        </p:spPr>
      </p:sp>
      <p:sp>
        <p:nvSpPr>
          <p:cNvPr id="318" name="">
            <a:extLst xmlns:a="http://schemas.openxmlformats.org/drawingml/2006/main">
              <a:ext uri="{FF2B5EF4-FFF2-40B4-BE49-F238E27FC236}">
                <a16:creationId xmlns:a16="http://schemas.microsoft.com/office/drawing/2014/main" id="{31962D7A-D19B-455A-B1A6-C513BEBCC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48575" y="3540443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7FA"/>
          </a:solidFill>
          <a:ln xmlns:a="http://schemas.openxmlformats.org/drawingml/2006/main" w="0">
            <a:noFill/>
          </a:ln>
        </p:spPr>
      </p:sp>
      <p:sp>
        <p:nvSpPr>
          <p:cNvPr id="319" name="">
            <a:extLst xmlns:a="http://schemas.openxmlformats.org/drawingml/2006/main">
              <a:ext uri="{FF2B5EF4-FFF2-40B4-BE49-F238E27FC236}">
                <a16:creationId xmlns:a16="http://schemas.microsoft.com/office/drawing/2014/main" id="{AE2206DC-933F-4008-8007-EF6E3EF4C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1460" y="3540443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6F9"/>
          </a:solidFill>
          <a:ln xmlns:a="http://schemas.openxmlformats.org/drawingml/2006/main" w="0">
            <a:noFill/>
          </a:ln>
        </p:spPr>
      </p:sp>
      <p:sp>
        <p:nvSpPr>
          <p:cNvPr id="320" name="">
            <a:extLst xmlns:a="http://schemas.openxmlformats.org/drawingml/2006/main">
              <a:ext uri="{FF2B5EF4-FFF2-40B4-BE49-F238E27FC236}">
                <a16:creationId xmlns:a16="http://schemas.microsoft.com/office/drawing/2014/main" id="{70AE68F6-55A6-4CA2-8F56-6EBD10A73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4345" y="3540443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6F9"/>
          </a:solidFill>
          <a:ln xmlns:a="http://schemas.openxmlformats.org/drawingml/2006/main" w="0">
            <a:noFill/>
          </a:ln>
        </p:spPr>
      </p:sp>
      <p:sp>
        <p:nvSpPr>
          <p:cNvPr id="321" name="">
            <a:extLst xmlns:a="http://schemas.openxmlformats.org/drawingml/2006/main">
              <a:ext uri="{FF2B5EF4-FFF2-40B4-BE49-F238E27FC236}">
                <a16:creationId xmlns:a16="http://schemas.microsoft.com/office/drawing/2014/main" id="{1D76E9CB-232C-41A3-9F5B-9CD346205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7230" y="3540443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6F9"/>
          </a:solidFill>
          <a:ln xmlns:a="http://schemas.openxmlformats.org/drawingml/2006/main" w="0">
            <a:noFill/>
          </a:ln>
        </p:spPr>
      </p:sp>
      <p:sp>
        <p:nvSpPr>
          <p:cNvPr id="322" name="">
            <a:extLst xmlns:a="http://schemas.openxmlformats.org/drawingml/2006/main">
              <a:ext uri="{FF2B5EF4-FFF2-40B4-BE49-F238E27FC236}">
                <a16:creationId xmlns:a16="http://schemas.microsoft.com/office/drawing/2014/main" id="{E8D77A16-71D6-4C2F-AE18-24A4B8E15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0115" y="3540443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6F9"/>
          </a:solidFill>
          <a:ln xmlns:a="http://schemas.openxmlformats.org/drawingml/2006/main" w="0">
            <a:noFill/>
          </a:ln>
        </p:spPr>
      </p:sp>
      <p:sp>
        <p:nvSpPr>
          <p:cNvPr id="323" name="">
            <a:extLst xmlns:a="http://schemas.openxmlformats.org/drawingml/2006/main">
              <a:ext uri="{FF2B5EF4-FFF2-40B4-BE49-F238E27FC236}">
                <a16:creationId xmlns:a16="http://schemas.microsoft.com/office/drawing/2014/main" id="{91BEA01C-DC98-42BF-BA07-E35DE786B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540443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6F9"/>
          </a:solidFill>
          <a:ln xmlns:a="http://schemas.openxmlformats.org/drawingml/2006/main" w="0">
            <a:noFill/>
          </a:ln>
        </p:spPr>
      </p:sp>
      <p:sp>
        <p:nvSpPr>
          <p:cNvPr id="324" name="">
            <a:extLst xmlns:a="http://schemas.openxmlformats.org/drawingml/2006/main">
              <a:ext uri="{FF2B5EF4-FFF2-40B4-BE49-F238E27FC236}">
                <a16:creationId xmlns:a16="http://schemas.microsoft.com/office/drawing/2014/main" id="{48B70B04-42F2-4B11-ACA6-4001FD24D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05225"/>
            <a:ext cx="1333500" cy="1647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13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rPr>
              <a:t>G11</a:t>
            </a:r>
          </a:p>
        </p:txBody>
      </p:sp>
      <p:sp>
        <p:nvSpPr>
          <p:cNvPr id="325" name="">
            <a:extLst xmlns:a="http://schemas.openxmlformats.org/drawingml/2006/main">
              <a:ext uri="{FF2B5EF4-FFF2-40B4-BE49-F238E27FC236}">
                <a16:creationId xmlns:a16="http://schemas.microsoft.com/office/drawing/2014/main" id="{E88B70B4-B837-4477-B4CC-A187F6871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3705225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BFD"/>
          </a:solidFill>
          <a:ln xmlns:a="http://schemas.openxmlformats.org/drawingml/2006/main" w="0">
            <a:noFill/>
          </a:ln>
        </p:spPr>
      </p:sp>
      <p:sp>
        <p:nvSpPr>
          <p:cNvPr id="326" name="">
            <a:extLst xmlns:a="http://schemas.openxmlformats.org/drawingml/2006/main">
              <a:ext uri="{FF2B5EF4-FFF2-40B4-BE49-F238E27FC236}">
                <a16:creationId xmlns:a16="http://schemas.microsoft.com/office/drawing/2014/main" id="{8B12B548-FBC5-42AA-88CC-2024F4D1B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99335" y="3705225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C"/>
          </a:solidFill>
          <a:ln xmlns:a="http://schemas.openxmlformats.org/drawingml/2006/main" w="0">
            <a:noFill/>
          </a:ln>
        </p:spPr>
      </p:sp>
      <p:sp>
        <p:nvSpPr>
          <p:cNvPr id="327" name="">
            <a:extLst xmlns:a="http://schemas.openxmlformats.org/drawingml/2006/main">
              <a:ext uri="{FF2B5EF4-FFF2-40B4-BE49-F238E27FC236}">
                <a16:creationId xmlns:a16="http://schemas.microsoft.com/office/drawing/2014/main" id="{DF0B05DD-E386-40BD-A3CB-6BAF48C0A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2220" y="3705225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AFC"/>
          </a:solidFill>
          <a:ln xmlns:a="http://schemas.openxmlformats.org/drawingml/2006/main" w="0">
            <a:noFill/>
          </a:ln>
        </p:spPr>
      </p:sp>
      <p:sp>
        <p:nvSpPr>
          <p:cNvPr id="328" name="">
            <a:extLst xmlns:a="http://schemas.openxmlformats.org/drawingml/2006/main">
              <a:ext uri="{FF2B5EF4-FFF2-40B4-BE49-F238E27FC236}">
                <a16:creationId xmlns:a16="http://schemas.microsoft.com/office/drawing/2014/main" id="{9A148C84-7C64-4B43-9281-88A1CCF09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5105" y="3705225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AFC"/>
          </a:solidFill>
          <a:ln xmlns:a="http://schemas.openxmlformats.org/drawingml/2006/main" w="0">
            <a:noFill/>
          </a:ln>
        </p:spPr>
      </p:sp>
      <p:sp>
        <p:nvSpPr>
          <p:cNvPr id="329" name="">
            <a:extLst xmlns:a="http://schemas.openxmlformats.org/drawingml/2006/main">
              <a:ext uri="{FF2B5EF4-FFF2-40B4-BE49-F238E27FC236}">
                <a16:creationId xmlns:a16="http://schemas.microsoft.com/office/drawing/2014/main" id="{88C12F28-7C69-4A60-8015-0826C203E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67990" y="3705225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9FC"/>
          </a:solidFill>
          <a:ln xmlns:a="http://schemas.openxmlformats.org/drawingml/2006/main" w="0">
            <a:noFill/>
          </a:ln>
        </p:spPr>
      </p:sp>
      <p:sp>
        <p:nvSpPr>
          <p:cNvPr id="330" name="">
            <a:extLst xmlns:a="http://schemas.openxmlformats.org/drawingml/2006/main">
              <a:ext uri="{FF2B5EF4-FFF2-40B4-BE49-F238E27FC236}">
                <a16:creationId xmlns:a16="http://schemas.microsoft.com/office/drawing/2014/main" id="{3900B199-6567-4BAC-B3DC-BBE21610B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3705225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9FC"/>
          </a:solidFill>
          <a:ln xmlns:a="http://schemas.openxmlformats.org/drawingml/2006/main" w="0">
            <a:noFill/>
          </a:ln>
        </p:spPr>
      </p:sp>
      <p:sp>
        <p:nvSpPr>
          <p:cNvPr id="331" name="">
            <a:extLst xmlns:a="http://schemas.openxmlformats.org/drawingml/2006/main">
              <a:ext uri="{FF2B5EF4-FFF2-40B4-BE49-F238E27FC236}">
                <a16:creationId xmlns:a16="http://schemas.microsoft.com/office/drawing/2014/main" id="{7EF0718E-958E-464C-BB4C-DCB55F85A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3760" y="3705225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9FC"/>
          </a:solidFill>
          <a:ln xmlns:a="http://schemas.openxmlformats.org/drawingml/2006/main" w="0">
            <a:noFill/>
          </a:ln>
        </p:spPr>
      </p:sp>
      <p:sp>
        <p:nvSpPr>
          <p:cNvPr id="332" name="">
            <a:extLst xmlns:a="http://schemas.openxmlformats.org/drawingml/2006/main">
              <a:ext uri="{FF2B5EF4-FFF2-40B4-BE49-F238E27FC236}">
                <a16:creationId xmlns:a16="http://schemas.microsoft.com/office/drawing/2014/main" id="{6F151198-4E00-42B8-88FB-A90EF4228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6645" y="3705225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9FB"/>
          </a:solidFill>
          <a:ln xmlns:a="http://schemas.openxmlformats.org/drawingml/2006/main" w="0">
            <a:noFill/>
          </a:ln>
        </p:spPr>
      </p:sp>
      <p:sp>
        <p:nvSpPr>
          <p:cNvPr id="333" name="">
            <a:extLst xmlns:a="http://schemas.openxmlformats.org/drawingml/2006/main">
              <a:ext uri="{FF2B5EF4-FFF2-40B4-BE49-F238E27FC236}">
                <a16:creationId xmlns:a16="http://schemas.microsoft.com/office/drawing/2014/main" id="{81151677-F1DA-4AC7-9C88-2FDA6A323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9530" y="3705225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9FB"/>
          </a:solidFill>
          <a:ln xmlns:a="http://schemas.openxmlformats.org/drawingml/2006/main" w="0">
            <a:noFill/>
          </a:ln>
        </p:spPr>
      </p:sp>
      <p:sp>
        <p:nvSpPr>
          <p:cNvPr id="334" name="">
            <a:extLst xmlns:a="http://schemas.openxmlformats.org/drawingml/2006/main">
              <a:ext uri="{FF2B5EF4-FFF2-40B4-BE49-F238E27FC236}">
                <a16:creationId xmlns:a16="http://schemas.microsoft.com/office/drawing/2014/main" id="{315DF64C-4122-4850-887F-9EE0EA658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82415" y="3705225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8FB"/>
          </a:solidFill>
          <a:ln xmlns:a="http://schemas.openxmlformats.org/drawingml/2006/main" w="0">
            <a:noFill/>
          </a:ln>
        </p:spPr>
      </p:sp>
      <p:sp>
        <p:nvSpPr>
          <p:cNvPr id="335" name="">
            <a:extLst xmlns:a="http://schemas.openxmlformats.org/drawingml/2006/main">
              <a:ext uri="{FF2B5EF4-FFF2-40B4-BE49-F238E27FC236}">
                <a16:creationId xmlns:a16="http://schemas.microsoft.com/office/drawing/2014/main" id="{861B01A2-FD07-4EEC-97DC-ECAD68C53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3705225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8FB"/>
          </a:solidFill>
          <a:ln xmlns:a="http://schemas.openxmlformats.org/drawingml/2006/main" w="0">
            <a:noFill/>
          </a:ln>
        </p:spPr>
      </p:sp>
      <p:sp>
        <p:nvSpPr>
          <p:cNvPr id="336" name="">
            <a:extLst xmlns:a="http://schemas.openxmlformats.org/drawingml/2006/main">
              <a:ext uri="{FF2B5EF4-FFF2-40B4-BE49-F238E27FC236}">
                <a16:creationId xmlns:a16="http://schemas.microsoft.com/office/drawing/2014/main" id="{4220CF5A-F6A5-4D33-8F00-37D9C6587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8185" y="3705225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8FB"/>
          </a:solidFill>
          <a:ln xmlns:a="http://schemas.openxmlformats.org/drawingml/2006/main" w="0">
            <a:noFill/>
          </a:ln>
        </p:spPr>
      </p:sp>
      <p:sp>
        <p:nvSpPr>
          <p:cNvPr id="337" name="">
            <a:extLst xmlns:a="http://schemas.openxmlformats.org/drawingml/2006/main">
              <a:ext uri="{FF2B5EF4-FFF2-40B4-BE49-F238E27FC236}">
                <a16:creationId xmlns:a16="http://schemas.microsoft.com/office/drawing/2014/main" id="{DECD7914-D5DB-4E4D-9A05-EF2F627D1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1070" y="3705225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8FB"/>
          </a:solidFill>
          <a:ln xmlns:a="http://schemas.openxmlformats.org/drawingml/2006/main" w="0">
            <a:noFill/>
          </a:ln>
        </p:spPr>
      </p:sp>
      <p:sp>
        <p:nvSpPr>
          <p:cNvPr id="338" name="">
            <a:extLst xmlns:a="http://schemas.openxmlformats.org/drawingml/2006/main">
              <a:ext uri="{FF2B5EF4-FFF2-40B4-BE49-F238E27FC236}">
                <a16:creationId xmlns:a16="http://schemas.microsoft.com/office/drawing/2014/main" id="{0D516BE8-6583-49CA-B615-FCDD13640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3955" y="3705225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8FB"/>
          </a:solidFill>
          <a:ln xmlns:a="http://schemas.openxmlformats.org/drawingml/2006/main" w="0">
            <a:noFill/>
          </a:ln>
        </p:spPr>
      </p:sp>
      <p:sp>
        <p:nvSpPr>
          <p:cNvPr id="339" name="">
            <a:extLst xmlns:a="http://schemas.openxmlformats.org/drawingml/2006/main">
              <a:ext uri="{FF2B5EF4-FFF2-40B4-BE49-F238E27FC236}">
                <a16:creationId xmlns:a16="http://schemas.microsoft.com/office/drawing/2014/main" id="{BAF620A5-2E75-4336-842F-645A9CC41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6840" y="3705225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9FB"/>
          </a:solidFill>
          <a:ln xmlns:a="http://schemas.openxmlformats.org/drawingml/2006/main" w="0">
            <a:noFill/>
          </a:ln>
        </p:spPr>
      </p:sp>
      <p:sp>
        <p:nvSpPr>
          <p:cNvPr id="340" name="">
            <a:extLst xmlns:a="http://schemas.openxmlformats.org/drawingml/2006/main">
              <a:ext uri="{FF2B5EF4-FFF2-40B4-BE49-F238E27FC236}">
                <a16:creationId xmlns:a16="http://schemas.microsoft.com/office/drawing/2014/main" id="{CC3676A1-786D-480F-ADBB-13CD3CB21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9725" y="3705225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9FB"/>
          </a:solidFill>
          <a:ln xmlns:a="http://schemas.openxmlformats.org/drawingml/2006/main" w="0">
            <a:noFill/>
          </a:ln>
        </p:spPr>
      </p:sp>
      <p:sp>
        <p:nvSpPr>
          <p:cNvPr id="341" name="">
            <a:extLst xmlns:a="http://schemas.openxmlformats.org/drawingml/2006/main">
              <a:ext uri="{FF2B5EF4-FFF2-40B4-BE49-F238E27FC236}">
                <a16:creationId xmlns:a16="http://schemas.microsoft.com/office/drawing/2014/main" id="{6187927F-CDAC-4ACC-95A5-A50C5354E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42610" y="3705225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9FB"/>
          </a:solidFill>
          <a:ln xmlns:a="http://schemas.openxmlformats.org/drawingml/2006/main" w="0">
            <a:noFill/>
          </a:ln>
        </p:spPr>
      </p:sp>
      <p:sp>
        <p:nvSpPr>
          <p:cNvPr id="342" name="">
            <a:extLst xmlns:a="http://schemas.openxmlformats.org/drawingml/2006/main">
              <a:ext uri="{FF2B5EF4-FFF2-40B4-BE49-F238E27FC236}">
                <a16:creationId xmlns:a16="http://schemas.microsoft.com/office/drawing/2014/main" id="{D52FA3F0-501D-4929-B376-0F491210E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5495" y="3705225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7FA"/>
          </a:solidFill>
          <a:ln xmlns:a="http://schemas.openxmlformats.org/drawingml/2006/main" w="0">
            <a:noFill/>
          </a:ln>
        </p:spPr>
      </p:sp>
      <p:sp>
        <p:nvSpPr>
          <p:cNvPr id="343" name="">
            <a:extLst xmlns:a="http://schemas.openxmlformats.org/drawingml/2006/main">
              <a:ext uri="{FF2B5EF4-FFF2-40B4-BE49-F238E27FC236}">
                <a16:creationId xmlns:a16="http://schemas.microsoft.com/office/drawing/2014/main" id="{3A6EBFC9-BBF2-4457-837C-A19D66B48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8380" y="3705225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5F8"/>
          </a:solidFill>
          <a:ln xmlns:a="http://schemas.openxmlformats.org/drawingml/2006/main" w="0">
            <a:noFill/>
          </a:ln>
        </p:spPr>
      </p:sp>
      <p:sp>
        <p:nvSpPr>
          <p:cNvPr id="344" name="">
            <a:extLst xmlns:a="http://schemas.openxmlformats.org/drawingml/2006/main">
              <a:ext uri="{FF2B5EF4-FFF2-40B4-BE49-F238E27FC236}">
                <a16:creationId xmlns:a16="http://schemas.microsoft.com/office/drawing/2014/main" id="{D911564B-92D5-44D9-84F0-E269C75F8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1265" y="3705225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4F8"/>
          </a:solidFill>
          <a:ln xmlns:a="http://schemas.openxmlformats.org/drawingml/2006/main" w="0">
            <a:noFill/>
          </a:ln>
        </p:spPr>
      </p:sp>
      <p:sp>
        <p:nvSpPr>
          <p:cNvPr id="345" name="">
            <a:extLst xmlns:a="http://schemas.openxmlformats.org/drawingml/2006/main">
              <a:ext uri="{FF2B5EF4-FFF2-40B4-BE49-F238E27FC236}">
                <a16:creationId xmlns:a16="http://schemas.microsoft.com/office/drawing/2014/main" id="{FD2F0DD8-A42C-42C8-8705-C0093E4A5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3705225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4F7"/>
          </a:solidFill>
          <a:ln xmlns:a="http://schemas.openxmlformats.org/drawingml/2006/main" w="0">
            <a:noFill/>
          </a:ln>
        </p:spPr>
      </p:sp>
      <p:sp>
        <p:nvSpPr>
          <p:cNvPr id="346" name="">
            <a:extLst xmlns:a="http://schemas.openxmlformats.org/drawingml/2006/main">
              <a:ext uri="{FF2B5EF4-FFF2-40B4-BE49-F238E27FC236}">
                <a16:creationId xmlns:a16="http://schemas.microsoft.com/office/drawing/2014/main" id="{4A71841C-A84B-4E4F-A2C0-55FD6EF65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57035" y="3705225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4F7"/>
          </a:solidFill>
          <a:ln xmlns:a="http://schemas.openxmlformats.org/drawingml/2006/main" w="0">
            <a:noFill/>
          </a:ln>
        </p:spPr>
      </p:sp>
      <p:sp>
        <p:nvSpPr>
          <p:cNvPr id="347" name="">
            <a:extLst xmlns:a="http://schemas.openxmlformats.org/drawingml/2006/main">
              <a:ext uri="{FF2B5EF4-FFF2-40B4-BE49-F238E27FC236}">
                <a16:creationId xmlns:a16="http://schemas.microsoft.com/office/drawing/2014/main" id="{002AFF00-0BEA-42E2-A57A-C0E0124CF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9920" y="3705225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F3F7"/>
          </a:solidFill>
          <a:ln xmlns:a="http://schemas.openxmlformats.org/drawingml/2006/main" w="0">
            <a:noFill/>
          </a:ln>
        </p:spPr>
      </p:sp>
      <p:sp>
        <p:nvSpPr>
          <p:cNvPr id="348" name="">
            <a:extLst xmlns:a="http://schemas.openxmlformats.org/drawingml/2006/main">
              <a:ext uri="{FF2B5EF4-FFF2-40B4-BE49-F238E27FC236}">
                <a16:creationId xmlns:a16="http://schemas.microsoft.com/office/drawing/2014/main" id="{D43B19E9-CC58-4890-8F7C-E68FD4D84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2805" y="3705225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BF3F6"/>
          </a:solidFill>
          <a:ln xmlns:a="http://schemas.openxmlformats.org/drawingml/2006/main" w="0">
            <a:noFill/>
          </a:ln>
        </p:spPr>
      </p:sp>
      <p:sp>
        <p:nvSpPr>
          <p:cNvPr id="349" name="">
            <a:extLst xmlns:a="http://schemas.openxmlformats.org/drawingml/2006/main">
              <a:ext uri="{FF2B5EF4-FFF2-40B4-BE49-F238E27FC236}">
                <a16:creationId xmlns:a16="http://schemas.microsoft.com/office/drawing/2014/main" id="{EAECCEDD-17EC-42B4-8487-386C304BE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5690" y="3705225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BF2F6"/>
          </a:solidFill>
          <a:ln xmlns:a="http://schemas.openxmlformats.org/drawingml/2006/main" w="0">
            <a:noFill/>
          </a:ln>
        </p:spPr>
      </p:sp>
      <p:sp>
        <p:nvSpPr>
          <p:cNvPr id="350" name="">
            <a:extLst xmlns:a="http://schemas.openxmlformats.org/drawingml/2006/main">
              <a:ext uri="{FF2B5EF4-FFF2-40B4-BE49-F238E27FC236}">
                <a16:creationId xmlns:a16="http://schemas.microsoft.com/office/drawing/2014/main" id="{995D2159-E206-4F93-940B-FAD54306B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48575" y="3705225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1F5"/>
          </a:solidFill>
          <a:ln xmlns:a="http://schemas.openxmlformats.org/drawingml/2006/main" w="0">
            <a:noFill/>
          </a:ln>
        </p:spPr>
      </p:sp>
      <p:sp>
        <p:nvSpPr>
          <p:cNvPr id="351" name="">
            <a:extLst xmlns:a="http://schemas.openxmlformats.org/drawingml/2006/main">
              <a:ext uri="{FF2B5EF4-FFF2-40B4-BE49-F238E27FC236}">
                <a16:creationId xmlns:a16="http://schemas.microsoft.com/office/drawing/2014/main" id="{EAF894D8-743B-4292-B7FC-7C3668080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1460" y="3705225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1F5"/>
          </a:solidFill>
          <a:ln xmlns:a="http://schemas.openxmlformats.org/drawingml/2006/main" w="0">
            <a:noFill/>
          </a:ln>
        </p:spPr>
      </p:sp>
      <p:sp>
        <p:nvSpPr>
          <p:cNvPr id="352" name="">
            <a:extLst xmlns:a="http://schemas.openxmlformats.org/drawingml/2006/main">
              <a:ext uri="{FF2B5EF4-FFF2-40B4-BE49-F238E27FC236}">
                <a16:creationId xmlns:a16="http://schemas.microsoft.com/office/drawing/2014/main" id="{6B0372BA-83AE-4A90-A009-51594A3CA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4345" y="3705225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0F5"/>
          </a:solidFill>
          <a:ln xmlns:a="http://schemas.openxmlformats.org/drawingml/2006/main" w="0">
            <a:noFill/>
          </a:ln>
        </p:spPr>
      </p:sp>
      <p:sp>
        <p:nvSpPr>
          <p:cNvPr id="353" name="">
            <a:extLst xmlns:a="http://schemas.openxmlformats.org/drawingml/2006/main">
              <a:ext uri="{FF2B5EF4-FFF2-40B4-BE49-F238E27FC236}">
                <a16:creationId xmlns:a16="http://schemas.microsoft.com/office/drawing/2014/main" id="{62C2DB14-BED1-4EBC-AA68-C2572F7B8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7230" y="3705225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0F4"/>
          </a:solidFill>
          <a:ln xmlns:a="http://schemas.openxmlformats.org/drawingml/2006/main" w="0">
            <a:noFill/>
          </a:ln>
        </p:spPr>
      </p:sp>
      <p:sp>
        <p:nvSpPr>
          <p:cNvPr id="354" name="">
            <a:extLst xmlns:a="http://schemas.openxmlformats.org/drawingml/2006/main">
              <a:ext uri="{FF2B5EF4-FFF2-40B4-BE49-F238E27FC236}">
                <a16:creationId xmlns:a16="http://schemas.microsoft.com/office/drawing/2014/main" id="{2D9539CF-D91B-4FC9-B4BD-302557099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0115" y="3705225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FF4"/>
          </a:solidFill>
          <a:ln xmlns:a="http://schemas.openxmlformats.org/drawingml/2006/main" w="0">
            <a:noFill/>
          </a:ln>
        </p:spPr>
      </p:sp>
      <p:sp>
        <p:nvSpPr>
          <p:cNvPr id="355" name="">
            <a:extLst xmlns:a="http://schemas.openxmlformats.org/drawingml/2006/main">
              <a:ext uri="{FF2B5EF4-FFF2-40B4-BE49-F238E27FC236}">
                <a16:creationId xmlns:a16="http://schemas.microsoft.com/office/drawing/2014/main" id="{CDE9D5AF-9A22-46B0-A5E9-190EA6238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705225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FF4"/>
          </a:solidFill>
          <a:ln xmlns:a="http://schemas.openxmlformats.org/drawingml/2006/main" w="0">
            <a:noFill/>
          </a:ln>
        </p:spPr>
      </p:sp>
      <p:sp>
        <p:nvSpPr>
          <p:cNvPr id="356" name="">
            <a:extLst xmlns:a="http://schemas.openxmlformats.org/drawingml/2006/main">
              <a:ext uri="{FF2B5EF4-FFF2-40B4-BE49-F238E27FC236}">
                <a16:creationId xmlns:a16="http://schemas.microsoft.com/office/drawing/2014/main" id="{6664010E-1FB8-4606-85A5-2D11C9671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70008"/>
            <a:ext cx="1333500" cy="1647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13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rPr>
              <a:t>G12</a:t>
            </a:r>
          </a:p>
        </p:txBody>
      </p:sp>
      <p:sp>
        <p:nvSpPr>
          <p:cNvPr id="357" name="">
            <a:extLst xmlns:a="http://schemas.openxmlformats.org/drawingml/2006/main">
              <a:ext uri="{FF2B5EF4-FFF2-40B4-BE49-F238E27FC236}">
                <a16:creationId xmlns:a16="http://schemas.microsoft.com/office/drawing/2014/main" id="{CCE8D9AF-45D5-4273-91C4-2AB67DE3C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3870008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BFD"/>
          </a:solidFill>
          <a:ln xmlns:a="http://schemas.openxmlformats.org/drawingml/2006/main" w="0">
            <a:noFill/>
          </a:ln>
        </p:spPr>
      </p:sp>
      <p:sp>
        <p:nvSpPr>
          <p:cNvPr id="358" name="">
            <a:extLst xmlns:a="http://schemas.openxmlformats.org/drawingml/2006/main">
              <a:ext uri="{FF2B5EF4-FFF2-40B4-BE49-F238E27FC236}">
                <a16:creationId xmlns:a16="http://schemas.microsoft.com/office/drawing/2014/main" id="{4BB22C30-51C7-4084-9967-4D77A3FA2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99335" y="3870008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D"/>
          </a:solidFill>
          <a:ln xmlns:a="http://schemas.openxmlformats.org/drawingml/2006/main" w="0">
            <a:noFill/>
          </a:ln>
        </p:spPr>
      </p:sp>
      <p:sp>
        <p:nvSpPr>
          <p:cNvPr id="359" name="">
            <a:extLst xmlns:a="http://schemas.openxmlformats.org/drawingml/2006/main">
              <a:ext uri="{FF2B5EF4-FFF2-40B4-BE49-F238E27FC236}">
                <a16:creationId xmlns:a16="http://schemas.microsoft.com/office/drawing/2014/main" id="{BCEE0AC8-BF19-4F87-AAD8-DABCE9464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2220" y="3870008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D"/>
          </a:solidFill>
          <a:ln xmlns:a="http://schemas.openxmlformats.org/drawingml/2006/main" w="0">
            <a:noFill/>
          </a:ln>
        </p:spPr>
      </p:sp>
      <p:sp>
        <p:nvSpPr>
          <p:cNvPr id="360" name="">
            <a:extLst xmlns:a="http://schemas.openxmlformats.org/drawingml/2006/main">
              <a:ext uri="{FF2B5EF4-FFF2-40B4-BE49-F238E27FC236}">
                <a16:creationId xmlns:a16="http://schemas.microsoft.com/office/drawing/2014/main" id="{EF41DAF7-0054-498F-A2FE-450B7770A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5105" y="3870008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C"/>
          </a:solidFill>
          <a:ln xmlns:a="http://schemas.openxmlformats.org/drawingml/2006/main" w="0">
            <a:noFill/>
          </a:ln>
        </p:spPr>
      </p:sp>
      <p:sp>
        <p:nvSpPr>
          <p:cNvPr id="361" name="">
            <a:extLst xmlns:a="http://schemas.openxmlformats.org/drawingml/2006/main">
              <a:ext uri="{FF2B5EF4-FFF2-40B4-BE49-F238E27FC236}">
                <a16:creationId xmlns:a16="http://schemas.microsoft.com/office/drawing/2014/main" id="{98908833-C7C7-4612-941E-E90350344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67990" y="3870008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AFC"/>
          </a:solidFill>
          <a:ln xmlns:a="http://schemas.openxmlformats.org/drawingml/2006/main" w="0">
            <a:noFill/>
          </a:ln>
        </p:spPr>
      </p:sp>
      <p:sp>
        <p:nvSpPr>
          <p:cNvPr id="362" name="">
            <a:extLst xmlns:a="http://schemas.openxmlformats.org/drawingml/2006/main">
              <a:ext uri="{FF2B5EF4-FFF2-40B4-BE49-F238E27FC236}">
                <a16:creationId xmlns:a16="http://schemas.microsoft.com/office/drawing/2014/main" id="{370CBEE5-1E6D-416C-8EE3-FF37566FA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3870008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9FC"/>
          </a:solidFill>
          <a:ln xmlns:a="http://schemas.openxmlformats.org/drawingml/2006/main" w="0">
            <a:noFill/>
          </a:ln>
        </p:spPr>
      </p:sp>
      <p:sp>
        <p:nvSpPr>
          <p:cNvPr id="363" name="">
            <a:extLst xmlns:a="http://schemas.openxmlformats.org/drawingml/2006/main">
              <a:ext uri="{FF2B5EF4-FFF2-40B4-BE49-F238E27FC236}">
                <a16:creationId xmlns:a16="http://schemas.microsoft.com/office/drawing/2014/main" id="{E1C1048B-EFE8-4D71-933A-52BF4DC8A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3760" y="3870008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9FC"/>
          </a:solidFill>
          <a:ln xmlns:a="http://schemas.openxmlformats.org/drawingml/2006/main" w="0">
            <a:noFill/>
          </a:ln>
        </p:spPr>
      </p:sp>
      <p:sp>
        <p:nvSpPr>
          <p:cNvPr id="364" name="">
            <a:extLst xmlns:a="http://schemas.openxmlformats.org/drawingml/2006/main">
              <a:ext uri="{FF2B5EF4-FFF2-40B4-BE49-F238E27FC236}">
                <a16:creationId xmlns:a16="http://schemas.microsoft.com/office/drawing/2014/main" id="{97D66F95-7C6E-46DF-A3E0-9C21101DE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6645" y="3870008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9FC"/>
          </a:solidFill>
          <a:ln xmlns:a="http://schemas.openxmlformats.org/drawingml/2006/main" w="0">
            <a:noFill/>
          </a:ln>
        </p:spPr>
      </p:sp>
      <p:sp>
        <p:nvSpPr>
          <p:cNvPr id="365" name="">
            <a:extLst xmlns:a="http://schemas.openxmlformats.org/drawingml/2006/main">
              <a:ext uri="{FF2B5EF4-FFF2-40B4-BE49-F238E27FC236}">
                <a16:creationId xmlns:a16="http://schemas.microsoft.com/office/drawing/2014/main" id="{62670048-E774-4438-8248-DD2819C5C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9530" y="3870008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9FC"/>
          </a:solidFill>
          <a:ln xmlns:a="http://schemas.openxmlformats.org/drawingml/2006/main" w="0">
            <a:noFill/>
          </a:ln>
        </p:spPr>
      </p:sp>
      <p:sp>
        <p:nvSpPr>
          <p:cNvPr id="366" name="">
            <a:extLst xmlns:a="http://schemas.openxmlformats.org/drawingml/2006/main">
              <a:ext uri="{FF2B5EF4-FFF2-40B4-BE49-F238E27FC236}">
                <a16:creationId xmlns:a16="http://schemas.microsoft.com/office/drawing/2014/main" id="{8AD887BC-E9A4-45FA-9414-283A16116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82415" y="3870008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AFC"/>
          </a:solidFill>
          <a:ln xmlns:a="http://schemas.openxmlformats.org/drawingml/2006/main" w="0">
            <a:noFill/>
          </a:ln>
        </p:spPr>
      </p:sp>
      <p:sp>
        <p:nvSpPr>
          <p:cNvPr id="367" name="">
            <a:extLst xmlns:a="http://schemas.openxmlformats.org/drawingml/2006/main">
              <a:ext uri="{FF2B5EF4-FFF2-40B4-BE49-F238E27FC236}">
                <a16:creationId xmlns:a16="http://schemas.microsoft.com/office/drawing/2014/main" id="{4901A375-6CEF-4C28-A78E-F23054654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3870008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AFC"/>
          </a:solidFill>
          <a:ln xmlns:a="http://schemas.openxmlformats.org/drawingml/2006/main" w="0">
            <a:noFill/>
          </a:ln>
        </p:spPr>
      </p:sp>
      <p:sp>
        <p:nvSpPr>
          <p:cNvPr id="368" name="">
            <a:extLst xmlns:a="http://schemas.openxmlformats.org/drawingml/2006/main">
              <a:ext uri="{FF2B5EF4-FFF2-40B4-BE49-F238E27FC236}">
                <a16:creationId xmlns:a16="http://schemas.microsoft.com/office/drawing/2014/main" id="{39260D5C-AEC6-4C91-9E70-E467CDA31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8185" y="3870008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9FC"/>
          </a:solidFill>
          <a:ln xmlns:a="http://schemas.openxmlformats.org/drawingml/2006/main" w="0">
            <a:noFill/>
          </a:ln>
        </p:spPr>
      </p:sp>
      <p:sp>
        <p:nvSpPr>
          <p:cNvPr id="369" name="">
            <a:extLst xmlns:a="http://schemas.openxmlformats.org/drawingml/2006/main">
              <a:ext uri="{FF2B5EF4-FFF2-40B4-BE49-F238E27FC236}">
                <a16:creationId xmlns:a16="http://schemas.microsoft.com/office/drawing/2014/main" id="{4F886A1C-B931-4902-BF63-92D1D8B36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1070" y="3870008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9FC"/>
          </a:solidFill>
          <a:ln xmlns:a="http://schemas.openxmlformats.org/drawingml/2006/main" w="0">
            <a:noFill/>
          </a:ln>
        </p:spPr>
      </p:sp>
      <p:sp>
        <p:nvSpPr>
          <p:cNvPr id="370" name="">
            <a:extLst xmlns:a="http://schemas.openxmlformats.org/drawingml/2006/main">
              <a:ext uri="{FF2B5EF4-FFF2-40B4-BE49-F238E27FC236}">
                <a16:creationId xmlns:a16="http://schemas.microsoft.com/office/drawing/2014/main" id="{B385AC67-2293-47D2-8FBA-8E947C75C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3955" y="3870008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9FC"/>
          </a:solidFill>
          <a:ln xmlns:a="http://schemas.openxmlformats.org/drawingml/2006/main" w="0">
            <a:noFill/>
          </a:ln>
        </p:spPr>
      </p:sp>
      <p:sp>
        <p:nvSpPr>
          <p:cNvPr id="371" name="">
            <a:extLst xmlns:a="http://schemas.openxmlformats.org/drawingml/2006/main">
              <a:ext uri="{FF2B5EF4-FFF2-40B4-BE49-F238E27FC236}">
                <a16:creationId xmlns:a16="http://schemas.microsoft.com/office/drawing/2014/main" id="{198FEC88-EB24-4ADC-A64F-3205D6513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6840" y="3870008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9FC"/>
          </a:solidFill>
          <a:ln xmlns:a="http://schemas.openxmlformats.org/drawingml/2006/main" w="0">
            <a:noFill/>
          </a:ln>
        </p:spPr>
      </p:sp>
      <p:sp>
        <p:nvSpPr>
          <p:cNvPr id="372" name="">
            <a:extLst xmlns:a="http://schemas.openxmlformats.org/drawingml/2006/main">
              <a:ext uri="{FF2B5EF4-FFF2-40B4-BE49-F238E27FC236}">
                <a16:creationId xmlns:a16="http://schemas.microsoft.com/office/drawing/2014/main" id="{55BC87A2-921D-468A-99EE-5BC0F81AA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9725" y="3870008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7FA"/>
          </a:solidFill>
          <a:ln xmlns:a="http://schemas.openxmlformats.org/drawingml/2006/main" w="0">
            <a:noFill/>
          </a:ln>
        </p:spPr>
      </p:sp>
      <p:sp>
        <p:nvSpPr>
          <p:cNvPr id="373" name="">
            <a:extLst xmlns:a="http://schemas.openxmlformats.org/drawingml/2006/main">
              <a:ext uri="{FF2B5EF4-FFF2-40B4-BE49-F238E27FC236}">
                <a16:creationId xmlns:a16="http://schemas.microsoft.com/office/drawing/2014/main" id="{263DE120-123F-48C4-9AB7-6325031D3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42610" y="3870008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E9EF"/>
          </a:solidFill>
          <a:ln xmlns:a="http://schemas.openxmlformats.org/drawingml/2006/main" w="0">
            <a:noFill/>
          </a:ln>
        </p:spPr>
      </p:sp>
      <p:sp>
        <p:nvSpPr>
          <p:cNvPr id="374" name="">
            <a:extLst xmlns:a="http://schemas.openxmlformats.org/drawingml/2006/main">
              <a:ext uri="{FF2B5EF4-FFF2-40B4-BE49-F238E27FC236}">
                <a16:creationId xmlns:a16="http://schemas.microsoft.com/office/drawing/2014/main" id="{FE068DD4-5C30-4073-9579-3E5DC5E10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5495" y="3870008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E1E9"/>
          </a:solidFill>
          <a:ln xmlns:a="http://schemas.openxmlformats.org/drawingml/2006/main" w="0">
            <a:noFill/>
          </a:ln>
        </p:spPr>
      </p:sp>
      <p:sp>
        <p:nvSpPr>
          <p:cNvPr id="375" name="">
            <a:extLst xmlns:a="http://schemas.openxmlformats.org/drawingml/2006/main">
              <a:ext uri="{FF2B5EF4-FFF2-40B4-BE49-F238E27FC236}">
                <a16:creationId xmlns:a16="http://schemas.microsoft.com/office/drawing/2014/main" id="{B6807FD4-9225-43DE-9007-E2B0AA152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8380" y="3870008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EDFE7"/>
          </a:solidFill>
          <a:ln xmlns:a="http://schemas.openxmlformats.org/drawingml/2006/main" w="0">
            <a:noFill/>
          </a:ln>
        </p:spPr>
      </p:sp>
      <p:sp>
        <p:nvSpPr>
          <p:cNvPr id="376" name="">
            <a:extLst xmlns:a="http://schemas.openxmlformats.org/drawingml/2006/main">
              <a:ext uri="{FF2B5EF4-FFF2-40B4-BE49-F238E27FC236}">
                <a16:creationId xmlns:a16="http://schemas.microsoft.com/office/drawing/2014/main" id="{BA5237FC-FA0D-43B7-9C18-C5F5F765E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1265" y="3870008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FE7"/>
          </a:solidFill>
          <a:ln xmlns:a="http://schemas.openxmlformats.org/drawingml/2006/main" w="0">
            <a:noFill/>
          </a:ln>
        </p:spPr>
      </p:sp>
      <p:sp>
        <p:nvSpPr>
          <p:cNvPr id="377" name="">
            <a:extLst xmlns:a="http://schemas.openxmlformats.org/drawingml/2006/main">
              <a:ext uri="{FF2B5EF4-FFF2-40B4-BE49-F238E27FC236}">
                <a16:creationId xmlns:a16="http://schemas.microsoft.com/office/drawing/2014/main" id="{83A4BADA-7DAF-42BB-8435-F7B5718F1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3870008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FE8"/>
          </a:solidFill>
          <a:ln xmlns:a="http://schemas.openxmlformats.org/drawingml/2006/main" w="0">
            <a:noFill/>
          </a:ln>
        </p:spPr>
      </p:sp>
      <p:sp>
        <p:nvSpPr>
          <p:cNvPr id="378" name="">
            <a:extLst xmlns:a="http://schemas.openxmlformats.org/drawingml/2006/main">
              <a:ext uri="{FF2B5EF4-FFF2-40B4-BE49-F238E27FC236}">
                <a16:creationId xmlns:a16="http://schemas.microsoft.com/office/drawing/2014/main" id="{7E1598E5-179E-4101-9FD4-A850FA21A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57035" y="3870008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0E8"/>
          </a:solidFill>
          <a:ln xmlns:a="http://schemas.openxmlformats.org/drawingml/2006/main" w="0">
            <a:noFill/>
          </a:ln>
        </p:spPr>
      </p:sp>
      <p:sp>
        <p:nvSpPr>
          <p:cNvPr id="379" name="">
            <a:extLst xmlns:a="http://schemas.openxmlformats.org/drawingml/2006/main">
              <a:ext uri="{FF2B5EF4-FFF2-40B4-BE49-F238E27FC236}">
                <a16:creationId xmlns:a16="http://schemas.microsoft.com/office/drawing/2014/main" id="{45164AC9-75D7-425B-A137-C09E96B62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9920" y="3870008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E1E9"/>
          </a:solidFill>
          <a:ln xmlns:a="http://schemas.openxmlformats.org/drawingml/2006/main" w="0">
            <a:noFill/>
          </a:ln>
        </p:spPr>
      </p:sp>
      <p:sp>
        <p:nvSpPr>
          <p:cNvPr id="380" name="">
            <a:extLst xmlns:a="http://schemas.openxmlformats.org/drawingml/2006/main">
              <a:ext uri="{FF2B5EF4-FFF2-40B4-BE49-F238E27FC236}">
                <a16:creationId xmlns:a16="http://schemas.microsoft.com/office/drawing/2014/main" id="{ECF0D53D-F912-46A7-8881-01B0F84FE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2805" y="3870008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E2EA"/>
          </a:solidFill>
          <a:ln xmlns:a="http://schemas.openxmlformats.org/drawingml/2006/main" w="0">
            <a:noFill/>
          </a:ln>
        </p:spPr>
      </p:sp>
      <p:sp>
        <p:nvSpPr>
          <p:cNvPr id="381" name="">
            <a:extLst xmlns:a="http://schemas.openxmlformats.org/drawingml/2006/main">
              <a:ext uri="{FF2B5EF4-FFF2-40B4-BE49-F238E27FC236}">
                <a16:creationId xmlns:a16="http://schemas.microsoft.com/office/drawing/2014/main" id="{56678300-649E-46A1-90E3-40AA49A8F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5690" y="3870008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E3EB"/>
          </a:solidFill>
          <a:ln xmlns:a="http://schemas.openxmlformats.org/drawingml/2006/main" w="0">
            <a:noFill/>
          </a:ln>
        </p:spPr>
      </p:sp>
      <p:sp>
        <p:nvSpPr>
          <p:cNvPr id="382" name="">
            <a:extLst xmlns:a="http://schemas.openxmlformats.org/drawingml/2006/main">
              <a:ext uri="{FF2B5EF4-FFF2-40B4-BE49-F238E27FC236}">
                <a16:creationId xmlns:a16="http://schemas.microsoft.com/office/drawing/2014/main" id="{5966E623-A59A-4931-9274-D57766E53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48575" y="3870008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E4EB"/>
          </a:solidFill>
          <a:ln xmlns:a="http://schemas.openxmlformats.org/drawingml/2006/main" w="0">
            <a:noFill/>
          </a:ln>
        </p:spPr>
      </p:sp>
      <p:sp>
        <p:nvSpPr>
          <p:cNvPr id="383" name="">
            <a:extLst xmlns:a="http://schemas.openxmlformats.org/drawingml/2006/main">
              <a:ext uri="{FF2B5EF4-FFF2-40B4-BE49-F238E27FC236}">
                <a16:creationId xmlns:a16="http://schemas.microsoft.com/office/drawing/2014/main" id="{015742E9-8F04-4330-A072-D002F70DB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1460" y="3870008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5EC"/>
          </a:solidFill>
          <a:ln xmlns:a="http://schemas.openxmlformats.org/drawingml/2006/main" w="0">
            <a:noFill/>
          </a:ln>
        </p:spPr>
      </p:sp>
      <p:sp>
        <p:nvSpPr>
          <p:cNvPr id="384" name="">
            <a:extLst xmlns:a="http://schemas.openxmlformats.org/drawingml/2006/main">
              <a:ext uri="{FF2B5EF4-FFF2-40B4-BE49-F238E27FC236}">
                <a16:creationId xmlns:a16="http://schemas.microsoft.com/office/drawing/2014/main" id="{74DAE922-9317-4FD2-9826-A62072930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4345" y="3870008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AE6ED"/>
          </a:solidFill>
          <a:ln xmlns:a="http://schemas.openxmlformats.org/drawingml/2006/main" w="0">
            <a:noFill/>
          </a:ln>
        </p:spPr>
      </p:sp>
      <p:sp>
        <p:nvSpPr>
          <p:cNvPr id="385" name="">
            <a:extLst xmlns:a="http://schemas.openxmlformats.org/drawingml/2006/main">
              <a:ext uri="{FF2B5EF4-FFF2-40B4-BE49-F238E27FC236}">
                <a16:creationId xmlns:a16="http://schemas.microsoft.com/office/drawing/2014/main" id="{432094E0-94A7-4F39-AF41-67A4E311E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7230" y="3870008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7EE"/>
          </a:solidFill>
          <a:ln xmlns:a="http://schemas.openxmlformats.org/drawingml/2006/main" w="0">
            <a:noFill/>
          </a:ln>
        </p:spPr>
      </p:sp>
      <p:sp>
        <p:nvSpPr>
          <p:cNvPr id="386" name="">
            <a:extLst xmlns:a="http://schemas.openxmlformats.org/drawingml/2006/main">
              <a:ext uri="{FF2B5EF4-FFF2-40B4-BE49-F238E27FC236}">
                <a16:creationId xmlns:a16="http://schemas.microsoft.com/office/drawing/2014/main" id="{4FC76123-BAB4-470D-8DF9-089A482C5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0115" y="3870008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8EF"/>
          </a:solidFill>
          <a:ln xmlns:a="http://schemas.openxmlformats.org/drawingml/2006/main" w="0">
            <a:noFill/>
          </a:ln>
        </p:spPr>
      </p:sp>
      <p:sp>
        <p:nvSpPr>
          <p:cNvPr id="387" name="">
            <a:extLst xmlns:a="http://schemas.openxmlformats.org/drawingml/2006/main">
              <a:ext uri="{FF2B5EF4-FFF2-40B4-BE49-F238E27FC236}">
                <a16:creationId xmlns:a16="http://schemas.microsoft.com/office/drawing/2014/main" id="{54BF134B-10BC-4B35-B6EE-A890B48F2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870008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E9EF"/>
          </a:solidFill>
          <a:ln xmlns:a="http://schemas.openxmlformats.org/drawingml/2006/main" w="0">
            <a:noFill/>
          </a:ln>
        </p:spPr>
      </p:sp>
      <p:sp>
        <p:nvSpPr>
          <p:cNvPr id="388" name="">
            <a:extLst xmlns:a="http://schemas.openxmlformats.org/drawingml/2006/main">
              <a:ext uri="{FF2B5EF4-FFF2-40B4-BE49-F238E27FC236}">
                <a16:creationId xmlns:a16="http://schemas.microsoft.com/office/drawing/2014/main" id="{06AB911D-4A5D-40FE-8078-8AF90AB9A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34790"/>
            <a:ext cx="1333500" cy="1647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13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rPr>
              <a:t>G13</a:t>
            </a:r>
          </a:p>
        </p:txBody>
      </p:sp>
      <p:sp>
        <p:nvSpPr>
          <p:cNvPr id="389" name="">
            <a:extLst xmlns:a="http://schemas.openxmlformats.org/drawingml/2006/main">
              <a:ext uri="{FF2B5EF4-FFF2-40B4-BE49-F238E27FC236}">
                <a16:creationId xmlns:a16="http://schemas.microsoft.com/office/drawing/2014/main" id="{000F14B1-F8B3-447F-85FC-2FBF6BF68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4034790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BFD"/>
          </a:solidFill>
          <a:ln xmlns:a="http://schemas.openxmlformats.org/drawingml/2006/main" w="0">
            <a:noFill/>
          </a:ln>
        </p:spPr>
      </p:sp>
      <p:sp>
        <p:nvSpPr>
          <p:cNvPr id="390" name="">
            <a:extLst xmlns:a="http://schemas.openxmlformats.org/drawingml/2006/main">
              <a:ext uri="{FF2B5EF4-FFF2-40B4-BE49-F238E27FC236}">
                <a16:creationId xmlns:a16="http://schemas.microsoft.com/office/drawing/2014/main" id="{E78F6E93-08F8-4186-B9DC-92B2189FC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99335" y="4034790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AFC"/>
          </a:solidFill>
          <a:ln xmlns:a="http://schemas.openxmlformats.org/drawingml/2006/main" w="0">
            <a:noFill/>
          </a:ln>
        </p:spPr>
      </p:sp>
      <p:sp>
        <p:nvSpPr>
          <p:cNvPr id="391" name="">
            <a:extLst xmlns:a="http://schemas.openxmlformats.org/drawingml/2006/main">
              <a:ext uri="{FF2B5EF4-FFF2-40B4-BE49-F238E27FC236}">
                <a16:creationId xmlns:a16="http://schemas.microsoft.com/office/drawing/2014/main" id="{E349E624-8024-4B70-BC9E-3660E5C52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2220" y="4034790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AFC"/>
          </a:solidFill>
          <a:ln xmlns:a="http://schemas.openxmlformats.org/drawingml/2006/main" w="0">
            <a:noFill/>
          </a:ln>
        </p:spPr>
      </p:sp>
      <p:sp>
        <p:nvSpPr>
          <p:cNvPr id="392" name="">
            <a:extLst xmlns:a="http://schemas.openxmlformats.org/drawingml/2006/main">
              <a:ext uri="{FF2B5EF4-FFF2-40B4-BE49-F238E27FC236}">
                <a16:creationId xmlns:a16="http://schemas.microsoft.com/office/drawing/2014/main" id="{DEF1E8FC-3855-4B4F-9D0E-8A41EFA2B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5105" y="4034790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AFC"/>
          </a:solidFill>
          <a:ln xmlns:a="http://schemas.openxmlformats.org/drawingml/2006/main" w="0">
            <a:noFill/>
          </a:ln>
        </p:spPr>
      </p:sp>
      <p:sp>
        <p:nvSpPr>
          <p:cNvPr id="393" name="">
            <a:extLst xmlns:a="http://schemas.openxmlformats.org/drawingml/2006/main">
              <a:ext uri="{FF2B5EF4-FFF2-40B4-BE49-F238E27FC236}">
                <a16:creationId xmlns:a16="http://schemas.microsoft.com/office/drawing/2014/main" id="{1FC51519-9D33-4B1B-80D1-EA223134D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67990" y="4034790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AFC"/>
          </a:solidFill>
          <a:ln xmlns:a="http://schemas.openxmlformats.org/drawingml/2006/main" w="0">
            <a:noFill/>
          </a:ln>
        </p:spPr>
      </p:sp>
      <p:sp>
        <p:nvSpPr>
          <p:cNvPr id="394" name="">
            <a:extLst xmlns:a="http://schemas.openxmlformats.org/drawingml/2006/main">
              <a:ext uri="{FF2B5EF4-FFF2-40B4-BE49-F238E27FC236}">
                <a16:creationId xmlns:a16="http://schemas.microsoft.com/office/drawing/2014/main" id="{07566823-29AB-4A23-AD4B-C13A23EB8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4034790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AFC"/>
          </a:solidFill>
          <a:ln xmlns:a="http://schemas.openxmlformats.org/drawingml/2006/main" w="0">
            <a:noFill/>
          </a:ln>
        </p:spPr>
      </p:sp>
      <p:sp>
        <p:nvSpPr>
          <p:cNvPr id="395" name="">
            <a:extLst xmlns:a="http://schemas.openxmlformats.org/drawingml/2006/main">
              <a:ext uri="{FF2B5EF4-FFF2-40B4-BE49-F238E27FC236}">
                <a16:creationId xmlns:a16="http://schemas.microsoft.com/office/drawing/2014/main" id="{A18F8460-1A22-4D37-B8C9-7C85C2469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3760" y="4034790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AFC"/>
          </a:solidFill>
          <a:ln xmlns:a="http://schemas.openxmlformats.org/drawingml/2006/main" w="0">
            <a:noFill/>
          </a:ln>
        </p:spPr>
      </p:sp>
      <p:sp>
        <p:nvSpPr>
          <p:cNvPr id="396" name="">
            <a:extLst xmlns:a="http://schemas.openxmlformats.org/drawingml/2006/main">
              <a:ext uri="{FF2B5EF4-FFF2-40B4-BE49-F238E27FC236}">
                <a16:creationId xmlns:a16="http://schemas.microsoft.com/office/drawing/2014/main" id="{8D14A292-350A-4530-A226-19C1A7E66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6645" y="4034790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AFC"/>
          </a:solidFill>
          <a:ln xmlns:a="http://schemas.openxmlformats.org/drawingml/2006/main" w="0">
            <a:noFill/>
          </a:ln>
        </p:spPr>
      </p:sp>
      <p:sp>
        <p:nvSpPr>
          <p:cNvPr id="397" name="">
            <a:extLst xmlns:a="http://schemas.openxmlformats.org/drawingml/2006/main">
              <a:ext uri="{FF2B5EF4-FFF2-40B4-BE49-F238E27FC236}">
                <a16:creationId xmlns:a16="http://schemas.microsoft.com/office/drawing/2014/main" id="{0588D627-CE89-40C2-8F61-FFE3B2392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9530" y="4034790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AFC"/>
          </a:solidFill>
          <a:ln xmlns:a="http://schemas.openxmlformats.org/drawingml/2006/main" w="0">
            <a:noFill/>
          </a:ln>
        </p:spPr>
      </p:sp>
      <p:sp>
        <p:nvSpPr>
          <p:cNvPr id="398" name="">
            <a:extLst xmlns:a="http://schemas.openxmlformats.org/drawingml/2006/main">
              <a:ext uri="{FF2B5EF4-FFF2-40B4-BE49-F238E27FC236}">
                <a16:creationId xmlns:a16="http://schemas.microsoft.com/office/drawing/2014/main" id="{7766262E-D293-40B1-B6F5-BA067F656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82415" y="4034790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AFC"/>
          </a:solidFill>
          <a:ln xmlns:a="http://schemas.openxmlformats.org/drawingml/2006/main" w="0">
            <a:noFill/>
          </a:ln>
        </p:spPr>
      </p:sp>
      <p:sp>
        <p:nvSpPr>
          <p:cNvPr id="399" name="">
            <a:extLst xmlns:a="http://schemas.openxmlformats.org/drawingml/2006/main">
              <a:ext uri="{FF2B5EF4-FFF2-40B4-BE49-F238E27FC236}">
                <a16:creationId xmlns:a16="http://schemas.microsoft.com/office/drawing/2014/main" id="{EF70AC65-0295-4F84-8428-83530BFF9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034790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AFC"/>
          </a:solidFill>
          <a:ln xmlns:a="http://schemas.openxmlformats.org/drawingml/2006/main" w="0">
            <a:noFill/>
          </a:ln>
        </p:spPr>
      </p:sp>
      <p:sp>
        <p:nvSpPr>
          <p:cNvPr id="400" name="">
            <a:extLst xmlns:a="http://schemas.openxmlformats.org/drawingml/2006/main">
              <a:ext uri="{FF2B5EF4-FFF2-40B4-BE49-F238E27FC236}">
                <a16:creationId xmlns:a16="http://schemas.microsoft.com/office/drawing/2014/main" id="{326802AF-E7C1-482D-AA61-323D07CD6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8185" y="4034790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AFC"/>
          </a:solidFill>
          <a:ln xmlns:a="http://schemas.openxmlformats.org/drawingml/2006/main" w="0">
            <a:noFill/>
          </a:ln>
        </p:spPr>
      </p:sp>
      <p:sp>
        <p:nvSpPr>
          <p:cNvPr id="401" name="">
            <a:extLst xmlns:a="http://schemas.openxmlformats.org/drawingml/2006/main">
              <a:ext uri="{FF2B5EF4-FFF2-40B4-BE49-F238E27FC236}">
                <a16:creationId xmlns:a16="http://schemas.microsoft.com/office/drawing/2014/main" id="{D5032CEC-DF77-43E7-B3E7-F2DE23B29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1070" y="4034790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AFC"/>
          </a:solidFill>
          <a:ln xmlns:a="http://schemas.openxmlformats.org/drawingml/2006/main" w="0">
            <a:noFill/>
          </a:ln>
        </p:spPr>
      </p:sp>
      <p:sp>
        <p:nvSpPr>
          <p:cNvPr id="402" name="">
            <a:extLst xmlns:a="http://schemas.openxmlformats.org/drawingml/2006/main">
              <a:ext uri="{FF2B5EF4-FFF2-40B4-BE49-F238E27FC236}">
                <a16:creationId xmlns:a16="http://schemas.microsoft.com/office/drawing/2014/main" id="{9BCB5AA3-C0F6-4EA1-AA62-8A9060C72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3955" y="4034790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AFC"/>
          </a:solidFill>
          <a:ln xmlns:a="http://schemas.openxmlformats.org/drawingml/2006/main" w="0">
            <a:noFill/>
          </a:ln>
        </p:spPr>
      </p:sp>
      <p:sp>
        <p:nvSpPr>
          <p:cNvPr id="403" name="">
            <a:extLst xmlns:a="http://schemas.openxmlformats.org/drawingml/2006/main">
              <a:ext uri="{FF2B5EF4-FFF2-40B4-BE49-F238E27FC236}">
                <a16:creationId xmlns:a16="http://schemas.microsoft.com/office/drawing/2014/main" id="{58E7E798-742F-4260-AE98-CB1C35732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6840" y="4034790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AFC"/>
          </a:solidFill>
          <a:ln xmlns:a="http://schemas.openxmlformats.org/drawingml/2006/main" w="0">
            <a:noFill/>
          </a:ln>
        </p:spPr>
      </p:sp>
      <p:sp>
        <p:nvSpPr>
          <p:cNvPr id="404" name="">
            <a:extLst xmlns:a="http://schemas.openxmlformats.org/drawingml/2006/main">
              <a:ext uri="{FF2B5EF4-FFF2-40B4-BE49-F238E27FC236}">
                <a16:creationId xmlns:a16="http://schemas.microsoft.com/office/drawing/2014/main" id="{D98610BB-ED3D-4A52-BF73-F0073E1DF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9725" y="4034790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AFC"/>
          </a:solidFill>
          <a:ln xmlns:a="http://schemas.openxmlformats.org/drawingml/2006/main" w="0">
            <a:noFill/>
          </a:ln>
        </p:spPr>
      </p:sp>
      <p:sp>
        <p:nvSpPr>
          <p:cNvPr id="405" name="">
            <a:extLst xmlns:a="http://schemas.openxmlformats.org/drawingml/2006/main">
              <a:ext uri="{FF2B5EF4-FFF2-40B4-BE49-F238E27FC236}">
                <a16:creationId xmlns:a16="http://schemas.microsoft.com/office/drawing/2014/main" id="{23FCF08F-0C64-4108-9B49-6BD5596D5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42610" y="4034790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8FB"/>
          </a:solidFill>
          <a:ln xmlns:a="http://schemas.openxmlformats.org/drawingml/2006/main" w="0">
            <a:noFill/>
          </a:ln>
        </p:spPr>
      </p:sp>
      <p:sp>
        <p:nvSpPr>
          <p:cNvPr id="406" name="">
            <a:extLst xmlns:a="http://schemas.openxmlformats.org/drawingml/2006/main">
              <a:ext uri="{FF2B5EF4-FFF2-40B4-BE49-F238E27FC236}">
                <a16:creationId xmlns:a16="http://schemas.microsoft.com/office/drawing/2014/main" id="{C3E9EA04-61BA-4661-8615-8987E9D84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5495" y="4034790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BF3F6"/>
          </a:solidFill>
          <a:ln xmlns:a="http://schemas.openxmlformats.org/drawingml/2006/main" w="0">
            <a:noFill/>
          </a:ln>
        </p:spPr>
      </p:sp>
      <p:sp>
        <p:nvSpPr>
          <p:cNvPr id="407" name="">
            <a:extLst xmlns:a="http://schemas.openxmlformats.org/drawingml/2006/main">
              <a:ext uri="{FF2B5EF4-FFF2-40B4-BE49-F238E27FC236}">
                <a16:creationId xmlns:a16="http://schemas.microsoft.com/office/drawing/2014/main" id="{943303E0-4374-41E6-B480-FF86A704B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8380" y="4034790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FF4"/>
          </a:solidFill>
          <a:ln xmlns:a="http://schemas.openxmlformats.org/drawingml/2006/main" w="0">
            <a:noFill/>
          </a:ln>
        </p:spPr>
      </p:sp>
      <p:sp>
        <p:nvSpPr>
          <p:cNvPr id="408" name="">
            <a:extLst xmlns:a="http://schemas.openxmlformats.org/drawingml/2006/main">
              <a:ext uri="{FF2B5EF4-FFF2-40B4-BE49-F238E27FC236}">
                <a16:creationId xmlns:a16="http://schemas.microsoft.com/office/drawing/2014/main" id="{84D61419-1401-4E4F-9E14-71FDFE8EC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1265" y="4034790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EF3"/>
          </a:solidFill>
          <a:ln xmlns:a="http://schemas.openxmlformats.org/drawingml/2006/main" w="0">
            <a:noFill/>
          </a:ln>
        </p:spPr>
      </p:sp>
      <p:sp>
        <p:nvSpPr>
          <p:cNvPr id="409" name="">
            <a:extLst xmlns:a="http://schemas.openxmlformats.org/drawingml/2006/main">
              <a:ext uri="{FF2B5EF4-FFF2-40B4-BE49-F238E27FC236}">
                <a16:creationId xmlns:a16="http://schemas.microsoft.com/office/drawing/2014/main" id="{EEF96D55-A7BA-4E8E-B2D1-4D4E52160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4034790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EF3"/>
          </a:solidFill>
          <a:ln xmlns:a="http://schemas.openxmlformats.org/drawingml/2006/main" w="0">
            <a:noFill/>
          </a:ln>
        </p:spPr>
      </p:sp>
      <p:sp>
        <p:nvSpPr>
          <p:cNvPr id="410" name="">
            <a:extLst xmlns:a="http://schemas.openxmlformats.org/drawingml/2006/main">
              <a:ext uri="{FF2B5EF4-FFF2-40B4-BE49-F238E27FC236}">
                <a16:creationId xmlns:a16="http://schemas.microsoft.com/office/drawing/2014/main" id="{192CDF02-9ACC-4576-BC4D-D30D0E1FD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57035" y="4034790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DF3"/>
          </a:solidFill>
          <a:ln xmlns:a="http://schemas.openxmlformats.org/drawingml/2006/main" w="0">
            <a:noFill/>
          </a:ln>
        </p:spPr>
      </p:sp>
      <p:sp>
        <p:nvSpPr>
          <p:cNvPr id="411" name="">
            <a:extLst xmlns:a="http://schemas.openxmlformats.org/drawingml/2006/main">
              <a:ext uri="{FF2B5EF4-FFF2-40B4-BE49-F238E27FC236}">
                <a16:creationId xmlns:a16="http://schemas.microsoft.com/office/drawing/2014/main" id="{A8DB353E-8CB9-429E-A395-9B4A46437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9920" y="4034790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DF2"/>
          </a:solidFill>
          <a:ln xmlns:a="http://schemas.openxmlformats.org/drawingml/2006/main" w="0">
            <a:noFill/>
          </a:ln>
        </p:spPr>
      </p:sp>
      <p:sp>
        <p:nvSpPr>
          <p:cNvPr id="412" name="">
            <a:extLst xmlns:a="http://schemas.openxmlformats.org/drawingml/2006/main">
              <a:ext uri="{FF2B5EF4-FFF2-40B4-BE49-F238E27FC236}">
                <a16:creationId xmlns:a16="http://schemas.microsoft.com/office/drawing/2014/main" id="{0086F892-FF3D-4B4A-8501-F917732DE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2805" y="4034790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DF2"/>
          </a:solidFill>
          <a:ln xmlns:a="http://schemas.openxmlformats.org/drawingml/2006/main" w="0">
            <a:noFill/>
          </a:ln>
        </p:spPr>
      </p:sp>
      <p:sp>
        <p:nvSpPr>
          <p:cNvPr id="413" name="">
            <a:extLst xmlns:a="http://schemas.openxmlformats.org/drawingml/2006/main">
              <a:ext uri="{FF2B5EF4-FFF2-40B4-BE49-F238E27FC236}">
                <a16:creationId xmlns:a16="http://schemas.microsoft.com/office/drawing/2014/main" id="{88B3C776-F0D2-4B06-AA10-247DAF1E6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5690" y="4034790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DF2"/>
          </a:solidFill>
          <a:ln xmlns:a="http://schemas.openxmlformats.org/drawingml/2006/main" w="0">
            <a:noFill/>
          </a:ln>
        </p:spPr>
      </p:sp>
      <p:sp>
        <p:nvSpPr>
          <p:cNvPr id="414" name="">
            <a:extLst xmlns:a="http://schemas.openxmlformats.org/drawingml/2006/main">
              <a:ext uri="{FF2B5EF4-FFF2-40B4-BE49-F238E27FC236}">
                <a16:creationId xmlns:a16="http://schemas.microsoft.com/office/drawing/2014/main" id="{94985695-B6CE-4DD7-90CE-24742651F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48575" y="4034790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DF2"/>
          </a:solidFill>
          <a:ln xmlns:a="http://schemas.openxmlformats.org/drawingml/2006/main" w="0">
            <a:noFill/>
          </a:ln>
        </p:spPr>
      </p:sp>
      <p:sp>
        <p:nvSpPr>
          <p:cNvPr id="415" name="">
            <a:extLst xmlns:a="http://schemas.openxmlformats.org/drawingml/2006/main">
              <a:ext uri="{FF2B5EF4-FFF2-40B4-BE49-F238E27FC236}">
                <a16:creationId xmlns:a16="http://schemas.microsoft.com/office/drawing/2014/main" id="{0F73E3F6-4C4B-4F8F-A8B7-05986B892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1460" y="4034790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CF2"/>
          </a:solidFill>
          <a:ln xmlns:a="http://schemas.openxmlformats.org/drawingml/2006/main" w="0">
            <a:noFill/>
          </a:ln>
        </p:spPr>
      </p:sp>
      <p:sp>
        <p:nvSpPr>
          <p:cNvPr id="416" name="">
            <a:extLst xmlns:a="http://schemas.openxmlformats.org/drawingml/2006/main">
              <a:ext uri="{FF2B5EF4-FFF2-40B4-BE49-F238E27FC236}">
                <a16:creationId xmlns:a16="http://schemas.microsoft.com/office/drawing/2014/main" id="{7474E787-5197-4237-AF00-977449381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4345" y="4034790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CF1"/>
          </a:solidFill>
          <a:ln xmlns:a="http://schemas.openxmlformats.org/drawingml/2006/main" w="0">
            <a:noFill/>
          </a:ln>
        </p:spPr>
      </p:sp>
      <p:sp>
        <p:nvSpPr>
          <p:cNvPr id="417" name="">
            <a:extLst xmlns:a="http://schemas.openxmlformats.org/drawingml/2006/main">
              <a:ext uri="{FF2B5EF4-FFF2-40B4-BE49-F238E27FC236}">
                <a16:creationId xmlns:a16="http://schemas.microsoft.com/office/drawing/2014/main" id="{92D20BFA-DC2E-47F5-83CF-9706E5EF2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7230" y="4034790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CF1"/>
          </a:solidFill>
          <a:ln xmlns:a="http://schemas.openxmlformats.org/drawingml/2006/main" w="0">
            <a:noFill/>
          </a:ln>
        </p:spPr>
      </p:sp>
      <p:sp>
        <p:nvSpPr>
          <p:cNvPr id="418" name="">
            <a:extLst xmlns:a="http://schemas.openxmlformats.org/drawingml/2006/main">
              <a:ext uri="{FF2B5EF4-FFF2-40B4-BE49-F238E27FC236}">
                <a16:creationId xmlns:a16="http://schemas.microsoft.com/office/drawing/2014/main" id="{0B15C387-8F66-41B3-9C54-985F46982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0115" y="4034790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ECF1"/>
          </a:solidFill>
          <a:ln xmlns:a="http://schemas.openxmlformats.org/drawingml/2006/main" w="0">
            <a:noFill/>
          </a:ln>
        </p:spPr>
      </p:sp>
      <p:sp>
        <p:nvSpPr>
          <p:cNvPr id="419" name="">
            <a:extLst xmlns:a="http://schemas.openxmlformats.org/drawingml/2006/main">
              <a:ext uri="{FF2B5EF4-FFF2-40B4-BE49-F238E27FC236}">
                <a16:creationId xmlns:a16="http://schemas.microsoft.com/office/drawing/2014/main" id="{FB6C6752-5B5B-45E5-987F-ED52C2410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4034790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EBF1"/>
          </a:solidFill>
          <a:ln xmlns:a="http://schemas.openxmlformats.org/drawingml/2006/main" w="0">
            <a:noFill/>
          </a:ln>
        </p:spPr>
      </p:sp>
      <p:sp>
        <p:nvSpPr>
          <p:cNvPr id="420" name="">
            <a:extLst xmlns:a="http://schemas.openxmlformats.org/drawingml/2006/main">
              <a:ext uri="{FF2B5EF4-FFF2-40B4-BE49-F238E27FC236}">
                <a16:creationId xmlns:a16="http://schemas.microsoft.com/office/drawing/2014/main" id="{BB988271-312C-4B72-8290-5A8D27B79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9573"/>
            <a:ext cx="1333500" cy="1647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13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rPr>
              <a:t>G14</a:t>
            </a:r>
          </a:p>
        </p:txBody>
      </p:sp>
      <p:sp>
        <p:nvSpPr>
          <p:cNvPr id="421" name="">
            <a:extLst xmlns:a="http://schemas.openxmlformats.org/drawingml/2006/main">
              <a:ext uri="{FF2B5EF4-FFF2-40B4-BE49-F238E27FC236}">
                <a16:creationId xmlns:a16="http://schemas.microsoft.com/office/drawing/2014/main" id="{8BA72B9E-E8D8-4BE8-B81A-4133979D0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4199573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BFD"/>
          </a:solidFill>
          <a:ln xmlns:a="http://schemas.openxmlformats.org/drawingml/2006/main" w="0">
            <a:noFill/>
          </a:ln>
        </p:spPr>
      </p:sp>
      <p:sp>
        <p:nvSpPr>
          <p:cNvPr id="422" name="">
            <a:extLst xmlns:a="http://schemas.openxmlformats.org/drawingml/2006/main">
              <a:ext uri="{FF2B5EF4-FFF2-40B4-BE49-F238E27FC236}">
                <a16:creationId xmlns:a16="http://schemas.microsoft.com/office/drawing/2014/main" id="{46D7AA9E-281D-43C3-B898-7F2E75DFF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99335" y="4199573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C"/>
          </a:solidFill>
          <a:ln xmlns:a="http://schemas.openxmlformats.org/drawingml/2006/main" w="0">
            <a:noFill/>
          </a:ln>
        </p:spPr>
      </p:sp>
      <p:sp>
        <p:nvSpPr>
          <p:cNvPr id="423" name="">
            <a:extLst xmlns:a="http://schemas.openxmlformats.org/drawingml/2006/main">
              <a:ext uri="{FF2B5EF4-FFF2-40B4-BE49-F238E27FC236}">
                <a16:creationId xmlns:a16="http://schemas.microsoft.com/office/drawing/2014/main" id="{88534816-F448-40F9-880E-E9751785B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2220" y="4199573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AFC"/>
          </a:solidFill>
          <a:ln xmlns:a="http://schemas.openxmlformats.org/drawingml/2006/main" w="0">
            <a:noFill/>
          </a:ln>
        </p:spPr>
      </p:sp>
      <p:sp>
        <p:nvSpPr>
          <p:cNvPr id="424" name="">
            <a:extLst xmlns:a="http://schemas.openxmlformats.org/drawingml/2006/main">
              <a:ext uri="{FF2B5EF4-FFF2-40B4-BE49-F238E27FC236}">
                <a16:creationId xmlns:a16="http://schemas.microsoft.com/office/drawing/2014/main" id="{BE888A13-9DB7-4577-B21D-C2D252EBC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5105" y="4199573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9FC"/>
          </a:solidFill>
          <a:ln xmlns:a="http://schemas.openxmlformats.org/drawingml/2006/main" w="0">
            <a:noFill/>
          </a:ln>
        </p:spPr>
      </p:sp>
      <p:sp>
        <p:nvSpPr>
          <p:cNvPr id="425" name="">
            <a:extLst xmlns:a="http://schemas.openxmlformats.org/drawingml/2006/main">
              <a:ext uri="{FF2B5EF4-FFF2-40B4-BE49-F238E27FC236}">
                <a16:creationId xmlns:a16="http://schemas.microsoft.com/office/drawing/2014/main" id="{A193FB99-9791-49BE-9D1A-0AE62196C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67990" y="4199573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9FC"/>
          </a:solidFill>
          <a:ln xmlns:a="http://schemas.openxmlformats.org/drawingml/2006/main" w="0">
            <a:noFill/>
          </a:ln>
        </p:spPr>
      </p:sp>
      <p:sp>
        <p:nvSpPr>
          <p:cNvPr id="426" name="">
            <a:extLst xmlns:a="http://schemas.openxmlformats.org/drawingml/2006/main">
              <a:ext uri="{FF2B5EF4-FFF2-40B4-BE49-F238E27FC236}">
                <a16:creationId xmlns:a16="http://schemas.microsoft.com/office/drawing/2014/main" id="{836757C3-DC53-4998-B23C-BB8A8EE9D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4199573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9FB"/>
          </a:solidFill>
          <a:ln xmlns:a="http://schemas.openxmlformats.org/drawingml/2006/main" w="0">
            <a:noFill/>
          </a:ln>
        </p:spPr>
      </p:sp>
      <p:sp>
        <p:nvSpPr>
          <p:cNvPr id="427" name="">
            <a:extLst xmlns:a="http://schemas.openxmlformats.org/drawingml/2006/main">
              <a:ext uri="{FF2B5EF4-FFF2-40B4-BE49-F238E27FC236}">
                <a16:creationId xmlns:a16="http://schemas.microsoft.com/office/drawing/2014/main" id="{B97315CD-6FE8-419B-8781-5E123AF79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3760" y="4199573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9FB"/>
          </a:solidFill>
          <a:ln xmlns:a="http://schemas.openxmlformats.org/drawingml/2006/main" w="0">
            <a:noFill/>
          </a:ln>
        </p:spPr>
      </p:sp>
      <p:sp>
        <p:nvSpPr>
          <p:cNvPr id="428" name="">
            <a:extLst xmlns:a="http://schemas.openxmlformats.org/drawingml/2006/main">
              <a:ext uri="{FF2B5EF4-FFF2-40B4-BE49-F238E27FC236}">
                <a16:creationId xmlns:a16="http://schemas.microsoft.com/office/drawing/2014/main" id="{051A3D2D-DF9E-47A8-8C70-C0726C951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6645" y="4199573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9FB"/>
          </a:solidFill>
          <a:ln xmlns:a="http://schemas.openxmlformats.org/drawingml/2006/main" w="0">
            <a:noFill/>
          </a:ln>
        </p:spPr>
      </p:sp>
      <p:sp>
        <p:nvSpPr>
          <p:cNvPr id="429" name="">
            <a:extLst xmlns:a="http://schemas.openxmlformats.org/drawingml/2006/main">
              <a:ext uri="{FF2B5EF4-FFF2-40B4-BE49-F238E27FC236}">
                <a16:creationId xmlns:a16="http://schemas.microsoft.com/office/drawing/2014/main" id="{69E63D1F-4B9C-42B8-9793-2BDFE992A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9530" y="4199573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8FB"/>
          </a:solidFill>
          <a:ln xmlns:a="http://schemas.openxmlformats.org/drawingml/2006/main" w="0">
            <a:noFill/>
          </a:ln>
        </p:spPr>
      </p:sp>
      <p:sp>
        <p:nvSpPr>
          <p:cNvPr id="430" name="">
            <a:extLst xmlns:a="http://schemas.openxmlformats.org/drawingml/2006/main">
              <a:ext uri="{FF2B5EF4-FFF2-40B4-BE49-F238E27FC236}">
                <a16:creationId xmlns:a16="http://schemas.microsoft.com/office/drawing/2014/main" id="{E9535FA0-23BE-435E-A336-297748B6E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82415" y="4199573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8FB"/>
          </a:solidFill>
          <a:ln xmlns:a="http://schemas.openxmlformats.org/drawingml/2006/main" w="0">
            <a:noFill/>
          </a:ln>
        </p:spPr>
      </p:sp>
      <p:sp>
        <p:nvSpPr>
          <p:cNvPr id="431" name="">
            <a:extLst xmlns:a="http://schemas.openxmlformats.org/drawingml/2006/main">
              <a:ext uri="{FF2B5EF4-FFF2-40B4-BE49-F238E27FC236}">
                <a16:creationId xmlns:a16="http://schemas.microsoft.com/office/drawing/2014/main" id="{9FC217FA-729C-44E3-9E54-F82C709DD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199573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8FB"/>
          </a:solidFill>
          <a:ln xmlns:a="http://schemas.openxmlformats.org/drawingml/2006/main" w="0">
            <a:noFill/>
          </a:ln>
        </p:spPr>
      </p:sp>
      <p:sp>
        <p:nvSpPr>
          <p:cNvPr id="432" name="">
            <a:extLst xmlns:a="http://schemas.openxmlformats.org/drawingml/2006/main">
              <a:ext uri="{FF2B5EF4-FFF2-40B4-BE49-F238E27FC236}">
                <a16:creationId xmlns:a16="http://schemas.microsoft.com/office/drawing/2014/main" id="{CF8BB01A-B147-4B0A-8D24-0E9F8DE86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8185" y="4199573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8FB"/>
          </a:solidFill>
          <a:ln xmlns:a="http://schemas.openxmlformats.org/drawingml/2006/main" w="0">
            <a:noFill/>
          </a:ln>
        </p:spPr>
      </p:sp>
      <p:sp>
        <p:nvSpPr>
          <p:cNvPr id="433" name="">
            <a:extLst xmlns:a="http://schemas.openxmlformats.org/drawingml/2006/main">
              <a:ext uri="{FF2B5EF4-FFF2-40B4-BE49-F238E27FC236}">
                <a16:creationId xmlns:a16="http://schemas.microsoft.com/office/drawing/2014/main" id="{D5F10450-3217-4C26-B76D-649E163DB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1070" y="4199573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8FA"/>
          </a:solidFill>
          <a:ln xmlns:a="http://schemas.openxmlformats.org/drawingml/2006/main" w="0">
            <a:noFill/>
          </a:ln>
        </p:spPr>
      </p:sp>
      <p:sp>
        <p:nvSpPr>
          <p:cNvPr id="434" name="">
            <a:extLst xmlns:a="http://schemas.openxmlformats.org/drawingml/2006/main">
              <a:ext uri="{FF2B5EF4-FFF2-40B4-BE49-F238E27FC236}">
                <a16:creationId xmlns:a16="http://schemas.microsoft.com/office/drawing/2014/main" id="{3090A044-0322-4ADD-A0A7-17D8CD09B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3955" y="4199573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</a:ln>
        </p:spPr>
      </p:sp>
      <p:sp>
        <p:nvSpPr>
          <p:cNvPr id="435" name="">
            <a:extLst xmlns:a="http://schemas.openxmlformats.org/drawingml/2006/main">
              <a:ext uri="{FF2B5EF4-FFF2-40B4-BE49-F238E27FC236}">
                <a16:creationId xmlns:a16="http://schemas.microsoft.com/office/drawing/2014/main" id="{865596EA-4A11-4912-A552-0C21D50A2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6840" y="4199573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7FA"/>
          </a:solidFill>
          <a:ln xmlns:a="http://schemas.openxmlformats.org/drawingml/2006/main" w="0">
            <a:noFill/>
          </a:ln>
        </p:spPr>
      </p:sp>
      <p:sp>
        <p:nvSpPr>
          <p:cNvPr id="436" name="">
            <a:extLst xmlns:a="http://schemas.openxmlformats.org/drawingml/2006/main">
              <a:ext uri="{FF2B5EF4-FFF2-40B4-BE49-F238E27FC236}">
                <a16:creationId xmlns:a16="http://schemas.microsoft.com/office/drawing/2014/main" id="{F327CC70-D019-40F3-9C73-BF00865DC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9725" y="4199573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7FA"/>
          </a:solidFill>
          <a:ln xmlns:a="http://schemas.openxmlformats.org/drawingml/2006/main" w="0">
            <a:noFill/>
          </a:ln>
        </p:spPr>
      </p:sp>
      <p:sp>
        <p:nvSpPr>
          <p:cNvPr id="437" name="">
            <a:extLst xmlns:a="http://schemas.openxmlformats.org/drawingml/2006/main">
              <a:ext uri="{FF2B5EF4-FFF2-40B4-BE49-F238E27FC236}">
                <a16:creationId xmlns:a16="http://schemas.microsoft.com/office/drawing/2014/main" id="{8D43D128-D615-4830-BDCC-9F5224E58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42610" y="4199573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8FB"/>
          </a:solidFill>
          <a:ln xmlns:a="http://schemas.openxmlformats.org/drawingml/2006/main" w="0">
            <a:noFill/>
          </a:ln>
        </p:spPr>
      </p:sp>
      <p:sp>
        <p:nvSpPr>
          <p:cNvPr id="438" name="">
            <a:extLst xmlns:a="http://schemas.openxmlformats.org/drawingml/2006/main">
              <a:ext uri="{FF2B5EF4-FFF2-40B4-BE49-F238E27FC236}">
                <a16:creationId xmlns:a16="http://schemas.microsoft.com/office/drawing/2014/main" id="{53826A46-3C30-4FBE-BE97-4A52F0178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5495" y="4199573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8FA"/>
          </a:solidFill>
          <a:ln xmlns:a="http://schemas.openxmlformats.org/drawingml/2006/main" w="0">
            <a:noFill/>
          </a:ln>
        </p:spPr>
      </p:sp>
      <p:sp>
        <p:nvSpPr>
          <p:cNvPr id="439" name="">
            <a:extLst xmlns:a="http://schemas.openxmlformats.org/drawingml/2006/main">
              <a:ext uri="{FF2B5EF4-FFF2-40B4-BE49-F238E27FC236}">
                <a16:creationId xmlns:a16="http://schemas.microsoft.com/office/drawing/2014/main" id="{58AB02EF-836E-485B-812A-7C07BA9B0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8380" y="4199573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6F9"/>
          </a:solidFill>
          <a:ln xmlns:a="http://schemas.openxmlformats.org/drawingml/2006/main" w="0">
            <a:noFill/>
          </a:ln>
        </p:spPr>
      </p:sp>
      <p:sp>
        <p:nvSpPr>
          <p:cNvPr id="440" name="">
            <a:extLst xmlns:a="http://schemas.openxmlformats.org/drawingml/2006/main">
              <a:ext uri="{FF2B5EF4-FFF2-40B4-BE49-F238E27FC236}">
                <a16:creationId xmlns:a16="http://schemas.microsoft.com/office/drawing/2014/main" id="{214BA072-6E55-47AA-B413-BA4D07880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1265" y="4199573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6F9"/>
          </a:solidFill>
          <a:ln xmlns:a="http://schemas.openxmlformats.org/drawingml/2006/main" w="0">
            <a:noFill/>
          </a:ln>
        </p:spPr>
      </p:sp>
      <p:sp>
        <p:nvSpPr>
          <p:cNvPr id="441" name="">
            <a:extLst xmlns:a="http://schemas.openxmlformats.org/drawingml/2006/main">
              <a:ext uri="{FF2B5EF4-FFF2-40B4-BE49-F238E27FC236}">
                <a16:creationId xmlns:a16="http://schemas.microsoft.com/office/drawing/2014/main" id="{63AADA99-C38B-40BC-92DA-1C610E434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4199573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5F9"/>
          </a:solidFill>
          <a:ln xmlns:a="http://schemas.openxmlformats.org/drawingml/2006/main" w="0">
            <a:noFill/>
          </a:ln>
        </p:spPr>
      </p:sp>
      <p:sp>
        <p:nvSpPr>
          <p:cNvPr id="442" name="">
            <a:extLst xmlns:a="http://schemas.openxmlformats.org/drawingml/2006/main">
              <a:ext uri="{FF2B5EF4-FFF2-40B4-BE49-F238E27FC236}">
                <a16:creationId xmlns:a16="http://schemas.microsoft.com/office/drawing/2014/main" id="{CDC2D0F4-CB4A-4A9A-ACC4-1600D0C22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57035" y="4199573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5F9"/>
          </a:solidFill>
          <a:ln xmlns:a="http://schemas.openxmlformats.org/drawingml/2006/main" w="0">
            <a:noFill/>
          </a:ln>
        </p:spPr>
      </p:sp>
      <p:sp>
        <p:nvSpPr>
          <p:cNvPr id="443" name="">
            <a:extLst xmlns:a="http://schemas.openxmlformats.org/drawingml/2006/main">
              <a:ext uri="{FF2B5EF4-FFF2-40B4-BE49-F238E27FC236}">
                <a16:creationId xmlns:a16="http://schemas.microsoft.com/office/drawing/2014/main" id="{3A082244-382A-4017-86FA-4D72488B4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9920" y="4199573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6F9"/>
          </a:solidFill>
          <a:ln xmlns:a="http://schemas.openxmlformats.org/drawingml/2006/main" w="0">
            <a:noFill/>
          </a:ln>
        </p:spPr>
      </p:sp>
      <p:sp>
        <p:nvSpPr>
          <p:cNvPr id="444" name="">
            <a:extLst xmlns:a="http://schemas.openxmlformats.org/drawingml/2006/main">
              <a:ext uri="{FF2B5EF4-FFF2-40B4-BE49-F238E27FC236}">
                <a16:creationId xmlns:a16="http://schemas.microsoft.com/office/drawing/2014/main" id="{7D00A672-AA87-4F20-92E4-20AD3B75A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2805" y="4199573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9"/>
          </a:solidFill>
          <a:ln xmlns:a="http://schemas.openxmlformats.org/drawingml/2006/main" w="0">
            <a:noFill/>
          </a:ln>
        </p:spPr>
      </p:sp>
      <p:sp>
        <p:nvSpPr>
          <p:cNvPr id="445" name="">
            <a:extLst xmlns:a="http://schemas.openxmlformats.org/drawingml/2006/main">
              <a:ext uri="{FF2B5EF4-FFF2-40B4-BE49-F238E27FC236}">
                <a16:creationId xmlns:a16="http://schemas.microsoft.com/office/drawing/2014/main" id="{01A057FD-AB20-4045-8A05-31178B140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5690" y="4199573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5F9"/>
          </a:solidFill>
          <a:ln xmlns:a="http://schemas.openxmlformats.org/drawingml/2006/main" w="0">
            <a:noFill/>
          </a:ln>
        </p:spPr>
      </p:sp>
      <p:sp>
        <p:nvSpPr>
          <p:cNvPr id="446" name="">
            <a:extLst xmlns:a="http://schemas.openxmlformats.org/drawingml/2006/main">
              <a:ext uri="{FF2B5EF4-FFF2-40B4-BE49-F238E27FC236}">
                <a16:creationId xmlns:a16="http://schemas.microsoft.com/office/drawing/2014/main" id="{6DC9A3AD-EF40-4DF1-BA73-FD2C84FE2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48575" y="4199573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5F8"/>
          </a:solidFill>
          <a:ln xmlns:a="http://schemas.openxmlformats.org/drawingml/2006/main" w="0">
            <a:noFill/>
          </a:ln>
        </p:spPr>
      </p:sp>
      <p:sp>
        <p:nvSpPr>
          <p:cNvPr id="447" name="">
            <a:extLst xmlns:a="http://schemas.openxmlformats.org/drawingml/2006/main">
              <a:ext uri="{FF2B5EF4-FFF2-40B4-BE49-F238E27FC236}">
                <a16:creationId xmlns:a16="http://schemas.microsoft.com/office/drawing/2014/main" id="{E9F92D3C-1D17-4AA7-B628-BDDF4AC75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1460" y="4199573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5F8"/>
          </a:solidFill>
          <a:ln xmlns:a="http://schemas.openxmlformats.org/drawingml/2006/main" w="0">
            <a:noFill/>
          </a:ln>
        </p:spPr>
      </p:sp>
      <p:sp>
        <p:nvSpPr>
          <p:cNvPr id="448" name="">
            <a:extLst xmlns:a="http://schemas.openxmlformats.org/drawingml/2006/main">
              <a:ext uri="{FF2B5EF4-FFF2-40B4-BE49-F238E27FC236}">
                <a16:creationId xmlns:a16="http://schemas.microsoft.com/office/drawing/2014/main" id="{F521BF00-93C7-4A1F-BE24-52A8623F4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4345" y="4199573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8"/>
          </a:solidFill>
          <a:ln xmlns:a="http://schemas.openxmlformats.org/drawingml/2006/main" w="0">
            <a:noFill/>
          </a:ln>
        </p:spPr>
      </p:sp>
      <p:sp>
        <p:nvSpPr>
          <p:cNvPr id="449" name="">
            <a:extLst xmlns:a="http://schemas.openxmlformats.org/drawingml/2006/main">
              <a:ext uri="{FF2B5EF4-FFF2-40B4-BE49-F238E27FC236}">
                <a16:creationId xmlns:a16="http://schemas.microsoft.com/office/drawing/2014/main" id="{D5FC0EE8-92C8-4E94-9C2B-982836734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7230" y="4199573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8"/>
          </a:solidFill>
          <a:ln xmlns:a="http://schemas.openxmlformats.org/drawingml/2006/main" w="0">
            <a:noFill/>
          </a:ln>
        </p:spPr>
      </p:sp>
      <p:sp>
        <p:nvSpPr>
          <p:cNvPr id="450" name="">
            <a:extLst xmlns:a="http://schemas.openxmlformats.org/drawingml/2006/main">
              <a:ext uri="{FF2B5EF4-FFF2-40B4-BE49-F238E27FC236}">
                <a16:creationId xmlns:a16="http://schemas.microsoft.com/office/drawing/2014/main" id="{57AF8B94-2752-4182-BA64-C068556B0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0115" y="4199573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4F7"/>
          </a:solidFill>
          <a:ln xmlns:a="http://schemas.openxmlformats.org/drawingml/2006/main" w="0">
            <a:noFill/>
          </a:ln>
        </p:spPr>
      </p:sp>
      <p:sp>
        <p:nvSpPr>
          <p:cNvPr id="451" name="">
            <a:extLst xmlns:a="http://schemas.openxmlformats.org/drawingml/2006/main">
              <a:ext uri="{FF2B5EF4-FFF2-40B4-BE49-F238E27FC236}">
                <a16:creationId xmlns:a16="http://schemas.microsoft.com/office/drawing/2014/main" id="{60FC6E5B-538E-4021-954E-FB1F5C5E8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4199573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F3F7"/>
          </a:solidFill>
          <a:ln xmlns:a="http://schemas.openxmlformats.org/drawingml/2006/main" w="0">
            <a:noFill/>
          </a:ln>
        </p:spPr>
      </p:sp>
      <p:sp>
        <p:nvSpPr>
          <p:cNvPr id="452" name="">
            <a:extLst xmlns:a="http://schemas.openxmlformats.org/drawingml/2006/main">
              <a:ext uri="{FF2B5EF4-FFF2-40B4-BE49-F238E27FC236}">
                <a16:creationId xmlns:a16="http://schemas.microsoft.com/office/drawing/2014/main" id="{371BE0EE-D5E3-4518-B110-F00802255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64355"/>
            <a:ext cx="1333500" cy="1647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13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rPr>
              <a:t>G15</a:t>
            </a:r>
          </a:p>
        </p:txBody>
      </p:sp>
      <p:sp>
        <p:nvSpPr>
          <p:cNvPr id="453" name="">
            <a:extLst xmlns:a="http://schemas.openxmlformats.org/drawingml/2006/main">
              <a:ext uri="{FF2B5EF4-FFF2-40B4-BE49-F238E27FC236}">
                <a16:creationId xmlns:a16="http://schemas.microsoft.com/office/drawing/2014/main" id="{CD917BF0-49D6-4A30-BB94-8498D767D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4364355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BFD"/>
          </a:solidFill>
          <a:ln xmlns:a="http://schemas.openxmlformats.org/drawingml/2006/main" w="0">
            <a:noFill/>
          </a:ln>
        </p:spPr>
      </p:sp>
      <p:sp>
        <p:nvSpPr>
          <p:cNvPr id="454" name="">
            <a:extLst xmlns:a="http://schemas.openxmlformats.org/drawingml/2006/main">
              <a:ext uri="{FF2B5EF4-FFF2-40B4-BE49-F238E27FC236}">
                <a16:creationId xmlns:a16="http://schemas.microsoft.com/office/drawing/2014/main" id="{CE97DD17-038E-4BC1-9A2D-D44E29E13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99335" y="4364355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C"/>
          </a:solidFill>
          <a:ln xmlns:a="http://schemas.openxmlformats.org/drawingml/2006/main" w="0">
            <a:noFill/>
          </a:ln>
        </p:spPr>
      </p:sp>
      <p:sp>
        <p:nvSpPr>
          <p:cNvPr id="455" name="">
            <a:extLst xmlns:a="http://schemas.openxmlformats.org/drawingml/2006/main">
              <a:ext uri="{FF2B5EF4-FFF2-40B4-BE49-F238E27FC236}">
                <a16:creationId xmlns:a16="http://schemas.microsoft.com/office/drawing/2014/main" id="{25C2F276-266B-4E5E-9A0F-5BC4907E7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2220" y="4364355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AFC"/>
          </a:solidFill>
          <a:ln xmlns:a="http://schemas.openxmlformats.org/drawingml/2006/main" w="0">
            <a:noFill/>
          </a:ln>
        </p:spPr>
      </p:sp>
      <p:sp>
        <p:nvSpPr>
          <p:cNvPr id="456" name="">
            <a:extLst xmlns:a="http://schemas.openxmlformats.org/drawingml/2006/main">
              <a:ext uri="{FF2B5EF4-FFF2-40B4-BE49-F238E27FC236}">
                <a16:creationId xmlns:a16="http://schemas.microsoft.com/office/drawing/2014/main" id="{B722A8D3-9190-4233-8A96-DC1C48504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5105" y="4364355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9FC"/>
          </a:solidFill>
          <a:ln xmlns:a="http://schemas.openxmlformats.org/drawingml/2006/main" w="0">
            <a:noFill/>
          </a:ln>
        </p:spPr>
      </p:sp>
      <p:sp>
        <p:nvSpPr>
          <p:cNvPr id="457" name="">
            <a:extLst xmlns:a="http://schemas.openxmlformats.org/drawingml/2006/main">
              <a:ext uri="{FF2B5EF4-FFF2-40B4-BE49-F238E27FC236}">
                <a16:creationId xmlns:a16="http://schemas.microsoft.com/office/drawing/2014/main" id="{A77EDEF9-11FE-4145-8E78-6372CF0CE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67990" y="4364355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AFC"/>
          </a:solidFill>
          <a:ln xmlns:a="http://schemas.openxmlformats.org/drawingml/2006/main" w="0">
            <a:noFill/>
          </a:ln>
        </p:spPr>
      </p:sp>
      <p:sp>
        <p:nvSpPr>
          <p:cNvPr id="458" name="">
            <a:extLst xmlns:a="http://schemas.openxmlformats.org/drawingml/2006/main">
              <a:ext uri="{FF2B5EF4-FFF2-40B4-BE49-F238E27FC236}">
                <a16:creationId xmlns:a16="http://schemas.microsoft.com/office/drawing/2014/main" id="{C4461747-62FA-4A2E-ADFE-0D6195EDB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4364355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AFC"/>
          </a:solidFill>
          <a:ln xmlns:a="http://schemas.openxmlformats.org/drawingml/2006/main" w="0">
            <a:noFill/>
          </a:ln>
        </p:spPr>
      </p:sp>
      <p:sp>
        <p:nvSpPr>
          <p:cNvPr id="459" name="">
            <a:extLst xmlns:a="http://schemas.openxmlformats.org/drawingml/2006/main">
              <a:ext uri="{FF2B5EF4-FFF2-40B4-BE49-F238E27FC236}">
                <a16:creationId xmlns:a16="http://schemas.microsoft.com/office/drawing/2014/main" id="{ABEB4725-FB80-4069-9B94-65401EE34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3760" y="4364355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AFC"/>
          </a:solidFill>
          <a:ln xmlns:a="http://schemas.openxmlformats.org/drawingml/2006/main" w="0">
            <a:noFill/>
          </a:ln>
        </p:spPr>
      </p:sp>
      <p:sp>
        <p:nvSpPr>
          <p:cNvPr id="460" name="">
            <a:extLst xmlns:a="http://schemas.openxmlformats.org/drawingml/2006/main">
              <a:ext uri="{FF2B5EF4-FFF2-40B4-BE49-F238E27FC236}">
                <a16:creationId xmlns:a16="http://schemas.microsoft.com/office/drawing/2014/main" id="{8D6ACE9F-BDA9-40BE-9912-FE197F61E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6645" y="4364355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9FC"/>
          </a:solidFill>
          <a:ln xmlns:a="http://schemas.openxmlformats.org/drawingml/2006/main" w="0">
            <a:noFill/>
          </a:ln>
        </p:spPr>
      </p:sp>
      <p:sp>
        <p:nvSpPr>
          <p:cNvPr id="461" name="">
            <a:extLst xmlns:a="http://schemas.openxmlformats.org/drawingml/2006/main">
              <a:ext uri="{FF2B5EF4-FFF2-40B4-BE49-F238E27FC236}">
                <a16:creationId xmlns:a16="http://schemas.microsoft.com/office/drawing/2014/main" id="{7BA85834-32D2-40F4-9CF1-D55BE6D60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9530" y="4364355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9FC"/>
          </a:solidFill>
          <a:ln xmlns:a="http://schemas.openxmlformats.org/drawingml/2006/main" w="0">
            <a:noFill/>
          </a:ln>
        </p:spPr>
      </p:sp>
      <p:sp>
        <p:nvSpPr>
          <p:cNvPr id="462" name="">
            <a:extLst xmlns:a="http://schemas.openxmlformats.org/drawingml/2006/main">
              <a:ext uri="{FF2B5EF4-FFF2-40B4-BE49-F238E27FC236}">
                <a16:creationId xmlns:a16="http://schemas.microsoft.com/office/drawing/2014/main" id="{CFDB0179-F428-4AD1-A939-C530922BA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82415" y="4364355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9FC"/>
          </a:solidFill>
          <a:ln xmlns:a="http://schemas.openxmlformats.org/drawingml/2006/main" w="0">
            <a:noFill/>
          </a:ln>
        </p:spPr>
      </p:sp>
      <p:sp>
        <p:nvSpPr>
          <p:cNvPr id="463" name="">
            <a:extLst xmlns:a="http://schemas.openxmlformats.org/drawingml/2006/main">
              <a:ext uri="{FF2B5EF4-FFF2-40B4-BE49-F238E27FC236}">
                <a16:creationId xmlns:a16="http://schemas.microsoft.com/office/drawing/2014/main" id="{94434DCC-4011-4D5A-BDAB-58FDBBC0B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364355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9FC"/>
          </a:solidFill>
          <a:ln xmlns:a="http://schemas.openxmlformats.org/drawingml/2006/main" w="0">
            <a:noFill/>
          </a:ln>
        </p:spPr>
      </p:sp>
      <p:sp>
        <p:nvSpPr>
          <p:cNvPr id="464" name="">
            <a:extLst xmlns:a="http://schemas.openxmlformats.org/drawingml/2006/main">
              <a:ext uri="{FF2B5EF4-FFF2-40B4-BE49-F238E27FC236}">
                <a16:creationId xmlns:a16="http://schemas.microsoft.com/office/drawing/2014/main" id="{D814C775-62DA-4D5F-9374-68DA7C57B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8185" y="4364355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9FC"/>
          </a:solidFill>
          <a:ln xmlns:a="http://schemas.openxmlformats.org/drawingml/2006/main" w="0">
            <a:noFill/>
          </a:ln>
        </p:spPr>
      </p:sp>
      <p:sp>
        <p:nvSpPr>
          <p:cNvPr id="465" name="">
            <a:extLst xmlns:a="http://schemas.openxmlformats.org/drawingml/2006/main">
              <a:ext uri="{FF2B5EF4-FFF2-40B4-BE49-F238E27FC236}">
                <a16:creationId xmlns:a16="http://schemas.microsoft.com/office/drawing/2014/main" id="{C2C04BEC-6247-4528-8A4E-180ABF696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1070" y="4364355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9FB"/>
          </a:solidFill>
          <a:ln xmlns:a="http://schemas.openxmlformats.org/drawingml/2006/main" w="0">
            <a:noFill/>
          </a:ln>
        </p:spPr>
      </p:sp>
      <p:sp>
        <p:nvSpPr>
          <p:cNvPr id="466" name="">
            <a:extLst xmlns:a="http://schemas.openxmlformats.org/drawingml/2006/main">
              <a:ext uri="{FF2B5EF4-FFF2-40B4-BE49-F238E27FC236}">
                <a16:creationId xmlns:a16="http://schemas.microsoft.com/office/drawing/2014/main" id="{1DC1677D-3E5D-4721-8F82-1A9A87A74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3955" y="4364355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9FC"/>
          </a:solidFill>
          <a:ln xmlns:a="http://schemas.openxmlformats.org/drawingml/2006/main" w="0">
            <a:noFill/>
          </a:ln>
        </p:spPr>
      </p:sp>
      <p:sp>
        <p:nvSpPr>
          <p:cNvPr id="467" name="">
            <a:extLst xmlns:a="http://schemas.openxmlformats.org/drawingml/2006/main">
              <a:ext uri="{FF2B5EF4-FFF2-40B4-BE49-F238E27FC236}">
                <a16:creationId xmlns:a16="http://schemas.microsoft.com/office/drawing/2014/main" id="{7C98092C-6B08-4F9F-B483-8F6D8F2B7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6840" y="4364355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9FC"/>
          </a:solidFill>
          <a:ln xmlns:a="http://schemas.openxmlformats.org/drawingml/2006/main" w="0">
            <a:noFill/>
          </a:ln>
        </p:spPr>
      </p:sp>
      <p:sp>
        <p:nvSpPr>
          <p:cNvPr id="468" name="">
            <a:extLst xmlns:a="http://schemas.openxmlformats.org/drawingml/2006/main">
              <a:ext uri="{FF2B5EF4-FFF2-40B4-BE49-F238E27FC236}">
                <a16:creationId xmlns:a16="http://schemas.microsoft.com/office/drawing/2014/main" id="{49B48EFF-CD67-4BFA-9640-567A81489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9725" y="4364355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9FC"/>
          </a:solidFill>
          <a:ln xmlns:a="http://schemas.openxmlformats.org/drawingml/2006/main" w="0">
            <a:noFill/>
          </a:ln>
        </p:spPr>
      </p:sp>
      <p:sp>
        <p:nvSpPr>
          <p:cNvPr id="469" name="">
            <a:extLst xmlns:a="http://schemas.openxmlformats.org/drawingml/2006/main">
              <a:ext uri="{FF2B5EF4-FFF2-40B4-BE49-F238E27FC236}">
                <a16:creationId xmlns:a16="http://schemas.microsoft.com/office/drawing/2014/main" id="{CF1A814D-DD2E-4C9C-9F3D-4B94512BE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42610" y="4364355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9FB"/>
          </a:solidFill>
          <a:ln xmlns:a="http://schemas.openxmlformats.org/drawingml/2006/main" w="0">
            <a:noFill/>
          </a:ln>
        </p:spPr>
      </p:sp>
      <p:sp>
        <p:nvSpPr>
          <p:cNvPr id="470" name="">
            <a:extLst xmlns:a="http://schemas.openxmlformats.org/drawingml/2006/main">
              <a:ext uri="{FF2B5EF4-FFF2-40B4-BE49-F238E27FC236}">
                <a16:creationId xmlns:a16="http://schemas.microsoft.com/office/drawing/2014/main" id="{D7B87F0F-EE04-45BF-801E-5969A8763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5495" y="4364355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7FA"/>
          </a:solidFill>
          <a:ln xmlns:a="http://schemas.openxmlformats.org/drawingml/2006/main" w="0">
            <a:noFill/>
          </a:ln>
        </p:spPr>
      </p:sp>
      <p:sp>
        <p:nvSpPr>
          <p:cNvPr id="471" name="">
            <a:extLst xmlns:a="http://schemas.openxmlformats.org/drawingml/2006/main">
              <a:ext uri="{FF2B5EF4-FFF2-40B4-BE49-F238E27FC236}">
                <a16:creationId xmlns:a16="http://schemas.microsoft.com/office/drawing/2014/main" id="{C699EBE2-48DA-49A4-9065-FD0FEAF5E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8380" y="4364355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9"/>
          </a:solidFill>
          <a:ln xmlns:a="http://schemas.openxmlformats.org/drawingml/2006/main" w="0">
            <a:noFill/>
          </a:ln>
        </p:spPr>
      </p:sp>
      <p:sp>
        <p:nvSpPr>
          <p:cNvPr id="472" name="">
            <a:extLst xmlns:a="http://schemas.openxmlformats.org/drawingml/2006/main">
              <a:ext uri="{FF2B5EF4-FFF2-40B4-BE49-F238E27FC236}">
                <a16:creationId xmlns:a16="http://schemas.microsoft.com/office/drawing/2014/main" id="{ACCECF44-7CDF-4005-BDE4-50CD71C66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1265" y="4364355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5F8"/>
          </a:solidFill>
          <a:ln xmlns:a="http://schemas.openxmlformats.org/drawingml/2006/main" w="0">
            <a:noFill/>
          </a:ln>
        </p:spPr>
      </p:sp>
      <p:sp>
        <p:nvSpPr>
          <p:cNvPr id="473" name="">
            <a:extLst xmlns:a="http://schemas.openxmlformats.org/drawingml/2006/main">
              <a:ext uri="{FF2B5EF4-FFF2-40B4-BE49-F238E27FC236}">
                <a16:creationId xmlns:a16="http://schemas.microsoft.com/office/drawing/2014/main" id="{CE86129B-D87B-459E-8104-4C072F4C4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4364355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5F8"/>
          </a:solidFill>
          <a:ln xmlns:a="http://schemas.openxmlformats.org/drawingml/2006/main" w="0">
            <a:noFill/>
          </a:ln>
        </p:spPr>
      </p:sp>
      <p:sp>
        <p:nvSpPr>
          <p:cNvPr id="474" name="">
            <a:extLst xmlns:a="http://schemas.openxmlformats.org/drawingml/2006/main">
              <a:ext uri="{FF2B5EF4-FFF2-40B4-BE49-F238E27FC236}">
                <a16:creationId xmlns:a16="http://schemas.microsoft.com/office/drawing/2014/main" id="{3D8A09DE-DD0B-4433-9CE1-D20C4182F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57035" y="4364355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5F8"/>
          </a:solidFill>
          <a:ln xmlns:a="http://schemas.openxmlformats.org/drawingml/2006/main" w="0">
            <a:noFill/>
          </a:ln>
        </p:spPr>
      </p:sp>
      <p:sp>
        <p:nvSpPr>
          <p:cNvPr id="475" name="">
            <a:extLst xmlns:a="http://schemas.openxmlformats.org/drawingml/2006/main">
              <a:ext uri="{FF2B5EF4-FFF2-40B4-BE49-F238E27FC236}">
                <a16:creationId xmlns:a16="http://schemas.microsoft.com/office/drawing/2014/main" id="{CA0A8D44-40BC-49E4-934F-912FEF329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9920" y="4364355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5F8"/>
          </a:solidFill>
          <a:ln xmlns:a="http://schemas.openxmlformats.org/drawingml/2006/main" w="0">
            <a:noFill/>
          </a:ln>
        </p:spPr>
      </p:sp>
      <p:sp>
        <p:nvSpPr>
          <p:cNvPr id="476" name="">
            <a:extLst xmlns:a="http://schemas.openxmlformats.org/drawingml/2006/main">
              <a:ext uri="{FF2B5EF4-FFF2-40B4-BE49-F238E27FC236}">
                <a16:creationId xmlns:a16="http://schemas.microsoft.com/office/drawing/2014/main" id="{3D8DE9DF-2BD2-416D-92DA-8A74C01B8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2805" y="4364355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5F8"/>
          </a:solidFill>
          <a:ln xmlns:a="http://schemas.openxmlformats.org/drawingml/2006/main" w="0">
            <a:noFill/>
          </a:ln>
        </p:spPr>
      </p:sp>
      <p:sp>
        <p:nvSpPr>
          <p:cNvPr id="477" name="">
            <a:extLst xmlns:a="http://schemas.openxmlformats.org/drawingml/2006/main">
              <a:ext uri="{FF2B5EF4-FFF2-40B4-BE49-F238E27FC236}">
                <a16:creationId xmlns:a16="http://schemas.microsoft.com/office/drawing/2014/main" id="{EECC130A-693B-411F-A859-55F124680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5690" y="4364355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6F9"/>
          </a:solidFill>
          <a:ln xmlns:a="http://schemas.openxmlformats.org/drawingml/2006/main" w="0">
            <a:noFill/>
          </a:ln>
        </p:spPr>
      </p:sp>
      <p:sp>
        <p:nvSpPr>
          <p:cNvPr id="478" name="">
            <a:extLst xmlns:a="http://schemas.openxmlformats.org/drawingml/2006/main">
              <a:ext uri="{FF2B5EF4-FFF2-40B4-BE49-F238E27FC236}">
                <a16:creationId xmlns:a16="http://schemas.microsoft.com/office/drawing/2014/main" id="{5392DE5A-E0C7-478A-99A2-B49FC3039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48575" y="4364355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6F9"/>
          </a:solidFill>
          <a:ln xmlns:a="http://schemas.openxmlformats.org/drawingml/2006/main" w="0">
            <a:noFill/>
          </a:ln>
        </p:spPr>
      </p:sp>
      <p:sp>
        <p:nvSpPr>
          <p:cNvPr id="479" name="">
            <a:extLst xmlns:a="http://schemas.openxmlformats.org/drawingml/2006/main">
              <a:ext uri="{FF2B5EF4-FFF2-40B4-BE49-F238E27FC236}">
                <a16:creationId xmlns:a16="http://schemas.microsoft.com/office/drawing/2014/main" id="{B7585523-0418-47B2-A2DB-675CDD5F6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1460" y="4364355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6F9"/>
          </a:solidFill>
          <a:ln xmlns:a="http://schemas.openxmlformats.org/drawingml/2006/main" w="0">
            <a:noFill/>
          </a:ln>
        </p:spPr>
      </p:sp>
      <p:sp>
        <p:nvSpPr>
          <p:cNvPr id="480" name="">
            <a:extLst xmlns:a="http://schemas.openxmlformats.org/drawingml/2006/main">
              <a:ext uri="{FF2B5EF4-FFF2-40B4-BE49-F238E27FC236}">
                <a16:creationId xmlns:a16="http://schemas.microsoft.com/office/drawing/2014/main" id="{3CE5F2AA-8823-48E9-9F1C-501C64A03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4345" y="4364355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6F9"/>
          </a:solidFill>
          <a:ln xmlns:a="http://schemas.openxmlformats.org/drawingml/2006/main" w="0">
            <a:noFill/>
          </a:ln>
        </p:spPr>
      </p:sp>
      <p:sp>
        <p:nvSpPr>
          <p:cNvPr id="481" name="">
            <a:extLst xmlns:a="http://schemas.openxmlformats.org/drawingml/2006/main">
              <a:ext uri="{FF2B5EF4-FFF2-40B4-BE49-F238E27FC236}">
                <a16:creationId xmlns:a16="http://schemas.microsoft.com/office/drawing/2014/main" id="{A5195992-F756-4521-8606-3FD556B65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7230" y="4364355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6F9"/>
          </a:solidFill>
          <a:ln xmlns:a="http://schemas.openxmlformats.org/drawingml/2006/main" w="0">
            <a:noFill/>
          </a:ln>
        </p:spPr>
      </p:sp>
      <p:sp>
        <p:nvSpPr>
          <p:cNvPr id="482" name="">
            <a:extLst xmlns:a="http://schemas.openxmlformats.org/drawingml/2006/main">
              <a:ext uri="{FF2B5EF4-FFF2-40B4-BE49-F238E27FC236}">
                <a16:creationId xmlns:a16="http://schemas.microsoft.com/office/drawing/2014/main" id="{E634B75B-CAE3-40AC-8884-6A8630C23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0115" y="4364355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6F9"/>
          </a:solidFill>
          <a:ln xmlns:a="http://schemas.openxmlformats.org/drawingml/2006/main" w="0">
            <a:noFill/>
          </a:ln>
        </p:spPr>
      </p:sp>
      <p:sp>
        <p:nvSpPr>
          <p:cNvPr id="483" name="">
            <a:extLst xmlns:a="http://schemas.openxmlformats.org/drawingml/2006/main">
              <a:ext uri="{FF2B5EF4-FFF2-40B4-BE49-F238E27FC236}">
                <a16:creationId xmlns:a16="http://schemas.microsoft.com/office/drawing/2014/main" id="{2C50168C-44EB-4356-AB98-9A4A10EF2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4364355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7FA"/>
          </a:solidFill>
          <a:ln xmlns:a="http://schemas.openxmlformats.org/drawingml/2006/main" w="0">
            <a:noFill/>
          </a:ln>
        </p:spPr>
      </p:sp>
      <p:sp>
        <p:nvSpPr>
          <p:cNvPr id="484" name="">
            <a:extLst xmlns:a="http://schemas.openxmlformats.org/drawingml/2006/main">
              <a:ext uri="{FF2B5EF4-FFF2-40B4-BE49-F238E27FC236}">
                <a16:creationId xmlns:a16="http://schemas.microsoft.com/office/drawing/2014/main" id="{1715F202-9E47-4901-B1ED-865C7BB71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29138"/>
            <a:ext cx="1333500" cy="1647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13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rPr>
              <a:t>G16</a:t>
            </a:r>
          </a:p>
        </p:txBody>
      </p:sp>
      <p:sp>
        <p:nvSpPr>
          <p:cNvPr id="485" name="">
            <a:extLst xmlns:a="http://schemas.openxmlformats.org/drawingml/2006/main">
              <a:ext uri="{FF2B5EF4-FFF2-40B4-BE49-F238E27FC236}">
                <a16:creationId xmlns:a16="http://schemas.microsoft.com/office/drawing/2014/main" id="{BAC095B4-F376-4A97-8F4B-71321056D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4529138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BFD"/>
          </a:solidFill>
          <a:ln xmlns:a="http://schemas.openxmlformats.org/drawingml/2006/main" w="0">
            <a:noFill/>
          </a:ln>
        </p:spPr>
      </p:sp>
      <p:sp>
        <p:nvSpPr>
          <p:cNvPr id="486" name="">
            <a:extLst xmlns:a="http://schemas.openxmlformats.org/drawingml/2006/main">
              <a:ext uri="{FF2B5EF4-FFF2-40B4-BE49-F238E27FC236}">
                <a16:creationId xmlns:a16="http://schemas.microsoft.com/office/drawing/2014/main" id="{782CBB0B-D43C-4105-AE25-CBEE2054D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99335" y="4529138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C"/>
          </a:solidFill>
          <a:ln xmlns:a="http://schemas.openxmlformats.org/drawingml/2006/main" w="0">
            <a:noFill/>
          </a:ln>
        </p:spPr>
      </p:sp>
      <p:sp>
        <p:nvSpPr>
          <p:cNvPr id="487" name="">
            <a:extLst xmlns:a="http://schemas.openxmlformats.org/drawingml/2006/main">
              <a:ext uri="{FF2B5EF4-FFF2-40B4-BE49-F238E27FC236}">
                <a16:creationId xmlns:a16="http://schemas.microsoft.com/office/drawing/2014/main" id="{9FB01E68-E2C5-4790-A3F3-5C5FB0DEC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2220" y="4529138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AFC"/>
          </a:solidFill>
          <a:ln xmlns:a="http://schemas.openxmlformats.org/drawingml/2006/main" w="0">
            <a:noFill/>
          </a:ln>
        </p:spPr>
      </p:sp>
      <p:sp>
        <p:nvSpPr>
          <p:cNvPr id="488" name="">
            <a:extLst xmlns:a="http://schemas.openxmlformats.org/drawingml/2006/main">
              <a:ext uri="{FF2B5EF4-FFF2-40B4-BE49-F238E27FC236}">
                <a16:creationId xmlns:a16="http://schemas.microsoft.com/office/drawing/2014/main" id="{78657C93-8F67-47CC-BE81-F82A8E2EB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5105" y="4529138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9FB"/>
          </a:solidFill>
          <a:ln xmlns:a="http://schemas.openxmlformats.org/drawingml/2006/main" w="0">
            <a:noFill/>
          </a:ln>
        </p:spPr>
      </p:sp>
      <p:sp>
        <p:nvSpPr>
          <p:cNvPr id="489" name="">
            <a:extLst xmlns:a="http://schemas.openxmlformats.org/drawingml/2006/main">
              <a:ext uri="{FF2B5EF4-FFF2-40B4-BE49-F238E27FC236}">
                <a16:creationId xmlns:a16="http://schemas.microsoft.com/office/drawing/2014/main" id="{8F534598-6600-424F-9272-6ACF42E1D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67990" y="4529138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9FC"/>
          </a:solidFill>
          <a:ln xmlns:a="http://schemas.openxmlformats.org/drawingml/2006/main" w="0">
            <a:noFill/>
          </a:ln>
        </p:spPr>
      </p:sp>
      <p:sp>
        <p:nvSpPr>
          <p:cNvPr id="490" name="">
            <a:extLst xmlns:a="http://schemas.openxmlformats.org/drawingml/2006/main">
              <a:ext uri="{FF2B5EF4-FFF2-40B4-BE49-F238E27FC236}">
                <a16:creationId xmlns:a16="http://schemas.microsoft.com/office/drawing/2014/main" id="{D432D1A4-D575-4807-8F66-BFC94BC3D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4529138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9FC"/>
          </a:solidFill>
          <a:ln xmlns:a="http://schemas.openxmlformats.org/drawingml/2006/main" w="0">
            <a:noFill/>
          </a:ln>
        </p:spPr>
      </p:sp>
      <p:sp>
        <p:nvSpPr>
          <p:cNvPr id="491" name="">
            <a:extLst xmlns:a="http://schemas.openxmlformats.org/drawingml/2006/main">
              <a:ext uri="{FF2B5EF4-FFF2-40B4-BE49-F238E27FC236}">
                <a16:creationId xmlns:a16="http://schemas.microsoft.com/office/drawing/2014/main" id="{594B6052-4D43-43D6-B0F3-7EF7CBC7E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3760" y="4529138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9FC"/>
          </a:solidFill>
          <a:ln xmlns:a="http://schemas.openxmlformats.org/drawingml/2006/main" w="0">
            <a:noFill/>
          </a:ln>
        </p:spPr>
      </p:sp>
      <p:sp>
        <p:nvSpPr>
          <p:cNvPr id="492" name="">
            <a:extLst xmlns:a="http://schemas.openxmlformats.org/drawingml/2006/main">
              <a:ext uri="{FF2B5EF4-FFF2-40B4-BE49-F238E27FC236}">
                <a16:creationId xmlns:a16="http://schemas.microsoft.com/office/drawing/2014/main" id="{4C1CC2C5-DFC0-4E54-8E8C-68A631677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6645" y="4529138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9FB"/>
          </a:solidFill>
          <a:ln xmlns:a="http://schemas.openxmlformats.org/drawingml/2006/main" w="0">
            <a:noFill/>
          </a:ln>
        </p:spPr>
      </p:sp>
      <p:sp>
        <p:nvSpPr>
          <p:cNvPr id="493" name="">
            <a:extLst xmlns:a="http://schemas.openxmlformats.org/drawingml/2006/main">
              <a:ext uri="{FF2B5EF4-FFF2-40B4-BE49-F238E27FC236}">
                <a16:creationId xmlns:a16="http://schemas.microsoft.com/office/drawing/2014/main" id="{4F8A8951-F6AA-4BCC-AB8F-9A037E251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9530" y="4529138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9FB"/>
          </a:solidFill>
          <a:ln xmlns:a="http://schemas.openxmlformats.org/drawingml/2006/main" w="0">
            <a:noFill/>
          </a:ln>
        </p:spPr>
      </p:sp>
      <p:sp>
        <p:nvSpPr>
          <p:cNvPr id="494" name="">
            <a:extLst xmlns:a="http://schemas.openxmlformats.org/drawingml/2006/main">
              <a:ext uri="{FF2B5EF4-FFF2-40B4-BE49-F238E27FC236}">
                <a16:creationId xmlns:a16="http://schemas.microsoft.com/office/drawing/2014/main" id="{8E798B4E-167B-4681-84D7-58854C182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82415" y="4529138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9FB"/>
          </a:solidFill>
          <a:ln xmlns:a="http://schemas.openxmlformats.org/drawingml/2006/main" w="0">
            <a:noFill/>
          </a:ln>
        </p:spPr>
      </p:sp>
      <p:sp>
        <p:nvSpPr>
          <p:cNvPr id="495" name="">
            <a:extLst xmlns:a="http://schemas.openxmlformats.org/drawingml/2006/main">
              <a:ext uri="{FF2B5EF4-FFF2-40B4-BE49-F238E27FC236}">
                <a16:creationId xmlns:a16="http://schemas.microsoft.com/office/drawing/2014/main" id="{EBFE6322-A7EE-4ABC-8409-1B944A982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529138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9FB"/>
          </a:solidFill>
          <a:ln xmlns:a="http://schemas.openxmlformats.org/drawingml/2006/main" w="0">
            <a:noFill/>
          </a:ln>
        </p:spPr>
      </p:sp>
      <p:sp>
        <p:nvSpPr>
          <p:cNvPr id="496" name="">
            <a:extLst xmlns:a="http://schemas.openxmlformats.org/drawingml/2006/main">
              <a:ext uri="{FF2B5EF4-FFF2-40B4-BE49-F238E27FC236}">
                <a16:creationId xmlns:a16="http://schemas.microsoft.com/office/drawing/2014/main" id="{EA3A3B2A-D379-4C0C-8F06-A5C1935D3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8185" y="4529138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9FB"/>
          </a:solidFill>
          <a:ln xmlns:a="http://schemas.openxmlformats.org/drawingml/2006/main" w="0">
            <a:noFill/>
          </a:ln>
        </p:spPr>
      </p:sp>
      <p:sp>
        <p:nvSpPr>
          <p:cNvPr id="497" name="">
            <a:extLst xmlns:a="http://schemas.openxmlformats.org/drawingml/2006/main">
              <a:ext uri="{FF2B5EF4-FFF2-40B4-BE49-F238E27FC236}">
                <a16:creationId xmlns:a16="http://schemas.microsoft.com/office/drawing/2014/main" id="{D824D0C9-0081-4963-B485-888AC461F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1070" y="4529138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9FB"/>
          </a:solidFill>
          <a:ln xmlns:a="http://schemas.openxmlformats.org/drawingml/2006/main" w="0">
            <a:noFill/>
          </a:ln>
        </p:spPr>
      </p:sp>
      <p:sp>
        <p:nvSpPr>
          <p:cNvPr id="498" name="">
            <a:extLst xmlns:a="http://schemas.openxmlformats.org/drawingml/2006/main">
              <a:ext uri="{FF2B5EF4-FFF2-40B4-BE49-F238E27FC236}">
                <a16:creationId xmlns:a16="http://schemas.microsoft.com/office/drawing/2014/main" id="{6ED12D50-FE8E-49BF-8A36-CEE5100FE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3955" y="4529138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9FB"/>
          </a:solidFill>
          <a:ln xmlns:a="http://schemas.openxmlformats.org/drawingml/2006/main" w="0">
            <a:noFill/>
          </a:ln>
        </p:spPr>
      </p:sp>
      <p:sp>
        <p:nvSpPr>
          <p:cNvPr id="499" name="">
            <a:extLst xmlns:a="http://schemas.openxmlformats.org/drawingml/2006/main">
              <a:ext uri="{FF2B5EF4-FFF2-40B4-BE49-F238E27FC236}">
                <a16:creationId xmlns:a16="http://schemas.microsoft.com/office/drawing/2014/main" id="{A218C23C-C04C-46FC-92D5-90642C8E7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6840" y="4529138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9FC"/>
          </a:solidFill>
          <a:ln xmlns:a="http://schemas.openxmlformats.org/drawingml/2006/main" w="0">
            <a:noFill/>
          </a:ln>
        </p:spPr>
      </p:sp>
      <p:sp>
        <p:nvSpPr>
          <p:cNvPr id="500" name="">
            <a:extLst xmlns:a="http://schemas.openxmlformats.org/drawingml/2006/main">
              <a:ext uri="{FF2B5EF4-FFF2-40B4-BE49-F238E27FC236}">
                <a16:creationId xmlns:a16="http://schemas.microsoft.com/office/drawing/2014/main" id="{F74351B1-F8D9-4A2E-9769-E771F0AAC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9725" y="4529138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9FB"/>
          </a:solidFill>
          <a:ln xmlns:a="http://schemas.openxmlformats.org/drawingml/2006/main" w="0">
            <a:noFill/>
          </a:ln>
        </p:spPr>
      </p:sp>
      <p:sp>
        <p:nvSpPr>
          <p:cNvPr id="501" name="">
            <a:extLst xmlns:a="http://schemas.openxmlformats.org/drawingml/2006/main">
              <a:ext uri="{FF2B5EF4-FFF2-40B4-BE49-F238E27FC236}">
                <a16:creationId xmlns:a16="http://schemas.microsoft.com/office/drawing/2014/main" id="{5C18377D-19B5-403C-B99F-682C8A019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42610" y="4529138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8FB"/>
          </a:solidFill>
          <a:ln xmlns:a="http://schemas.openxmlformats.org/drawingml/2006/main" w="0">
            <a:noFill/>
          </a:ln>
        </p:spPr>
      </p:sp>
      <p:sp>
        <p:nvSpPr>
          <p:cNvPr id="502" name="">
            <a:extLst xmlns:a="http://schemas.openxmlformats.org/drawingml/2006/main">
              <a:ext uri="{FF2B5EF4-FFF2-40B4-BE49-F238E27FC236}">
                <a16:creationId xmlns:a16="http://schemas.microsoft.com/office/drawing/2014/main" id="{E8698D87-193B-445A-BAD8-887C8BE86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5495" y="4529138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BF2F6"/>
          </a:solidFill>
          <a:ln xmlns:a="http://schemas.openxmlformats.org/drawingml/2006/main" w="0">
            <a:noFill/>
          </a:ln>
        </p:spPr>
      </p:sp>
      <p:sp>
        <p:nvSpPr>
          <p:cNvPr id="503" name="">
            <a:extLst xmlns:a="http://schemas.openxmlformats.org/drawingml/2006/main">
              <a:ext uri="{FF2B5EF4-FFF2-40B4-BE49-F238E27FC236}">
                <a16:creationId xmlns:a16="http://schemas.microsoft.com/office/drawing/2014/main" id="{EE5A0E20-0AF2-4E29-A55F-75F2AB0F9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8380" y="4529138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DF2"/>
          </a:solidFill>
          <a:ln xmlns:a="http://schemas.openxmlformats.org/drawingml/2006/main" w="0">
            <a:noFill/>
          </a:ln>
        </p:spPr>
      </p:sp>
      <p:sp>
        <p:nvSpPr>
          <p:cNvPr id="504" name="">
            <a:extLst xmlns:a="http://schemas.openxmlformats.org/drawingml/2006/main">
              <a:ext uri="{FF2B5EF4-FFF2-40B4-BE49-F238E27FC236}">
                <a16:creationId xmlns:a16="http://schemas.microsoft.com/office/drawing/2014/main" id="{20481EC6-C8E4-4475-A783-6A40E2D73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1265" y="4529138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ECF1"/>
          </a:solidFill>
          <a:ln xmlns:a="http://schemas.openxmlformats.org/drawingml/2006/main" w="0">
            <a:noFill/>
          </a:ln>
        </p:spPr>
      </p:sp>
      <p:sp>
        <p:nvSpPr>
          <p:cNvPr id="505" name="">
            <a:extLst xmlns:a="http://schemas.openxmlformats.org/drawingml/2006/main">
              <a:ext uri="{FF2B5EF4-FFF2-40B4-BE49-F238E27FC236}">
                <a16:creationId xmlns:a16="http://schemas.microsoft.com/office/drawing/2014/main" id="{6AD87738-E8A1-432C-90C6-17048F6BE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4529138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EBF0"/>
          </a:solidFill>
          <a:ln xmlns:a="http://schemas.openxmlformats.org/drawingml/2006/main" w="0">
            <a:noFill/>
          </a:ln>
        </p:spPr>
      </p:sp>
      <p:sp>
        <p:nvSpPr>
          <p:cNvPr id="506" name="">
            <a:extLst xmlns:a="http://schemas.openxmlformats.org/drawingml/2006/main">
              <a:ext uri="{FF2B5EF4-FFF2-40B4-BE49-F238E27FC236}">
                <a16:creationId xmlns:a16="http://schemas.microsoft.com/office/drawing/2014/main" id="{19591D0C-7244-4B00-AAAF-1299669B5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57035" y="4529138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EAF0"/>
          </a:solidFill>
          <a:ln xmlns:a="http://schemas.openxmlformats.org/drawingml/2006/main" w="0">
            <a:noFill/>
          </a:ln>
        </p:spPr>
      </p:sp>
      <p:sp>
        <p:nvSpPr>
          <p:cNvPr id="507" name="">
            <a:extLst xmlns:a="http://schemas.openxmlformats.org/drawingml/2006/main">
              <a:ext uri="{FF2B5EF4-FFF2-40B4-BE49-F238E27FC236}">
                <a16:creationId xmlns:a16="http://schemas.microsoft.com/office/drawing/2014/main" id="{E6C167C7-8A46-46FA-BFFB-DF8EF4643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9920" y="4529138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E9EF"/>
          </a:solidFill>
          <a:ln xmlns:a="http://schemas.openxmlformats.org/drawingml/2006/main" w="0">
            <a:noFill/>
          </a:ln>
        </p:spPr>
      </p:sp>
      <p:sp>
        <p:nvSpPr>
          <p:cNvPr id="508" name="">
            <a:extLst xmlns:a="http://schemas.openxmlformats.org/drawingml/2006/main">
              <a:ext uri="{FF2B5EF4-FFF2-40B4-BE49-F238E27FC236}">
                <a16:creationId xmlns:a16="http://schemas.microsoft.com/office/drawing/2014/main" id="{423F73AB-6CB7-4327-AEB8-61167E785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2805" y="4529138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8EF"/>
          </a:solidFill>
          <a:ln xmlns:a="http://schemas.openxmlformats.org/drawingml/2006/main" w="0">
            <a:noFill/>
          </a:ln>
        </p:spPr>
      </p:sp>
      <p:sp>
        <p:nvSpPr>
          <p:cNvPr id="509" name="">
            <a:extLst xmlns:a="http://schemas.openxmlformats.org/drawingml/2006/main">
              <a:ext uri="{FF2B5EF4-FFF2-40B4-BE49-F238E27FC236}">
                <a16:creationId xmlns:a16="http://schemas.microsoft.com/office/drawing/2014/main" id="{8964D314-38E7-4AD4-815C-268FDB2E2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5690" y="4529138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7EE"/>
          </a:solidFill>
          <a:ln xmlns:a="http://schemas.openxmlformats.org/drawingml/2006/main" w="0">
            <a:noFill/>
          </a:ln>
        </p:spPr>
      </p:sp>
      <p:sp>
        <p:nvSpPr>
          <p:cNvPr id="510" name="">
            <a:extLst xmlns:a="http://schemas.openxmlformats.org/drawingml/2006/main">
              <a:ext uri="{FF2B5EF4-FFF2-40B4-BE49-F238E27FC236}">
                <a16:creationId xmlns:a16="http://schemas.microsoft.com/office/drawing/2014/main" id="{4D7E17ED-72B5-457D-9533-6CE8B6680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48575" y="4529138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AE7ED"/>
          </a:solidFill>
          <a:ln xmlns:a="http://schemas.openxmlformats.org/drawingml/2006/main" w="0">
            <a:noFill/>
          </a:ln>
        </p:spPr>
      </p:sp>
      <p:sp>
        <p:nvSpPr>
          <p:cNvPr id="511" name="">
            <a:extLst xmlns:a="http://schemas.openxmlformats.org/drawingml/2006/main">
              <a:ext uri="{FF2B5EF4-FFF2-40B4-BE49-F238E27FC236}">
                <a16:creationId xmlns:a16="http://schemas.microsoft.com/office/drawing/2014/main" id="{7F60EF3C-FB4B-4193-BBEB-9CF179D2D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1460" y="4529138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6ED"/>
          </a:solidFill>
          <a:ln xmlns:a="http://schemas.openxmlformats.org/drawingml/2006/main" w="0">
            <a:noFill/>
          </a:ln>
        </p:spPr>
      </p:sp>
      <p:sp>
        <p:nvSpPr>
          <p:cNvPr id="512" name="">
            <a:extLst xmlns:a="http://schemas.openxmlformats.org/drawingml/2006/main">
              <a:ext uri="{FF2B5EF4-FFF2-40B4-BE49-F238E27FC236}">
                <a16:creationId xmlns:a16="http://schemas.microsoft.com/office/drawing/2014/main" id="{C60F83D9-98AD-457D-B79C-925D761A7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4345" y="4529138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5EC"/>
          </a:solidFill>
          <a:ln xmlns:a="http://schemas.openxmlformats.org/drawingml/2006/main" w="0">
            <a:noFill/>
          </a:ln>
        </p:spPr>
      </p:sp>
      <p:sp>
        <p:nvSpPr>
          <p:cNvPr id="513" name="">
            <a:extLst xmlns:a="http://schemas.openxmlformats.org/drawingml/2006/main">
              <a:ext uri="{FF2B5EF4-FFF2-40B4-BE49-F238E27FC236}">
                <a16:creationId xmlns:a16="http://schemas.microsoft.com/office/drawing/2014/main" id="{2A453C04-B580-47FE-8E79-119B15447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7230" y="4529138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5EC"/>
          </a:solidFill>
          <a:ln xmlns:a="http://schemas.openxmlformats.org/drawingml/2006/main" w="0">
            <a:noFill/>
          </a:ln>
        </p:spPr>
      </p:sp>
      <p:sp>
        <p:nvSpPr>
          <p:cNvPr id="514" name="">
            <a:extLst xmlns:a="http://schemas.openxmlformats.org/drawingml/2006/main">
              <a:ext uri="{FF2B5EF4-FFF2-40B4-BE49-F238E27FC236}">
                <a16:creationId xmlns:a16="http://schemas.microsoft.com/office/drawing/2014/main" id="{C28D507E-1972-463A-A222-1C3A3ED10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0115" y="4529138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E4EB"/>
          </a:solidFill>
          <a:ln xmlns:a="http://schemas.openxmlformats.org/drawingml/2006/main" w="0">
            <a:noFill/>
          </a:ln>
        </p:spPr>
      </p:sp>
      <p:sp>
        <p:nvSpPr>
          <p:cNvPr id="515" name="">
            <a:extLst xmlns:a="http://schemas.openxmlformats.org/drawingml/2006/main">
              <a:ext uri="{FF2B5EF4-FFF2-40B4-BE49-F238E27FC236}">
                <a16:creationId xmlns:a16="http://schemas.microsoft.com/office/drawing/2014/main" id="{2AEDBCEB-F426-4F52-986E-F0CA7C5DA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4529138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E3EB"/>
          </a:solidFill>
          <a:ln xmlns:a="http://schemas.openxmlformats.org/drawingml/2006/main" w="0">
            <a:noFill/>
          </a:ln>
        </p:spPr>
      </p:sp>
      <p:sp>
        <p:nvSpPr>
          <p:cNvPr id="516" name="">
            <a:extLst xmlns:a="http://schemas.openxmlformats.org/drawingml/2006/main">
              <a:ext uri="{FF2B5EF4-FFF2-40B4-BE49-F238E27FC236}">
                <a16:creationId xmlns:a16="http://schemas.microsoft.com/office/drawing/2014/main" id="{5DFE1C95-37C2-4417-AD8F-21A519613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93920"/>
            <a:ext cx="1333500" cy="1647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13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rPr>
              <a:t>G17</a:t>
            </a:r>
          </a:p>
        </p:txBody>
      </p:sp>
      <p:sp>
        <p:nvSpPr>
          <p:cNvPr id="517" name="">
            <a:extLst xmlns:a="http://schemas.openxmlformats.org/drawingml/2006/main">
              <a:ext uri="{FF2B5EF4-FFF2-40B4-BE49-F238E27FC236}">
                <a16:creationId xmlns:a16="http://schemas.microsoft.com/office/drawing/2014/main" id="{60160229-64A4-4867-9D03-8D8173614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4693920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BFD"/>
          </a:solidFill>
          <a:ln xmlns:a="http://schemas.openxmlformats.org/drawingml/2006/main" w="0">
            <a:noFill/>
          </a:ln>
        </p:spPr>
      </p:sp>
      <p:sp>
        <p:nvSpPr>
          <p:cNvPr id="518" name="">
            <a:extLst xmlns:a="http://schemas.openxmlformats.org/drawingml/2006/main">
              <a:ext uri="{FF2B5EF4-FFF2-40B4-BE49-F238E27FC236}">
                <a16:creationId xmlns:a16="http://schemas.microsoft.com/office/drawing/2014/main" id="{0DB4B401-4CF4-487A-92B4-22FD61DA5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99335" y="4693920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C"/>
          </a:solidFill>
          <a:ln xmlns:a="http://schemas.openxmlformats.org/drawingml/2006/main" w="0">
            <a:noFill/>
          </a:ln>
        </p:spPr>
      </p:sp>
      <p:sp>
        <p:nvSpPr>
          <p:cNvPr id="519" name="">
            <a:extLst xmlns:a="http://schemas.openxmlformats.org/drawingml/2006/main">
              <a:ext uri="{FF2B5EF4-FFF2-40B4-BE49-F238E27FC236}">
                <a16:creationId xmlns:a16="http://schemas.microsoft.com/office/drawing/2014/main" id="{4EE131DE-9E86-4B29-AFE5-75B4F211D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2220" y="4693920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AFC"/>
          </a:solidFill>
          <a:ln xmlns:a="http://schemas.openxmlformats.org/drawingml/2006/main" w="0">
            <a:noFill/>
          </a:ln>
        </p:spPr>
      </p:sp>
      <p:sp>
        <p:nvSpPr>
          <p:cNvPr id="520" name="">
            <a:extLst xmlns:a="http://schemas.openxmlformats.org/drawingml/2006/main">
              <a:ext uri="{FF2B5EF4-FFF2-40B4-BE49-F238E27FC236}">
                <a16:creationId xmlns:a16="http://schemas.microsoft.com/office/drawing/2014/main" id="{989B99B0-80DF-43EA-91D2-B83DC3B8E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5105" y="4693920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9FC"/>
          </a:solidFill>
          <a:ln xmlns:a="http://schemas.openxmlformats.org/drawingml/2006/main" w="0">
            <a:noFill/>
          </a:ln>
        </p:spPr>
      </p:sp>
      <p:sp>
        <p:nvSpPr>
          <p:cNvPr id="521" name="">
            <a:extLst xmlns:a="http://schemas.openxmlformats.org/drawingml/2006/main">
              <a:ext uri="{FF2B5EF4-FFF2-40B4-BE49-F238E27FC236}">
                <a16:creationId xmlns:a16="http://schemas.microsoft.com/office/drawing/2014/main" id="{463962D5-B093-4153-B56F-F8D8C0B94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67990" y="4693920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9FC"/>
          </a:solidFill>
          <a:ln xmlns:a="http://schemas.openxmlformats.org/drawingml/2006/main" w="0">
            <a:noFill/>
          </a:ln>
        </p:spPr>
      </p:sp>
      <p:sp>
        <p:nvSpPr>
          <p:cNvPr id="522" name="">
            <a:extLst xmlns:a="http://schemas.openxmlformats.org/drawingml/2006/main">
              <a:ext uri="{FF2B5EF4-FFF2-40B4-BE49-F238E27FC236}">
                <a16:creationId xmlns:a16="http://schemas.microsoft.com/office/drawing/2014/main" id="{FC7997CF-28E1-4905-8C09-69F4B22D4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4693920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9FC"/>
          </a:solidFill>
          <a:ln xmlns:a="http://schemas.openxmlformats.org/drawingml/2006/main" w="0">
            <a:noFill/>
          </a:ln>
        </p:spPr>
      </p:sp>
      <p:sp>
        <p:nvSpPr>
          <p:cNvPr id="523" name="">
            <a:extLst xmlns:a="http://schemas.openxmlformats.org/drawingml/2006/main">
              <a:ext uri="{FF2B5EF4-FFF2-40B4-BE49-F238E27FC236}">
                <a16:creationId xmlns:a16="http://schemas.microsoft.com/office/drawing/2014/main" id="{9AB51729-DC53-49F4-A119-DC14C96E4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3760" y="4693920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9FB"/>
          </a:solidFill>
          <a:ln xmlns:a="http://schemas.openxmlformats.org/drawingml/2006/main" w="0">
            <a:noFill/>
          </a:ln>
        </p:spPr>
      </p:sp>
      <p:sp>
        <p:nvSpPr>
          <p:cNvPr id="524" name="">
            <a:extLst xmlns:a="http://schemas.openxmlformats.org/drawingml/2006/main">
              <a:ext uri="{FF2B5EF4-FFF2-40B4-BE49-F238E27FC236}">
                <a16:creationId xmlns:a16="http://schemas.microsoft.com/office/drawing/2014/main" id="{8A043EF0-CA44-4FEA-A183-A414B34E2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6645" y="4693920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9FC"/>
          </a:solidFill>
          <a:ln xmlns:a="http://schemas.openxmlformats.org/drawingml/2006/main" w="0">
            <a:noFill/>
          </a:ln>
        </p:spPr>
      </p:sp>
      <p:sp>
        <p:nvSpPr>
          <p:cNvPr id="525" name="">
            <a:extLst xmlns:a="http://schemas.openxmlformats.org/drawingml/2006/main">
              <a:ext uri="{FF2B5EF4-FFF2-40B4-BE49-F238E27FC236}">
                <a16:creationId xmlns:a16="http://schemas.microsoft.com/office/drawing/2014/main" id="{B31F18D0-DD41-43C7-BBAD-9CCE49A52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9530" y="4693920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9FC"/>
          </a:solidFill>
          <a:ln xmlns:a="http://schemas.openxmlformats.org/drawingml/2006/main" w="0">
            <a:noFill/>
          </a:ln>
        </p:spPr>
      </p:sp>
      <p:sp>
        <p:nvSpPr>
          <p:cNvPr id="526" name="">
            <a:extLst xmlns:a="http://schemas.openxmlformats.org/drawingml/2006/main">
              <a:ext uri="{FF2B5EF4-FFF2-40B4-BE49-F238E27FC236}">
                <a16:creationId xmlns:a16="http://schemas.microsoft.com/office/drawing/2014/main" id="{C26CE0CB-4013-43F6-BDEA-65A59F491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82415" y="4693920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9FC"/>
          </a:solidFill>
          <a:ln xmlns:a="http://schemas.openxmlformats.org/drawingml/2006/main" w="0">
            <a:noFill/>
          </a:ln>
        </p:spPr>
      </p:sp>
      <p:sp>
        <p:nvSpPr>
          <p:cNvPr id="527" name="">
            <a:extLst xmlns:a="http://schemas.openxmlformats.org/drawingml/2006/main">
              <a:ext uri="{FF2B5EF4-FFF2-40B4-BE49-F238E27FC236}">
                <a16:creationId xmlns:a16="http://schemas.microsoft.com/office/drawing/2014/main" id="{91115630-DA07-4F69-B924-9013D96D7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93920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9FC"/>
          </a:solidFill>
          <a:ln xmlns:a="http://schemas.openxmlformats.org/drawingml/2006/main" w="0">
            <a:noFill/>
          </a:ln>
        </p:spPr>
      </p:sp>
      <p:sp>
        <p:nvSpPr>
          <p:cNvPr id="528" name="">
            <a:extLst xmlns:a="http://schemas.openxmlformats.org/drawingml/2006/main">
              <a:ext uri="{FF2B5EF4-FFF2-40B4-BE49-F238E27FC236}">
                <a16:creationId xmlns:a16="http://schemas.microsoft.com/office/drawing/2014/main" id="{5518D217-557D-46C0-95B2-59BDE86EF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8185" y="4693920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9FC"/>
          </a:solidFill>
          <a:ln xmlns:a="http://schemas.openxmlformats.org/drawingml/2006/main" w="0">
            <a:noFill/>
          </a:ln>
        </p:spPr>
      </p:sp>
      <p:sp>
        <p:nvSpPr>
          <p:cNvPr id="529" name="">
            <a:extLst xmlns:a="http://schemas.openxmlformats.org/drawingml/2006/main">
              <a:ext uri="{FF2B5EF4-FFF2-40B4-BE49-F238E27FC236}">
                <a16:creationId xmlns:a16="http://schemas.microsoft.com/office/drawing/2014/main" id="{9EB6100C-20AA-4A01-A4E0-9D6050412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1070" y="4693920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9FC"/>
          </a:solidFill>
          <a:ln xmlns:a="http://schemas.openxmlformats.org/drawingml/2006/main" w="0">
            <a:noFill/>
          </a:ln>
        </p:spPr>
      </p:sp>
      <p:sp>
        <p:nvSpPr>
          <p:cNvPr id="530" name="">
            <a:extLst xmlns:a="http://schemas.openxmlformats.org/drawingml/2006/main">
              <a:ext uri="{FF2B5EF4-FFF2-40B4-BE49-F238E27FC236}">
                <a16:creationId xmlns:a16="http://schemas.microsoft.com/office/drawing/2014/main" id="{0F22DDE9-3849-491B-8415-6941C21AD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3955" y="4693920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9FC"/>
          </a:solidFill>
          <a:ln xmlns:a="http://schemas.openxmlformats.org/drawingml/2006/main" w="0">
            <a:noFill/>
          </a:ln>
        </p:spPr>
      </p:sp>
      <p:sp>
        <p:nvSpPr>
          <p:cNvPr id="531" name="">
            <a:extLst xmlns:a="http://schemas.openxmlformats.org/drawingml/2006/main">
              <a:ext uri="{FF2B5EF4-FFF2-40B4-BE49-F238E27FC236}">
                <a16:creationId xmlns:a16="http://schemas.microsoft.com/office/drawing/2014/main" id="{8BF6D402-33DB-47B4-9C76-435335CDE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6840" y="4693920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9FC"/>
          </a:solidFill>
          <a:ln xmlns:a="http://schemas.openxmlformats.org/drawingml/2006/main" w="0">
            <a:noFill/>
          </a:ln>
        </p:spPr>
      </p:sp>
      <p:sp>
        <p:nvSpPr>
          <p:cNvPr id="532" name="">
            <a:extLst xmlns:a="http://schemas.openxmlformats.org/drawingml/2006/main">
              <a:ext uri="{FF2B5EF4-FFF2-40B4-BE49-F238E27FC236}">
                <a16:creationId xmlns:a16="http://schemas.microsoft.com/office/drawing/2014/main" id="{AF877742-B0D6-427E-BDE7-41042FAEA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9725" y="4693920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9FC"/>
          </a:solidFill>
          <a:ln xmlns:a="http://schemas.openxmlformats.org/drawingml/2006/main" w="0">
            <a:noFill/>
          </a:ln>
        </p:spPr>
      </p:sp>
      <p:sp>
        <p:nvSpPr>
          <p:cNvPr id="533" name="">
            <a:extLst xmlns:a="http://schemas.openxmlformats.org/drawingml/2006/main">
              <a:ext uri="{FF2B5EF4-FFF2-40B4-BE49-F238E27FC236}">
                <a16:creationId xmlns:a16="http://schemas.microsoft.com/office/drawing/2014/main" id="{DBF68DEB-C0D5-4C16-8111-665A95531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42610" y="4693920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9FB"/>
          </a:solidFill>
          <a:ln xmlns:a="http://schemas.openxmlformats.org/drawingml/2006/main" w="0">
            <a:noFill/>
          </a:ln>
        </p:spPr>
      </p:sp>
      <p:sp>
        <p:nvSpPr>
          <p:cNvPr id="534" name="">
            <a:extLst xmlns:a="http://schemas.openxmlformats.org/drawingml/2006/main">
              <a:ext uri="{FF2B5EF4-FFF2-40B4-BE49-F238E27FC236}">
                <a16:creationId xmlns:a16="http://schemas.microsoft.com/office/drawing/2014/main" id="{242D9852-AEAC-4218-B423-1EDBE95E1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5495" y="4693920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8FA"/>
          </a:solidFill>
          <a:ln xmlns:a="http://schemas.openxmlformats.org/drawingml/2006/main" w="0">
            <a:noFill/>
          </a:ln>
        </p:spPr>
      </p:sp>
      <p:sp>
        <p:nvSpPr>
          <p:cNvPr id="535" name="">
            <a:extLst xmlns:a="http://schemas.openxmlformats.org/drawingml/2006/main">
              <a:ext uri="{FF2B5EF4-FFF2-40B4-BE49-F238E27FC236}">
                <a16:creationId xmlns:a16="http://schemas.microsoft.com/office/drawing/2014/main" id="{E4443E4F-C424-4C9D-9250-9DC1B2385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8380" y="4693920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7FA"/>
          </a:solidFill>
          <a:ln xmlns:a="http://schemas.openxmlformats.org/drawingml/2006/main" w="0">
            <a:noFill/>
          </a:ln>
        </p:spPr>
      </p:sp>
      <p:sp>
        <p:nvSpPr>
          <p:cNvPr id="536" name="">
            <a:extLst xmlns:a="http://schemas.openxmlformats.org/drawingml/2006/main">
              <a:ext uri="{FF2B5EF4-FFF2-40B4-BE49-F238E27FC236}">
                <a16:creationId xmlns:a16="http://schemas.microsoft.com/office/drawing/2014/main" id="{DE03C5D6-A33F-4243-B1BD-8A53DF4E1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1265" y="4693920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7FA"/>
          </a:solidFill>
          <a:ln xmlns:a="http://schemas.openxmlformats.org/drawingml/2006/main" w="0">
            <a:noFill/>
          </a:ln>
        </p:spPr>
      </p:sp>
      <p:sp>
        <p:nvSpPr>
          <p:cNvPr id="537" name="">
            <a:extLst xmlns:a="http://schemas.openxmlformats.org/drawingml/2006/main">
              <a:ext uri="{FF2B5EF4-FFF2-40B4-BE49-F238E27FC236}">
                <a16:creationId xmlns:a16="http://schemas.microsoft.com/office/drawing/2014/main" id="{4E43AE65-0AE3-4C6E-BD66-6C0F433BC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4693920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7FA"/>
          </a:solidFill>
          <a:ln xmlns:a="http://schemas.openxmlformats.org/drawingml/2006/main" w="0">
            <a:noFill/>
          </a:ln>
        </p:spPr>
      </p:sp>
      <p:sp>
        <p:nvSpPr>
          <p:cNvPr id="538" name="">
            <a:extLst xmlns:a="http://schemas.openxmlformats.org/drawingml/2006/main">
              <a:ext uri="{FF2B5EF4-FFF2-40B4-BE49-F238E27FC236}">
                <a16:creationId xmlns:a16="http://schemas.microsoft.com/office/drawing/2014/main" id="{D5A0F311-65A4-4462-9BD7-36BBF4C3A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57035" y="4693920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7FA"/>
          </a:solidFill>
          <a:ln xmlns:a="http://schemas.openxmlformats.org/drawingml/2006/main" w="0">
            <a:noFill/>
          </a:ln>
        </p:spPr>
      </p:sp>
      <p:sp>
        <p:nvSpPr>
          <p:cNvPr id="539" name="">
            <a:extLst xmlns:a="http://schemas.openxmlformats.org/drawingml/2006/main">
              <a:ext uri="{FF2B5EF4-FFF2-40B4-BE49-F238E27FC236}">
                <a16:creationId xmlns:a16="http://schemas.microsoft.com/office/drawing/2014/main" id="{2486890E-DE89-46A1-BBB8-5F698CD57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9920" y="4693920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7FA"/>
          </a:solidFill>
          <a:ln xmlns:a="http://schemas.openxmlformats.org/drawingml/2006/main" w="0">
            <a:noFill/>
          </a:ln>
        </p:spPr>
      </p:sp>
      <p:sp>
        <p:nvSpPr>
          <p:cNvPr id="540" name="">
            <a:extLst xmlns:a="http://schemas.openxmlformats.org/drawingml/2006/main">
              <a:ext uri="{FF2B5EF4-FFF2-40B4-BE49-F238E27FC236}">
                <a16:creationId xmlns:a16="http://schemas.microsoft.com/office/drawing/2014/main" id="{806C838B-D410-438D-87CA-016D91CF9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2805" y="4693920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6F9"/>
          </a:solidFill>
          <a:ln xmlns:a="http://schemas.openxmlformats.org/drawingml/2006/main" w="0">
            <a:noFill/>
          </a:ln>
        </p:spPr>
      </p:sp>
      <p:sp>
        <p:nvSpPr>
          <p:cNvPr id="541" name="">
            <a:extLst xmlns:a="http://schemas.openxmlformats.org/drawingml/2006/main">
              <a:ext uri="{FF2B5EF4-FFF2-40B4-BE49-F238E27FC236}">
                <a16:creationId xmlns:a16="http://schemas.microsoft.com/office/drawing/2014/main" id="{189534A0-2D65-4E97-BAF6-84A067700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5690" y="4693920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6F9"/>
          </a:solidFill>
          <a:ln xmlns:a="http://schemas.openxmlformats.org/drawingml/2006/main" w="0">
            <a:noFill/>
          </a:ln>
        </p:spPr>
      </p:sp>
      <p:sp>
        <p:nvSpPr>
          <p:cNvPr id="542" name="">
            <a:extLst xmlns:a="http://schemas.openxmlformats.org/drawingml/2006/main">
              <a:ext uri="{FF2B5EF4-FFF2-40B4-BE49-F238E27FC236}">
                <a16:creationId xmlns:a16="http://schemas.microsoft.com/office/drawing/2014/main" id="{E23E0B68-6013-4740-AE65-63DE3CE3C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48575" y="4693920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6F9"/>
          </a:solidFill>
          <a:ln xmlns:a="http://schemas.openxmlformats.org/drawingml/2006/main" w="0">
            <a:noFill/>
          </a:ln>
        </p:spPr>
      </p:sp>
      <p:sp>
        <p:nvSpPr>
          <p:cNvPr id="543" name="">
            <a:extLst xmlns:a="http://schemas.openxmlformats.org/drawingml/2006/main">
              <a:ext uri="{FF2B5EF4-FFF2-40B4-BE49-F238E27FC236}">
                <a16:creationId xmlns:a16="http://schemas.microsoft.com/office/drawing/2014/main" id="{788E82A8-B084-4F7D-AE1A-E14425FFC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1460" y="4693920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6F9"/>
          </a:solidFill>
          <a:ln xmlns:a="http://schemas.openxmlformats.org/drawingml/2006/main" w="0">
            <a:noFill/>
          </a:ln>
        </p:spPr>
      </p:sp>
      <p:sp>
        <p:nvSpPr>
          <p:cNvPr id="544" name="">
            <a:extLst xmlns:a="http://schemas.openxmlformats.org/drawingml/2006/main">
              <a:ext uri="{FF2B5EF4-FFF2-40B4-BE49-F238E27FC236}">
                <a16:creationId xmlns:a16="http://schemas.microsoft.com/office/drawing/2014/main" id="{01423FDA-2DDC-4A24-AD02-4E8B3B0C1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4345" y="4693920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9"/>
          </a:solidFill>
          <a:ln xmlns:a="http://schemas.openxmlformats.org/drawingml/2006/main" w="0">
            <a:noFill/>
          </a:ln>
        </p:spPr>
      </p:sp>
      <p:sp>
        <p:nvSpPr>
          <p:cNvPr id="545" name="">
            <a:extLst xmlns:a="http://schemas.openxmlformats.org/drawingml/2006/main">
              <a:ext uri="{FF2B5EF4-FFF2-40B4-BE49-F238E27FC236}">
                <a16:creationId xmlns:a16="http://schemas.microsoft.com/office/drawing/2014/main" id="{397189AA-28B3-48E5-9854-233B49237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7230" y="4693920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9"/>
          </a:solidFill>
          <a:ln xmlns:a="http://schemas.openxmlformats.org/drawingml/2006/main" w="0">
            <a:noFill/>
          </a:ln>
        </p:spPr>
      </p:sp>
      <p:sp>
        <p:nvSpPr>
          <p:cNvPr id="546" name="">
            <a:extLst xmlns:a="http://schemas.openxmlformats.org/drawingml/2006/main">
              <a:ext uri="{FF2B5EF4-FFF2-40B4-BE49-F238E27FC236}">
                <a16:creationId xmlns:a16="http://schemas.microsoft.com/office/drawing/2014/main" id="{42A81C53-126A-4C7E-9A16-CDAB8B19D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0115" y="4693920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5F9"/>
          </a:solidFill>
          <a:ln xmlns:a="http://schemas.openxmlformats.org/drawingml/2006/main" w="0">
            <a:noFill/>
          </a:ln>
        </p:spPr>
      </p:sp>
      <p:sp>
        <p:nvSpPr>
          <p:cNvPr id="547" name="">
            <a:extLst xmlns:a="http://schemas.openxmlformats.org/drawingml/2006/main">
              <a:ext uri="{FF2B5EF4-FFF2-40B4-BE49-F238E27FC236}">
                <a16:creationId xmlns:a16="http://schemas.microsoft.com/office/drawing/2014/main" id="{84EC2817-22B5-48D6-A761-57C57FC2B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4693920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5F8"/>
          </a:solidFill>
          <a:ln xmlns:a="http://schemas.openxmlformats.org/drawingml/2006/main" w="0">
            <a:noFill/>
          </a:ln>
        </p:spPr>
      </p:sp>
      <p:sp>
        <p:nvSpPr>
          <p:cNvPr id="548" name="">
            <a:extLst xmlns:a="http://schemas.openxmlformats.org/drawingml/2006/main">
              <a:ext uri="{FF2B5EF4-FFF2-40B4-BE49-F238E27FC236}">
                <a16:creationId xmlns:a16="http://schemas.microsoft.com/office/drawing/2014/main" id="{34CC5A98-6F4B-4BF4-A7D8-8E2F3B44E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58703"/>
            <a:ext cx="1333500" cy="1647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13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rPr>
              <a:t>G18</a:t>
            </a:r>
          </a:p>
        </p:txBody>
      </p:sp>
      <p:sp>
        <p:nvSpPr>
          <p:cNvPr id="549" name="">
            <a:extLst xmlns:a="http://schemas.openxmlformats.org/drawingml/2006/main">
              <a:ext uri="{FF2B5EF4-FFF2-40B4-BE49-F238E27FC236}">
                <a16:creationId xmlns:a16="http://schemas.microsoft.com/office/drawing/2014/main" id="{3B046C58-840C-4129-893F-582F1E5DC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4858703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BFD"/>
          </a:solidFill>
          <a:ln xmlns:a="http://schemas.openxmlformats.org/drawingml/2006/main" w="0">
            <a:noFill/>
          </a:ln>
        </p:spPr>
      </p:sp>
      <p:sp>
        <p:nvSpPr>
          <p:cNvPr id="550" name="">
            <a:extLst xmlns:a="http://schemas.openxmlformats.org/drawingml/2006/main">
              <a:ext uri="{FF2B5EF4-FFF2-40B4-BE49-F238E27FC236}">
                <a16:creationId xmlns:a16="http://schemas.microsoft.com/office/drawing/2014/main" id="{67235291-AA8E-45C7-87DA-5B7CCB753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99335" y="4858703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D"/>
          </a:solidFill>
          <a:ln xmlns:a="http://schemas.openxmlformats.org/drawingml/2006/main" w="0">
            <a:noFill/>
          </a:ln>
        </p:spPr>
      </p:sp>
      <p:sp>
        <p:nvSpPr>
          <p:cNvPr id="551" name="">
            <a:extLst xmlns:a="http://schemas.openxmlformats.org/drawingml/2006/main">
              <a:ext uri="{FF2B5EF4-FFF2-40B4-BE49-F238E27FC236}">
                <a16:creationId xmlns:a16="http://schemas.microsoft.com/office/drawing/2014/main" id="{58548F22-DA94-4F39-9EFC-6AC0ACCD0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2220" y="4858703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D"/>
          </a:solidFill>
          <a:ln xmlns:a="http://schemas.openxmlformats.org/drawingml/2006/main" w="0">
            <a:noFill/>
          </a:ln>
        </p:spPr>
      </p:sp>
      <p:sp>
        <p:nvSpPr>
          <p:cNvPr id="552" name="">
            <a:extLst xmlns:a="http://schemas.openxmlformats.org/drawingml/2006/main">
              <a:ext uri="{FF2B5EF4-FFF2-40B4-BE49-F238E27FC236}">
                <a16:creationId xmlns:a16="http://schemas.microsoft.com/office/drawing/2014/main" id="{374D695B-6205-4F0A-BF5E-1105AD1D6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5105" y="4858703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C"/>
          </a:solidFill>
          <a:ln xmlns:a="http://schemas.openxmlformats.org/drawingml/2006/main" w="0">
            <a:noFill/>
          </a:ln>
        </p:spPr>
      </p:sp>
      <p:sp>
        <p:nvSpPr>
          <p:cNvPr id="553" name="">
            <a:extLst xmlns:a="http://schemas.openxmlformats.org/drawingml/2006/main">
              <a:ext uri="{FF2B5EF4-FFF2-40B4-BE49-F238E27FC236}">
                <a16:creationId xmlns:a16="http://schemas.microsoft.com/office/drawing/2014/main" id="{DC7EFB6E-AEE5-43E7-9346-FC15C3011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67990" y="4858703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C"/>
          </a:solidFill>
          <a:ln xmlns:a="http://schemas.openxmlformats.org/drawingml/2006/main" w="0">
            <a:noFill/>
          </a:ln>
        </p:spPr>
      </p:sp>
      <p:sp>
        <p:nvSpPr>
          <p:cNvPr id="554" name="">
            <a:extLst xmlns:a="http://schemas.openxmlformats.org/drawingml/2006/main">
              <a:ext uri="{FF2B5EF4-FFF2-40B4-BE49-F238E27FC236}">
                <a16:creationId xmlns:a16="http://schemas.microsoft.com/office/drawing/2014/main" id="{426DE887-E237-4721-97AD-592888406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4858703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C"/>
          </a:solidFill>
          <a:ln xmlns:a="http://schemas.openxmlformats.org/drawingml/2006/main" w="0">
            <a:noFill/>
          </a:ln>
        </p:spPr>
      </p:sp>
      <p:sp>
        <p:nvSpPr>
          <p:cNvPr id="555" name="">
            <a:extLst xmlns:a="http://schemas.openxmlformats.org/drawingml/2006/main">
              <a:ext uri="{FF2B5EF4-FFF2-40B4-BE49-F238E27FC236}">
                <a16:creationId xmlns:a16="http://schemas.microsoft.com/office/drawing/2014/main" id="{0BF5D29F-D53E-48C9-A9FD-192156EFA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3760" y="4858703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AFC"/>
          </a:solidFill>
          <a:ln xmlns:a="http://schemas.openxmlformats.org/drawingml/2006/main" w="0">
            <a:noFill/>
          </a:ln>
        </p:spPr>
      </p:sp>
      <p:sp>
        <p:nvSpPr>
          <p:cNvPr id="556" name="">
            <a:extLst xmlns:a="http://schemas.openxmlformats.org/drawingml/2006/main">
              <a:ext uri="{FF2B5EF4-FFF2-40B4-BE49-F238E27FC236}">
                <a16:creationId xmlns:a16="http://schemas.microsoft.com/office/drawing/2014/main" id="{7D7A85E5-76DA-40C3-A274-0757C3DDA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6645" y="4858703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AFC"/>
          </a:solidFill>
          <a:ln xmlns:a="http://schemas.openxmlformats.org/drawingml/2006/main" w="0">
            <a:noFill/>
          </a:ln>
        </p:spPr>
      </p:sp>
      <p:sp>
        <p:nvSpPr>
          <p:cNvPr id="557" name="">
            <a:extLst xmlns:a="http://schemas.openxmlformats.org/drawingml/2006/main">
              <a:ext uri="{FF2B5EF4-FFF2-40B4-BE49-F238E27FC236}">
                <a16:creationId xmlns:a16="http://schemas.microsoft.com/office/drawing/2014/main" id="{4B103480-5A56-42F8-8562-0E3BED97D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9530" y="4858703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AFC"/>
          </a:solidFill>
          <a:ln xmlns:a="http://schemas.openxmlformats.org/drawingml/2006/main" w="0">
            <a:noFill/>
          </a:ln>
        </p:spPr>
      </p:sp>
      <p:sp>
        <p:nvSpPr>
          <p:cNvPr id="558" name="">
            <a:extLst xmlns:a="http://schemas.openxmlformats.org/drawingml/2006/main">
              <a:ext uri="{FF2B5EF4-FFF2-40B4-BE49-F238E27FC236}">
                <a16:creationId xmlns:a16="http://schemas.microsoft.com/office/drawing/2014/main" id="{3A0338BD-5223-43DD-BCD1-2532DEB61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82415" y="4858703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AFC"/>
          </a:solidFill>
          <a:ln xmlns:a="http://schemas.openxmlformats.org/drawingml/2006/main" w="0">
            <a:noFill/>
          </a:ln>
        </p:spPr>
      </p:sp>
      <p:sp>
        <p:nvSpPr>
          <p:cNvPr id="559" name="">
            <a:extLst xmlns:a="http://schemas.openxmlformats.org/drawingml/2006/main">
              <a:ext uri="{FF2B5EF4-FFF2-40B4-BE49-F238E27FC236}">
                <a16:creationId xmlns:a16="http://schemas.microsoft.com/office/drawing/2014/main" id="{A6905AD6-48DC-4C45-9B12-E44610ADC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858703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AFC"/>
          </a:solidFill>
          <a:ln xmlns:a="http://schemas.openxmlformats.org/drawingml/2006/main" w="0">
            <a:noFill/>
          </a:ln>
        </p:spPr>
      </p:sp>
      <p:sp>
        <p:nvSpPr>
          <p:cNvPr id="560" name="">
            <a:extLst xmlns:a="http://schemas.openxmlformats.org/drawingml/2006/main">
              <a:ext uri="{FF2B5EF4-FFF2-40B4-BE49-F238E27FC236}">
                <a16:creationId xmlns:a16="http://schemas.microsoft.com/office/drawing/2014/main" id="{0FF20DC3-5E6E-46C6-941B-EC54F0F26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8185" y="4858703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9FC"/>
          </a:solidFill>
          <a:ln xmlns:a="http://schemas.openxmlformats.org/drawingml/2006/main" w="0">
            <a:noFill/>
          </a:ln>
        </p:spPr>
      </p:sp>
      <p:sp>
        <p:nvSpPr>
          <p:cNvPr id="561" name="">
            <a:extLst xmlns:a="http://schemas.openxmlformats.org/drawingml/2006/main">
              <a:ext uri="{FF2B5EF4-FFF2-40B4-BE49-F238E27FC236}">
                <a16:creationId xmlns:a16="http://schemas.microsoft.com/office/drawing/2014/main" id="{E3033A1D-EB33-4311-B2EA-31CD1BFB8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1070" y="4858703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9FC"/>
          </a:solidFill>
          <a:ln xmlns:a="http://schemas.openxmlformats.org/drawingml/2006/main" w="0">
            <a:noFill/>
          </a:ln>
        </p:spPr>
      </p:sp>
      <p:sp>
        <p:nvSpPr>
          <p:cNvPr id="562" name="">
            <a:extLst xmlns:a="http://schemas.openxmlformats.org/drawingml/2006/main">
              <a:ext uri="{FF2B5EF4-FFF2-40B4-BE49-F238E27FC236}">
                <a16:creationId xmlns:a16="http://schemas.microsoft.com/office/drawing/2014/main" id="{A90A6CE6-FC6C-49C3-AC77-67E8823F1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3955" y="4858703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9FC"/>
          </a:solidFill>
          <a:ln xmlns:a="http://schemas.openxmlformats.org/drawingml/2006/main" w="0">
            <a:noFill/>
          </a:ln>
        </p:spPr>
      </p:sp>
      <p:sp>
        <p:nvSpPr>
          <p:cNvPr id="563" name="">
            <a:extLst xmlns:a="http://schemas.openxmlformats.org/drawingml/2006/main">
              <a:ext uri="{FF2B5EF4-FFF2-40B4-BE49-F238E27FC236}">
                <a16:creationId xmlns:a16="http://schemas.microsoft.com/office/drawing/2014/main" id="{65C65C59-DFDF-4483-A54C-EDE88D725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6840" y="4858703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9FC"/>
          </a:solidFill>
          <a:ln xmlns:a="http://schemas.openxmlformats.org/drawingml/2006/main" w="0">
            <a:noFill/>
          </a:ln>
        </p:spPr>
      </p:sp>
      <p:sp>
        <p:nvSpPr>
          <p:cNvPr id="564" name="">
            <a:extLst xmlns:a="http://schemas.openxmlformats.org/drawingml/2006/main">
              <a:ext uri="{FF2B5EF4-FFF2-40B4-BE49-F238E27FC236}">
                <a16:creationId xmlns:a16="http://schemas.microsoft.com/office/drawing/2014/main" id="{962EA867-9E01-446F-A12D-7E6621513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9725" y="4858703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9FC"/>
          </a:solidFill>
          <a:ln xmlns:a="http://schemas.openxmlformats.org/drawingml/2006/main" w="0">
            <a:noFill/>
          </a:ln>
        </p:spPr>
      </p:sp>
      <p:sp>
        <p:nvSpPr>
          <p:cNvPr id="565" name="">
            <a:extLst xmlns:a="http://schemas.openxmlformats.org/drawingml/2006/main">
              <a:ext uri="{FF2B5EF4-FFF2-40B4-BE49-F238E27FC236}">
                <a16:creationId xmlns:a16="http://schemas.microsoft.com/office/drawing/2014/main" id="{5D9A0D34-2886-4163-80A2-2DEA3C3D1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42610" y="4858703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9FB"/>
          </a:solidFill>
          <a:ln xmlns:a="http://schemas.openxmlformats.org/drawingml/2006/main" w="0">
            <a:noFill/>
          </a:ln>
        </p:spPr>
      </p:sp>
      <p:sp>
        <p:nvSpPr>
          <p:cNvPr id="566" name="">
            <a:extLst xmlns:a="http://schemas.openxmlformats.org/drawingml/2006/main">
              <a:ext uri="{FF2B5EF4-FFF2-40B4-BE49-F238E27FC236}">
                <a16:creationId xmlns:a16="http://schemas.microsoft.com/office/drawing/2014/main" id="{1B5E8202-614B-44DB-BDA6-5D4F1388C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5495" y="4858703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8FB"/>
          </a:solidFill>
          <a:ln xmlns:a="http://schemas.openxmlformats.org/drawingml/2006/main" w="0">
            <a:noFill/>
          </a:ln>
        </p:spPr>
      </p:sp>
      <p:sp>
        <p:nvSpPr>
          <p:cNvPr id="567" name="">
            <a:extLst xmlns:a="http://schemas.openxmlformats.org/drawingml/2006/main">
              <a:ext uri="{FF2B5EF4-FFF2-40B4-BE49-F238E27FC236}">
                <a16:creationId xmlns:a16="http://schemas.microsoft.com/office/drawing/2014/main" id="{AE17C8A7-2E89-43F1-BCBC-F51F12AE2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8380" y="4858703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</a:ln>
        </p:spPr>
      </p:sp>
      <p:sp>
        <p:nvSpPr>
          <p:cNvPr id="568" name="">
            <a:extLst xmlns:a="http://schemas.openxmlformats.org/drawingml/2006/main">
              <a:ext uri="{FF2B5EF4-FFF2-40B4-BE49-F238E27FC236}">
                <a16:creationId xmlns:a16="http://schemas.microsoft.com/office/drawing/2014/main" id="{9AF2C7AF-11BC-46F2-B0A4-C043D9E25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1265" y="4858703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7FA"/>
          </a:solidFill>
          <a:ln xmlns:a="http://schemas.openxmlformats.org/drawingml/2006/main" w="0">
            <a:noFill/>
          </a:ln>
        </p:spPr>
      </p:sp>
      <p:sp>
        <p:nvSpPr>
          <p:cNvPr id="569" name="">
            <a:extLst xmlns:a="http://schemas.openxmlformats.org/drawingml/2006/main">
              <a:ext uri="{FF2B5EF4-FFF2-40B4-BE49-F238E27FC236}">
                <a16:creationId xmlns:a16="http://schemas.microsoft.com/office/drawing/2014/main" id="{126C8168-F252-4FB6-BAEE-12CE1490C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4858703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7FA"/>
          </a:solidFill>
          <a:ln xmlns:a="http://schemas.openxmlformats.org/drawingml/2006/main" w="0">
            <a:noFill/>
          </a:ln>
        </p:spPr>
      </p:sp>
      <p:sp>
        <p:nvSpPr>
          <p:cNvPr id="570" name="">
            <a:extLst xmlns:a="http://schemas.openxmlformats.org/drawingml/2006/main">
              <a:ext uri="{FF2B5EF4-FFF2-40B4-BE49-F238E27FC236}">
                <a16:creationId xmlns:a16="http://schemas.microsoft.com/office/drawing/2014/main" id="{4B555AAC-E66B-46D5-938D-779EA5188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57035" y="4858703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7FA"/>
          </a:solidFill>
          <a:ln xmlns:a="http://schemas.openxmlformats.org/drawingml/2006/main" w="0">
            <a:noFill/>
          </a:ln>
        </p:spPr>
      </p:sp>
      <p:sp>
        <p:nvSpPr>
          <p:cNvPr id="571" name="">
            <a:extLst xmlns:a="http://schemas.openxmlformats.org/drawingml/2006/main">
              <a:ext uri="{FF2B5EF4-FFF2-40B4-BE49-F238E27FC236}">
                <a16:creationId xmlns:a16="http://schemas.microsoft.com/office/drawing/2014/main" id="{3FF64CF7-A327-4F39-A6EF-4D82AE058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9920" y="4858703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7FA"/>
          </a:solidFill>
          <a:ln xmlns:a="http://schemas.openxmlformats.org/drawingml/2006/main" w="0">
            <a:noFill/>
          </a:ln>
        </p:spPr>
      </p:sp>
      <p:sp>
        <p:nvSpPr>
          <p:cNvPr id="572" name="">
            <a:extLst xmlns:a="http://schemas.openxmlformats.org/drawingml/2006/main">
              <a:ext uri="{FF2B5EF4-FFF2-40B4-BE49-F238E27FC236}">
                <a16:creationId xmlns:a16="http://schemas.microsoft.com/office/drawing/2014/main" id="{C888B730-2020-4441-B5F9-82D9015FF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2805" y="4858703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7FA"/>
          </a:solidFill>
          <a:ln xmlns:a="http://schemas.openxmlformats.org/drawingml/2006/main" w="0">
            <a:noFill/>
          </a:ln>
        </p:spPr>
      </p:sp>
      <p:sp>
        <p:nvSpPr>
          <p:cNvPr id="573" name="">
            <a:extLst xmlns:a="http://schemas.openxmlformats.org/drawingml/2006/main">
              <a:ext uri="{FF2B5EF4-FFF2-40B4-BE49-F238E27FC236}">
                <a16:creationId xmlns:a16="http://schemas.microsoft.com/office/drawing/2014/main" id="{5989633A-417B-40B5-8AB8-0A79313E6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5690" y="4858703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7FA"/>
          </a:solidFill>
          <a:ln xmlns:a="http://schemas.openxmlformats.org/drawingml/2006/main" w="0">
            <a:noFill/>
          </a:ln>
        </p:spPr>
      </p:sp>
      <p:sp>
        <p:nvSpPr>
          <p:cNvPr id="574" name="">
            <a:extLst xmlns:a="http://schemas.openxmlformats.org/drawingml/2006/main">
              <a:ext uri="{FF2B5EF4-FFF2-40B4-BE49-F238E27FC236}">
                <a16:creationId xmlns:a16="http://schemas.microsoft.com/office/drawing/2014/main" id="{8AC2CCF8-57DF-4433-B9CA-A4BA49AC1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48575" y="4858703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7FA"/>
          </a:solidFill>
          <a:ln xmlns:a="http://schemas.openxmlformats.org/drawingml/2006/main" w="0">
            <a:noFill/>
          </a:ln>
        </p:spPr>
      </p:sp>
      <p:sp>
        <p:nvSpPr>
          <p:cNvPr id="575" name="">
            <a:extLst xmlns:a="http://schemas.openxmlformats.org/drawingml/2006/main">
              <a:ext uri="{FF2B5EF4-FFF2-40B4-BE49-F238E27FC236}">
                <a16:creationId xmlns:a16="http://schemas.microsoft.com/office/drawing/2014/main" id="{D31CD54D-A33F-4B71-9C1D-658461BCA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1460" y="4858703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7FA"/>
          </a:solidFill>
          <a:ln xmlns:a="http://schemas.openxmlformats.org/drawingml/2006/main" w="0">
            <a:noFill/>
          </a:ln>
        </p:spPr>
      </p:sp>
      <p:sp>
        <p:nvSpPr>
          <p:cNvPr id="576" name="">
            <a:extLst xmlns:a="http://schemas.openxmlformats.org/drawingml/2006/main">
              <a:ext uri="{FF2B5EF4-FFF2-40B4-BE49-F238E27FC236}">
                <a16:creationId xmlns:a16="http://schemas.microsoft.com/office/drawing/2014/main" id="{8946B779-9849-4F0A-B0CA-AB53CD262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4345" y="4858703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6FA"/>
          </a:solidFill>
          <a:ln xmlns:a="http://schemas.openxmlformats.org/drawingml/2006/main" w="0">
            <a:noFill/>
          </a:ln>
        </p:spPr>
      </p:sp>
      <p:sp>
        <p:nvSpPr>
          <p:cNvPr id="577" name="">
            <a:extLst xmlns:a="http://schemas.openxmlformats.org/drawingml/2006/main">
              <a:ext uri="{FF2B5EF4-FFF2-40B4-BE49-F238E27FC236}">
                <a16:creationId xmlns:a16="http://schemas.microsoft.com/office/drawing/2014/main" id="{EDDBC253-9355-4477-9E35-62CC7B8B8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7230" y="4858703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6F9"/>
          </a:solidFill>
          <a:ln xmlns:a="http://schemas.openxmlformats.org/drawingml/2006/main" w="0">
            <a:noFill/>
          </a:ln>
        </p:spPr>
      </p:sp>
      <p:sp>
        <p:nvSpPr>
          <p:cNvPr id="578" name="">
            <a:extLst xmlns:a="http://schemas.openxmlformats.org/drawingml/2006/main">
              <a:ext uri="{FF2B5EF4-FFF2-40B4-BE49-F238E27FC236}">
                <a16:creationId xmlns:a16="http://schemas.microsoft.com/office/drawing/2014/main" id="{FD05E542-A9E7-48E4-9ECC-9AFFBE830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0115" y="4858703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6F9"/>
          </a:solidFill>
          <a:ln xmlns:a="http://schemas.openxmlformats.org/drawingml/2006/main" w="0">
            <a:noFill/>
          </a:ln>
        </p:spPr>
      </p:sp>
      <p:sp>
        <p:nvSpPr>
          <p:cNvPr id="579" name="">
            <a:extLst xmlns:a="http://schemas.openxmlformats.org/drawingml/2006/main">
              <a:ext uri="{FF2B5EF4-FFF2-40B4-BE49-F238E27FC236}">
                <a16:creationId xmlns:a16="http://schemas.microsoft.com/office/drawing/2014/main" id="{FA84F426-49B8-4C6B-8163-1485FE79E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4858703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6F9"/>
          </a:solidFill>
          <a:ln xmlns:a="http://schemas.openxmlformats.org/drawingml/2006/main" w="0">
            <a:noFill/>
          </a:ln>
        </p:spPr>
      </p:sp>
      <p:sp>
        <p:nvSpPr>
          <p:cNvPr id="580" name="">
            <a:extLst xmlns:a="http://schemas.openxmlformats.org/drawingml/2006/main">
              <a:ext uri="{FF2B5EF4-FFF2-40B4-BE49-F238E27FC236}">
                <a16:creationId xmlns:a16="http://schemas.microsoft.com/office/drawing/2014/main" id="{E734542B-FE3F-4068-B088-5A1ACC6C6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23485"/>
            <a:ext cx="1333500" cy="1647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13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rPr>
              <a:t>G19</a:t>
            </a:r>
          </a:p>
        </p:txBody>
      </p:sp>
      <p:sp>
        <p:nvSpPr>
          <p:cNvPr id="581" name="">
            <a:extLst xmlns:a="http://schemas.openxmlformats.org/drawingml/2006/main">
              <a:ext uri="{FF2B5EF4-FFF2-40B4-BE49-F238E27FC236}">
                <a16:creationId xmlns:a16="http://schemas.microsoft.com/office/drawing/2014/main" id="{C0250F49-8040-466E-812E-E363A58DF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5023485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BFD"/>
          </a:solidFill>
          <a:ln xmlns:a="http://schemas.openxmlformats.org/drawingml/2006/main" w="0">
            <a:noFill/>
          </a:ln>
        </p:spPr>
      </p:sp>
      <p:sp>
        <p:nvSpPr>
          <p:cNvPr id="582" name="">
            <a:extLst xmlns:a="http://schemas.openxmlformats.org/drawingml/2006/main">
              <a:ext uri="{FF2B5EF4-FFF2-40B4-BE49-F238E27FC236}">
                <a16:creationId xmlns:a16="http://schemas.microsoft.com/office/drawing/2014/main" id="{98DEB555-9115-403B-9487-A9B2A2F8A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99335" y="5023485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C"/>
          </a:solidFill>
          <a:ln xmlns:a="http://schemas.openxmlformats.org/drawingml/2006/main" w="0">
            <a:noFill/>
          </a:ln>
        </p:spPr>
      </p:sp>
      <p:sp>
        <p:nvSpPr>
          <p:cNvPr id="583" name="">
            <a:extLst xmlns:a="http://schemas.openxmlformats.org/drawingml/2006/main">
              <a:ext uri="{FF2B5EF4-FFF2-40B4-BE49-F238E27FC236}">
                <a16:creationId xmlns:a16="http://schemas.microsoft.com/office/drawing/2014/main" id="{858E09A0-9371-45FE-A366-37E709F0A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2220" y="5023485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AFC"/>
          </a:solidFill>
          <a:ln xmlns:a="http://schemas.openxmlformats.org/drawingml/2006/main" w="0">
            <a:noFill/>
          </a:ln>
        </p:spPr>
      </p:sp>
      <p:sp>
        <p:nvSpPr>
          <p:cNvPr id="584" name="">
            <a:extLst xmlns:a="http://schemas.openxmlformats.org/drawingml/2006/main">
              <a:ext uri="{FF2B5EF4-FFF2-40B4-BE49-F238E27FC236}">
                <a16:creationId xmlns:a16="http://schemas.microsoft.com/office/drawing/2014/main" id="{91A6BA93-D3E3-4946-A433-7D85B8A87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5105" y="5023485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AFC"/>
          </a:solidFill>
          <a:ln xmlns:a="http://schemas.openxmlformats.org/drawingml/2006/main" w="0">
            <a:noFill/>
          </a:ln>
        </p:spPr>
      </p:sp>
      <p:sp>
        <p:nvSpPr>
          <p:cNvPr id="585" name="">
            <a:extLst xmlns:a="http://schemas.openxmlformats.org/drawingml/2006/main">
              <a:ext uri="{FF2B5EF4-FFF2-40B4-BE49-F238E27FC236}">
                <a16:creationId xmlns:a16="http://schemas.microsoft.com/office/drawing/2014/main" id="{966CEEFE-1773-44D2-8DDA-D13EBD9DD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67990" y="5023485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AFC"/>
          </a:solidFill>
          <a:ln xmlns:a="http://schemas.openxmlformats.org/drawingml/2006/main" w="0">
            <a:noFill/>
          </a:ln>
        </p:spPr>
      </p:sp>
      <p:sp>
        <p:nvSpPr>
          <p:cNvPr id="586" name="">
            <a:extLst xmlns:a="http://schemas.openxmlformats.org/drawingml/2006/main">
              <a:ext uri="{FF2B5EF4-FFF2-40B4-BE49-F238E27FC236}">
                <a16:creationId xmlns:a16="http://schemas.microsoft.com/office/drawing/2014/main" id="{84AF4C44-490C-4571-970E-FECC7BF04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5023485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9FC"/>
          </a:solidFill>
          <a:ln xmlns:a="http://schemas.openxmlformats.org/drawingml/2006/main" w="0">
            <a:noFill/>
          </a:ln>
        </p:spPr>
      </p:sp>
      <p:sp>
        <p:nvSpPr>
          <p:cNvPr id="587" name="">
            <a:extLst xmlns:a="http://schemas.openxmlformats.org/drawingml/2006/main">
              <a:ext uri="{FF2B5EF4-FFF2-40B4-BE49-F238E27FC236}">
                <a16:creationId xmlns:a16="http://schemas.microsoft.com/office/drawing/2014/main" id="{A6A4A622-732F-4D53-A64F-E561B64B9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3760" y="5023485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9FC"/>
          </a:solidFill>
          <a:ln xmlns:a="http://schemas.openxmlformats.org/drawingml/2006/main" w="0">
            <a:noFill/>
          </a:ln>
        </p:spPr>
      </p:sp>
      <p:sp>
        <p:nvSpPr>
          <p:cNvPr id="588" name="">
            <a:extLst xmlns:a="http://schemas.openxmlformats.org/drawingml/2006/main">
              <a:ext uri="{FF2B5EF4-FFF2-40B4-BE49-F238E27FC236}">
                <a16:creationId xmlns:a16="http://schemas.microsoft.com/office/drawing/2014/main" id="{62716EFD-783E-4BAB-BC74-58B661326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6645" y="5023485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9FB"/>
          </a:solidFill>
          <a:ln xmlns:a="http://schemas.openxmlformats.org/drawingml/2006/main" w="0">
            <a:noFill/>
          </a:ln>
        </p:spPr>
      </p:sp>
      <p:sp>
        <p:nvSpPr>
          <p:cNvPr id="589" name="">
            <a:extLst xmlns:a="http://schemas.openxmlformats.org/drawingml/2006/main">
              <a:ext uri="{FF2B5EF4-FFF2-40B4-BE49-F238E27FC236}">
                <a16:creationId xmlns:a16="http://schemas.microsoft.com/office/drawing/2014/main" id="{191AAE45-63AB-44AC-9B2A-4A88C6938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9530" y="5023485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9FB"/>
          </a:solidFill>
          <a:ln xmlns:a="http://schemas.openxmlformats.org/drawingml/2006/main" w="0">
            <a:noFill/>
          </a:ln>
        </p:spPr>
      </p:sp>
      <p:sp>
        <p:nvSpPr>
          <p:cNvPr id="590" name="">
            <a:extLst xmlns:a="http://schemas.openxmlformats.org/drawingml/2006/main">
              <a:ext uri="{FF2B5EF4-FFF2-40B4-BE49-F238E27FC236}">
                <a16:creationId xmlns:a16="http://schemas.microsoft.com/office/drawing/2014/main" id="{0F8E4F16-2753-4158-9817-9D3A6F7CD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82415" y="5023485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9FB"/>
          </a:solidFill>
          <a:ln xmlns:a="http://schemas.openxmlformats.org/drawingml/2006/main" w="0">
            <a:noFill/>
          </a:ln>
        </p:spPr>
      </p:sp>
      <p:sp>
        <p:nvSpPr>
          <p:cNvPr id="591" name="">
            <a:extLst xmlns:a="http://schemas.openxmlformats.org/drawingml/2006/main">
              <a:ext uri="{FF2B5EF4-FFF2-40B4-BE49-F238E27FC236}">
                <a16:creationId xmlns:a16="http://schemas.microsoft.com/office/drawing/2014/main" id="{1353AE7E-FFCF-474A-B66A-6B0E7556B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5023485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9FB"/>
          </a:solidFill>
          <a:ln xmlns:a="http://schemas.openxmlformats.org/drawingml/2006/main" w="0">
            <a:noFill/>
          </a:ln>
        </p:spPr>
      </p:sp>
      <p:sp>
        <p:nvSpPr>
          <p:cNvPr id="592" name="">
            <a:extLst xmlns:a="http://schemas.openxmlformats.org/drawingml/2006/main">
              <a:ext uri="{FF2B5EF4-FFF2-40B4-BE49-F238E27FC236}">
                <a16:creationId xmlns:a16="http://schemas.microsoft.com/office/drawing/2014/main" id="{C020AE79-C3F1-4D4B-BB83-9AA9B6C43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8185" y="5023485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9FB"/>
          </a:solidFill>
          <a:ln xmlns:a="http://schemas.openxmlformats.org/drawingml/2006/main" w="0">
            <a:noFill/>
          </a:ln>
        </p:spPr>
      </p:sp>
      <p:sp>
        <p:nvSpPr>
          <p:cNvPr id="593" name="">
            <a:extLst xmlns:a="http://schemas.openxmlformats.org/drawingml/2006/main">
              <a:ext uri="{FF2B5EF4-FFF2-40B4-BE49-F238E27FC236}">
                <a16:creationId xmlns:a16="http://schemas.microsoft.com/office/drawing/2014/main" id="{407CE0CA-C3B6-4755-ABAF-9F1C575BB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1070" y="5023485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9FB"/>
          </a:solidFill>
          <a:ln xmlns:a="http://schemas.openxmlformats.org/drawingml/2006/main" w="0">
            <a:noFill/>
          </a:ln>
        </p:spPr>
      </p:sp>
      <p:sp>
        <p:nvSpPr>
          <p:cNvPr id="594" name="">
            <a:extLst xmlns:a="http://schemas.openxmlformats.org/drawingml/2006/main">
              <a:ext uri="{FF2B5EF4-FFF2-40B4-BE49-F238E27FC236}">
                <a16:creationId xmlns:a16="http://schemas.microsoft.com/office/drawing/2014/main" id="{D156DA9B-BDB5-47D9-A71B-EC29374A7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3955" y="5023485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9FB"/>
          </a:solidFill>
          <a:ln xmlns:a="http://schemas.openxmlformats.org/drawingml/2006/main" w="0">
            <a:noFill/>
          </a:ln>
        </p:spPr>
      </p:sp>
      <p:sp>
        <p:nvSpPr>
          <p:cNvPr id="595" name="">
            <a:extLst xmlns:a="http://schemas.openxmlformats.org/drawingml/2006/main">
              <a:ext uri="{FF2B5EF4-FFF2-40B4-BE49-F238E27FC236}">
                <a16:creationId xmlns:a16="http://schemas.microsoft.com/office/drawing/2014/main" id="{5A76CD32-EB5F-4386-8099-C2F079E04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6840" y="5023485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9FB"/>
          </a:solidFill>
          <a:ln xmlns:a="http://schemas.openxmlformats.org/drawingml/2006/main" w="0">
            <a:noFill/>
          </a:ln>
        </p:spPr>
      </p:sp>
      <p:sp>
        <p:nvSpPr>
          <p:cNvPr id="596" name="">
            <a:extLst xmlns:a="http://schemas.openxmlformats.org/drawingml/2006/main">
              <a:ext uri="{FF2B5EF4-FFF2-40B4-BE49-F238E27FC236}">
                <a16:creationId xmlns:a16="http://schemas.microsoft.com/office/drawing/2014/main" id="{504E3632-DA96-4A10-BE17-6AAADE5A5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9725" y="5023485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9FB"/>
          </a:solidFill>
          <a:ln xmlns:a="http://schemas.openxmlformats.org/drawingml/2006/main" w="0">
            <a:noFill/>
          </a:ln>
        </p:spPr>
      </p:sp>
      <p:sp>
        <p:nvSpPr>
          <p:cNvPr id="597" name="">
            <a:extLst xmlns:a="http://schemas.openxmlformats.org/drawingml/2006/main">
              <a:ext uri="{FF2B5EF4-FFF2-40B4-BE49-F238E27FC236}">
                <a16:creationId xmlns:a16="http://schemas.microsoft.com/office/drawing/2014/main" id="{5CFDED31-D9D8-4B3C-8D5F-5C2C38172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42610" y="5023485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8FB"/>
          </a:solidFill>
          <a:ln xmlns:a="http://schemas.openxmlformats.org/drawingml/2006/main" w="0">
            <a:noFill/>
          </a:ln>
        </p:spPr>
      </p:sp>
      <p:sp>
        <p:nvSpPr>
          <p:cNvPr id="598" name="">
            <a:extLst xmlns:a="http://schemas.openxmlformats.org/drawingml/2006/main">
              <a:ext uri="{FF2B5EF4-FFF2-40B4-BE49-F238E27FC236}">
                <a16:creationId xmlns:a16="http://schemas.microsoft.com/office/drawing/2014/main" id="{594F5FA5-C8B3-43B6-9D51-4FB029376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5495" y="5023485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7FA"/>
          </a:solidFill>
          <a:ln xmlns:a="http://schemas.openxmlformats.org/drawingml/2006/main" w="0">
            <a:noFill/>
          </a:ln>
        </p:spPr>
      </p:sp>
      <p:sp>
        <p:nvSpPr>
          <p:cNvPr id="599" name="">
            <a:extLst xmlns:a="http://schemas.openxmlformats.org/drawingml/2006/main">
              <a:ext uri="{FF2B5EF4-FFF2-40B4-BE49-F238E27FC236}">
                <a16:creationId xmlns:a16="http://schemas.microsoft.com/office/drawing/2014/main" id="{421FBD2F-CC55-4ED1-9FC7-8BBC301FC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8380" y="5023485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9"/>
          </a:solidFill>
          <a:ln xmlns:a="http://schemas.openxmlformats.org/drawingml/2006/main" w="0">
            <a:noFill/>
          </a:ln>
        </p:spPr>
      </p:sp>
      <p:sp>
        <p:nvSpPr>
          <p:cNvPr id="600" name="">
            <a:extLst xmlns:a="http://schemas.openxmlformats.org/drawingml/2006/main">
              <a:ext uri="{FF2B5EF4-FFF2-40B4-BE49-F238E27FC236}">
                <a16:creationId xmlns:a16="http://schemas.microsoft.com/office/drawing/2014/main" id="{5503AF73-FAB0-4F8B-A1FB-C1FCAE398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1265" y="5023485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8"/>
          </a:solidFill>
          <a:ln xmlns:a="http://schemas.openxmlformats.org/drawingml/2006/main" w="0">
            <a:noFill/>
          </a:ln>
        </p:spPr>
      </p:sp>
      <p:sp>
        <p:nvSpPr>
          <p:cNvPr id="601" name="">
            <a:extLst xmlns:a="http://schemas.openxmlformats.org/drawingml/2006/main">
              <a:ext uri="{FF2B5EF4-FFF2-40B4-BE49-F238E27FC236}">
                <a16:creationId xmlns:a16="http://schemas.microsoft.com/office/drawing/2014/main" id="{7BC8B2A3-ED83-4BB1-9A5E-30CFE33C8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5023485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4F7"/>
          </a:solidFill>
          <a:ln xmlns:a="http://schemas.openxmlformats.org/drawingml/2006/main" w="0">
            <a:noFill/>
          </a:ln>
        </p:spPr>
      </p:sp>
      <p:sp>
        <p:nvSpPr>
          <p:cNvPr id="602" name="">
            <a:extLst xmlns:a="http://schemas.openxmlformats.org/drawingml/2006/main">
              <a:ext uri="{FF2B5EF4-FFF2-40B4-BE49-F238E27FC236}">
                <a16:creationId xmlns:a16="http://schemas.microsoft.com/office/drawing/2014/main" id="{81BE2571-96F7-431F-AF9A-56F65DF3A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57035" y="5023485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4F7"/>
          </a:solidFill>
          <a:ln xmlns:a="http://schemas.openxmlformats.org/drawingml/2006/main" w="0">
            <a:noFill/>
          </a:ln>
        </p:spPr>
      </p:sp>
      <p:sp>
        <p:nvSpPr>
          <p:cNvPr id="603" name="">
            <a:extLst xmlns:a="http://schemas.openxmlformats.org/drawingml/2006/main">
              <a:ext uri="{FF2B5EF4-FFF2-40B4-BE49-F238E27FC236}">
                <a16:creationId xmlns:a16="http://schemas.microsoft.com/office/drawing/2014/main" id="{EA96BDC7-1158-407F-A547-F607BB390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9920" y="5023485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4F7"/>
          </a:solidFill>
          <a:ln xmlns:a="http://schemas.openxmlformats.org/drawingml/2006/main" w="0">
            <a:noFill/>
          </a:ln>
        </p:spPr>
      </p:sp>
      <p:sp>
        <p:nvSpPr>
          <p:cNvPr id="604" name="">
            <a:extLst xmlns:a="http://schemas.openxmlformats.org/drawingml/2006/main">
              <a:ext uri="{FF2B5EF4-FFF2-40B4-BE49-F238E27FC236}">
                <a16:creationId xmlns:a16="http://schemas.microsoft.com/office/drawing/2014/main" id="{860AFC2F-AE83-4901-9121-5039858C6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2805" y="5023485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F7"/>
          </a:solidFill>
          <a:ln xmlns:a="http://schemas.openxmlformats.org/drawingml/2006/main" w="0">
            <a:noFill/>
          </a:ln>
        </p:spPr>
      </p:sp>
      <p:sp>
        <p:nvSpPr>
          <p:cNvPr id="605" name="">
            <a:extLst xmlns:a="http://schemas.openxmlformats.org/drawingml/2006/main">
              <a:ext uri="{FF2B5EF4-FFF2-40B4-BE49-F238E27FC236}">
                <a16:creationId xmlns:a16="http://schemas.microsoft.com/office/drawing/2014/main" id="{F7970504-F814-416E-9781-16C80415D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5690" y="5023485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F3F7"/>
          </a:solidFill>
          <a:ln xmlns:a="http://schemas.openxmlformats.org/drawingml/2006/main" w="0">
            <a:noFill/>
          </a:ln>
        </p:spPr>
      </p:sp>
      <p:sp>
        <p:nvSpPr>
          <p:cNvPr id="606" name="">
            <a:extLst xmlns:a="http://schemas.openxmlformats.org/drawingml/2006/main">
              <a:ext uri="{FF2B5EF4-FFF2-40B4-BE49-F238E27FC236}">
                <a16:creationId xmlns:a16="http://schemas.microsoft.com/office/drawing/2014/main" id="{F706A6D9-9E51-4859-9491-E63F80207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48575" y="5023485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F3F7"/>
          </a:solidFill>
          <a:ln xmlns:a="http://schemas.openxmlformats.org/drawingml/2006/main" w="0">
            <a:noFill/>
          </a:ln>
        </p:spPr>
      </p:sp>
      <p:sp>
        <p:nvSpPr>
          <p:cNvPr id="607" name="">
            <a:extLst xmlns:a="http://schemas.openxmlformats.org/drawingml/2006/main">
              <a:ext uri="{FF2B5EF4-FFF2-40B4-BE49-F238E27FC236}">
                <a16:creationId xmlns:a16="http://schemas.microsoft.com/office/drawing/2014/main" id="{7C082F0C-0847-499E-A505-D9425C05A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1460" y="5023485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BF2F6"/>
          </a:solidFill>
          <a:ln xmlns:a="http://schemas.openxmlformats.org/drawingml/2006/main" w="0">
            <a:noFill/>
          </a:ln>
        </p:spPr>
      </p:sp>
      <p:sp>
        <p:nvSpPr>
          <p:cNvPr id="608" name="">
            <a:extLst xmlns:a="http://schemas.openxmlformats.org/drawingml/2006/main">
              <a:ext uri="{FF2B5EF4-FFF2-40B4-BE49-F238E27FC236}">
                <a16:creationId xmlns:a16="http://schemas.microsoft.com/office/drawing/2014/main" id="{BCCEF637-EDBC-4FC0-95B7-2623869F4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4345" y="5023485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BF2F6"/>
          </a:solidFill>
          <a:ln xmlns:a="http://schemas.openxmlformats.org/drawingml/2006/main" w="0">
            <a:noFill/>
          </a:ln>
        </p:spPr>
      </p:sp>
      <p:sp>
        <p:nvSpPr>
          <p:cNvPr id="609" name="">
            <a:extLst xmlns:a="http://schemas.openxmlformats.org/drawingml/2006/main">
              <a:ext uri="{FF2B5EF4-FFF2-40B4-BE49-F238E27FC236}">
                <a16:creationId xmlns:a16="http://schemas.microsoft.com/office/drawing/2014/main" id="{E3852CF1-E6F5-4730-9C34-D84DDFDA7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7230" y="5023485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6"/>
          </a:solidFill>
          <a:ln xmlns:a="http://schemas.openxmlformats.org/drawingml/2006/main" w="0">
            <a:noFill/>
          </a:ln>
        </p:spPr>
      </p:sp>
      <p:sp>
        <p:nvSpPr>
          <p:cNvPr id="610" name="">
            <a:extLst xmlns:a="http://schemas.openxmlformats.org/drawingml/2006/main">
              <a:ext uri="{FF2B5EF4-FFF2-40B4-BE49-F238E27FC236}">
                <a16:creationId xmlns:a16="http://schemas.microsoft.com/office/drawing/2014/main" id="{4B0F8771-31CD-4670-A604-F5DD69731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0115" y="5023485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1F5"/>
          </a:solidFill>
          <a:ln xmlns:a="http://schemas.openxmlformats.org/drawingml/2006/main" w="0">
            <a:noFill/>
          </a:ln>
        </p:spPr>
      </p:sp>
      <p:sp>
        <p:nvSpPr>
          <p:cNvPr id="611" name="">
            <a:extLst xmlns:a="http://schemas.openxmlformats.org/drawingml/2006/main">
              <a:ext uri="{FF2B5EF4-FFF2-40B4-BE49-F238E27FC236}">
                <a16:creationId xmlns:a16="http://schemas.microsoft.com/office/drawing/2014/main" id="{B9BCC3CF-424A-4931-A0DB-88C2109ED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5023485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1F5"/>
          </a:solidFill>
          <a:ln xmlns:a="http://schemas.openxmlformats.org/drawingml/2006/main" w="0">
            <a:noFill/>
          </a:ln>
        </p:spPr>
      </p:sp>
      <p:sp>
        <p:nvSpPr>
          <p:cNvPr id="612" name="">
            <a:extLst xmlns:a="http://schemas.openxmlformats.org/drawingml/2006/main">
              <a:ext uri="{FF2B5EF4-FFF2-40B4-BE49-F238E27FC236}">
                <a16:creationId xmlns:a16="http://schemas.microsoft.com/office/drawing/2014/main" id="{6A82F5CF-5B50-44A0-B832-0A3273227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88268"/>
            <a:ext cx="1333500" cy="1647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13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rPr>
              <a:t>G20</a:t>
            </a:r>
          </a:p>
        </p:txBody>
      </p:sp>
      <p:sp>
        <p:nvSpPr>
          <p:cNvPr id="613" name="">
            <a:extLst xmlns:a="http://schemas.openxmlformats.org/drawingml/2006/main">
              <a:ext uri="{FF2B5EF4-FFF2-40B4-BE49-F238E27FC236}">
                <a16:creationId xmlns:a16="http://schemas.microsoft.com/office/drawing/2014/main" id="{E03E7E15-6F82-40B5-AB03-D2B0D0595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5188268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BFD"/>
          </a:solidFill>
          <a:ln xmlns:a="http://schemas.openxmlformats.org/drawingml/2006/main" w="0">
            <a:noFill/>
          </a:ln>
        </p:spPr>
      </p:sp>
      <p:sp>
        <p:nvSpPr>
          <p:cNvPr id="614" name="">
            <a:extLst xmlns:a="http://schemas.openxmlformats.org/drawingml/2006/main">
              <a:ext uri="{FF2B5EF4-FFF2-40B4-BE49-F238E27FC236}">
                <a16:creationId xmlns:a16="http://schemas.microsoft.com/office/drawing/2014/main" id="{25C0DA88-3477-404F-B191-A4D58CD40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99335" y="5188268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D"/>
          </a:solidFill>
          <a:ln xmlns:a="http://schemas.openxmlformats.org/drawingml/2006/main" w="0">
            <a:noFill/>
          </a:ln>
        </p:spPr>
      </p:sp>
      <p:sp>
        <p:nvSpPr>
          <p:cNvPr id="615" name="">
            <a:extLst xmlns:a="http://schemas.openxmlformats.org/drawingml/2006/main">
              <a:ext uri="{FF2B5EF4-FFF2-40B4-BE49-F238E27FC236}">
                <a16:creationId xmlns:a16="http://schemas.microsoft.com/office/drawing/2014/main" id="{34D7D30C-403E-485C-9546-E8CD7B9E6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2220" y="5188268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C"/>
          </a:solidFill>
          <a:ln xmlns:a="http://schemas.openxmlformats.org/drawingml/2006/main" w="0">
            <a:noFill/>
          </a:ln>
        </p:spPr>
      </p:sp>
      <p:sp>
        <p:nvSpPr>
          <p:cNvPr id="616" name="">
            <a:extLst xmlns:a="http://schemas.openxmlformats.org/drawingml/2006/main">
              <a:ext uri="{FF2B5EF4-FFF2-40B4-BE49-F238E27FC236}">
                <a16:creationId xmlns:a16="http://schemas.microsoft.com/office/drawing/2014/main" id="{7FBEF487-ACC7-4AD7-A732-DA72FD830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5105" y="5188268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AFC"/>
          </a:solidFill>
          <a:ln xmlns:a="http://schemas.openxmlformats.org/drawingml/2006/main" w="0">
            <a:noFill/>
          </a:ln>
        </p:spPr>
      </p:sp>
      <p:sp>
        <p:nvSpPr>
          <p:cNvPr id="617" name="">
            <a:extLst xmlns:a="http://schemas.openxmlformats.org/drawingml/2006/main">
              <a:ext uri="{FF2B5EF4-FFF2-40B4-BE49-F238E27FC236}">
                <a16:creationId xmlns:a16="http://schemas.microsoft.com/office/drawing/2014/main" id="{424579AC-6E93-4D86-AB67-BFFA5D096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67990" y="5188268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AFC"/>
          </a:solidFill>
          <a:ln xmlns:a="http://schemas.openxmlformats.org/drawingml/2006/main" w="0">
            <a:noFill/>
          </a:ln>
        </p:spPr>
      </p:sp>
      <p:sp>
        <p:nvSpPr>
          <p:cNvPr id="618" name="">
            <a:extLst xmlns:a="http://schemas.openxmlformats.org/drawingml/2006/main">
              <a:ext uri="{FF2B5EF4-FFF2-40B4-BE49-F238E27FC236}">
                <a16:creationId xmlns:a16="http://schemas.microsoft.com/office/drawing/2014/main" id="{CCF400F3-1220-4115-90B1-493460718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5188268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AFC"/>
          </a:solidFill>
          <a:ln xmlns:a="http://schemas.openxmlformats.org/drawingml/2006/main" w="0">
            <a:noFill/>
          </a:ln>
        </p:spPr>
      </p:sp>
      <p:sp>
        <p:nvSpPr>
          <p:cNvPr id="619" name="">
            <a:extLst xmlns:a="http://schemas.openxmlformats.org/drawingml/2006/main">
              <a:ext uri="{FF2B5EF4-FFF2-40B4-BE49-F238E27FC236}">
                <a16:creationId xmlns:a16="http://schemas.microsoft.com/office/drawing/2014/main" id="{196636F9-1EE0-4E40-92DC-E7A5C31C2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3760" y="5188268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AFC"/>
          </a:solidFill>
          <a:ln xmlns:a="http://schemas.openxmlformats.org/drawingml/2006/main" w="0">
            <a:noFill/>
          </a:ln>
        </p:spPr>
      </p:sp>
      <p:sp>
        <p:nvSpPr>
          <p:cNvPr id="620" name="">
            <a:extLst xmlns:a="http://schemas.openxmlformats.org/drawingml/2006/main">
              <a:ext uri="{FF2B5EF4-FFF2-40B4-BE49-F238E27FC236}">
                <a16:creationId xmlns:a16="http://schemas.microsoft.com/office/drawing/2014/main" id="{48765433-BEC8-4A59-B281-5F63203F3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6645" y="5188268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9FC"/>
          </a:solidFill>
          <a:ln xmlns:a="http://schemas.openxmlformats.org/drawingml/2006/main" w="0">
            <a:noFill/>
          </a:ln>
        </p:spPr>
      </p:sp>
      <p:sp>
        <p:nvSpPr>
          <p:cNvPr id="621" name="">
            <a:extLst xmlns:a="http://schemas.openxmlformats.org/drawingml/2006/main">
              <a:ext uri="{FF2B5EF4-FFF2-40B4-BE49-F238E27FC236}">
                <a16:creationId xmlns:a16="http://schemas.microsoft.com/office/drawing/2014/main" id="{4FDC64C9-0E1F-4838-BF61-910035F57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9530" y="5188268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9FC"/>
          </a:solidFill>
          <a:ln xmlns:a="http://schemas.openxmlformats.org/drawingml/2006/main" w="0">
            <a:noFill/>
          </a:ln>
        </p:spPr>
      </p:sp>
      <p:sp>
        <p:nvSpPr>
          <p:cNvPr id="622" name="">
            <a:extLst xmlns:a="http://schemas.openxmlformats.org/drawingml/2006/main">
              <a:ext uri="{FF2B5EF4-FFF2-40B4-BE49-F238E27FC236}">
                <a16:creationId xmlns:a16="http://schemas.microsoft.com/office/drawing/2014/main" id="{4B411F3E-C70C-46C2-BE3B-A7594AE43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82415" y="5188268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9FC"/>
          </a:solidFill>
          <a:ln xmlns:a="http://schemas.openxmlformats.org/drawingml/2006/main" w="0">
            <a:noFill/>
          </a:ln>
        </p:spPr>
      </p:sp>
      <p:sp>
        <p:nvSpPr>
          <p:cNvPr id="623" name="">
            <a:extLst xmlns:a="http://schemas.openxmlformats.org/drawingml/2006/main">
              <a:ext uri="{FF2B5EF4-FFF2-40B4-BE49-F238E27FC236}">
                <a16:creationId xmlns:a16="http://schemas.microsoft.com/office/drawing/2014/main" id="{08CCA1AD-D199-4AC5-8D12-161D8B81C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5188268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9FC"/>
          </a:solidFill>
          <a:ln xmlns:a="http://schemas.openxmlformats.org/drawingml/2006/main" w="0">
            <a:noFill/>
          </a:ln>
        </p:spPr>
      </p:sp>
      <p:sp>
        <p:nvSpPr>
          <p:cNvPr id="624" name="">
            <a:extLst xmlns:a="http://schemas.openxmlformats.org/drawingml/2006/main">
              <a:ext uri="{FF2B5EF4-FFF2-40B4-BE49-F238E27FC236}">
                <a16:creationId xmlns:a16="http://schemas.microsoft.com/office/drawing/2014/main" id="{313D4A85-BC75-472F-9C0A-C9831EA96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8185" y="5188268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9FC"/>
          </a:solidFill>
          <a:ln xmlns:a="http://schemas.openxmlformats.org/drawingml/2006/main" w="0">
            <a:noFill/>
          </a:ln>
        </p:spPr>
      </p:sp>
      <p:sp>
        <p:nvSpPr>
          <p:cNvPr id="625" name="">
            <a:extLst xmlns:a="http://schemas.openxmlformats.org/drawingml/2006/main">
              <a:ext uri="{FF2B5EF4-FFF2-40B4-BE49-F238E27FC236}">
                <a16:creationId xmlns:a16="http://schemas.microsoft.com/office/drawing/2014/main" id="{A2BD04BC-2B12-4E78-A996-5F83621FE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1070" y="5188268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9FC"/>
          </a:solidFill>
          <a:ln xmlns:a="http://schemas.openxmlformats.org/drawingml/2006/main" w="0">
            <a:noFill/>
          </a:ln>
        </p:spPr>
      </p:sp>
      <p:sp>
        <p:nvSpPr>
          <p:cNvPr id="626" name="">
            <a:extLst xmlns:a="http://schemas.openxmlformats.org/drawingml/2006/main">
              <a:ext uri="{FF2B5EF4-FFF2-40B4-BE49-F238E27FC236}">
                <a16:creationId xmlns:a16="http://schemas.microsoft.com/office/drawing/2014/main" id="{A6458AEB-84C4-4DBA-8E97-2BBBA59DA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3955" y="5188268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9FC"/>
          </a:solidFill>
          <a:ln xmlns:a="http://schemas.openxmlformats.org/drawingml/2006/main" w="0">
            <a:noFill/>
          </a:ln>
        </p:spPr>
      </p:sp>
      <p:sp>
        <p:nvSpPr>
          <p:cNvPr id="627" name="">
            <a:extLst xmlns:a="http://schemas.openxmlformats.org/drawingml/2006/main">
              <a:ext uri="{FF2B5EF4-FFF2-40B4-BE49-F238E27FC236}">
                <a16:creationId xmlns:a16="http://schemas.microsoft.com/office/drawing/2014/main" id="{96935A7A-48F7-43BA-934E-9D3994273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6840" y="5188268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9FC"/>
          </a:solidFill>
          <a:ln xmlns:a="http://schemas.openxmlformats.org/drawingml/2006/main" w="0">
            <a:noFill/>
          </a:ln>
        </p:spPr>
      </p:sp>
      <p:sp>
        <p:nvSpPr>
          <p:cNvPr id="628" name="">
            <a:extLst xmlns:a="http://schemas.openxmlformats.org/drawingml/2006/main">
              <a:ext uri="{FF2B5EF4-FFF2-40B4-BE49-F238E27FC236}">
                <a16:creationId xmlns:a16="http://schemas.microsoft.com/office/drawing/2014/main" id="{65E9BA7C-4F00-450F-8C05-B27854A43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9725" y="5188268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9FC"/>
          </a:solidFill>
          <a:ln xmlns:a="http://schemas.openxmlformats.org/drawingml/2006/main" w="0">
            <a:noFill/>
          </a:ln>
        </p:spPr>
      </p:sp>
      <p:sp>
        <p:nvSpPr>
          <p:cNvPr id="629" name="">
            <a:extLst xmlns:a="http://schemas.openxmlformats.org/drawingml/2006/main">
              <a:ext uri="{FF2B5EF4-FFF2-40B4-BE49-F238E27FC236}">
                <a16:creationId xmlns:a16="http://schemas.microsoft.com/office/drawing/2014/main" id="{D666ACFE-440A-4D99-885B-6B552F632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42610" y="5188268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9FC"/>
          </a:solidFill>
          <a:ln xmlns:a="http://schemas.openxmlformats.org/drawingml/2006/main" w="0">
            <a:noFill/>
          </a:ln>
        </p:spPr>
      </p:sp>
      <p:sp>
        <p:nvSpPr>
          <p:cNvPr id="630" name="">
            <a:extLst xmlns:a="http://schemas.openxmlformats.org/drawingml/2006/main">
              <a:ext uri="{FF2B5EF4-FFF2-40B4-BE49-F238E27FC236}">
                <a16:creationId xmlns:a16="http://schemas.microsoft.com/office/drawing/2014/main" id="{01858E5E-3ADE-44EF-ACB8-D15FD22D5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5495" y="5188268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8FA"/>
          </a:solidFill>
          <a:ln xmlns:a="http://schemas.openxmlformats.org/drawingml/2006/main" w="0">
            <a:noFill/>
          </a:ln>
        </p:spPr>
      </p:sp>
      <p:sp>
        <p:nvSpPr>
          <p:cNvPr id="631" name="">
            <a:extLst xmlns:a="http://schemas.openxmlformats.org/drawingml/2006/main">
              <a:ext uri="{FF2B5EF4-FFF2-40B4-BE49-F238E27FC236}">
                <a16:creationId xmlns:a16="http://schemas.microsoft.com/office/drawing/2014/main" id="{50F452EF-40E1-4C80-831B-D236B32C6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8380" y="5188268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7FA"/>
          </a:solidFill>
          <a:ln xmlns:a="http://schemas.openxmlformats.org/drawingml/2006/main" w="0">
            <a:noFill/>
          </a:ln>
        </p:spPr>
      </p:sp>
      <p:sp>
        <p:nvSpPr>
          <p:cNvPr id="632" name="">
            <a:extLst xmlns:a="http://schemas.openxmlformats.org/drawingml/2006/main">
              <a:ext uri="{FF2B5EF4-FFF2-40B4-BE49-F238E27FC236}">
                <a16:creationId xmlns:a16="http://schemas.microsoft.com/office/drawing/2014/main" id="{A0882E6A-AB71-49AF-A047-E14FA5E60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1265" y="5188268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7FA"/>
          </a:solidFill>
          <a:ln xmlns:a="http://schemas.openxmlformats.org/drawingml/2006/main" w="0">
            <a:noFill/>
          </a:ln>
        </p:spPr>
      </p:sp>
      <p:sp>
        <p:nvSpPr>
          <p:cNvPr id="633" name="">
            <a:extLst xmlns:a="http://schemas.openxmlformats.org/drawingml/2006/main">
              <a:ext uri="{FF2B5EF4-FFF2-40B4-BE49-F238E27FC236}">
                <a16:creationId xmlns:a16="http://schemas.microsoft.com/office/drawing/2014/main" id="{01F719DE-5B12-47CB-B9E7-C59129942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5188268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7FA"/>
          </a:solidFill>
          <a:ln xmlns:a="http://schemas.openxmlformats.org/drawingml/2006/main" w="0">
            <a:noFill/>
          </a:ln>
        </p:spPr>
      </p:sp>
      <p:sp>
        <p:nvSpPr>
          <p:cNvPr id="634" name="">
            <a:extLst xmlns:a="http://schemas.openxmlformats.org/drawingml/2006/main">
              <a:ext uri="{FF2B5EF4-FFF2-40B4-BE49-F238E27FC236}">
                <a16:creationId xmlns:a16="http://schemas.microsoft.com/office/drawing/2014/main" id="{248E679E-55C0-4024-BDD3-DCA58F6BD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57035" y="5188268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7FA"/>
          </a:solidFill>
          <a:ln xmlns:a="http://schemas.openxmlformats.org/drawingml/2006/main" w="0">
            <a:noFill/>
          </a:ln>
        </p:spPr>
      </p:sp>
      <p:sp>
        <p:nvSpPr>
          <p:cNvPr id="635" name="">
            <a:extLst xmlns:a="http://schemas.openxmlformats.org/drawingml/2006/main">
              <a:ext uri="{FF2B5EF4-FFF2-40B4-BE49-F238E27FC236}">
                <a16:creationId xmlns:a16="http://schemas.microsoft.com/office/drawing/2014/main" id="{E1F1FA96-2D13-4A64-B90E-320C7C3E3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9920" y="5188268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7FA"/>
          </a:solidFill>
          <a:ln xmlns:a="http://schemas.openxmlformats.org/drawingml/2006/main" w="0">
            <a:noFill/>
          </a:ln>
        </p:spPr>
      </p:sp>
      <p:sp>
        <p:nvSpPr>
          <p:cNvPr id="636" name="">
            <a:extLst xmlns:a="http://schemas.openxmlformats.org/drawingml/2006/main">
              <a:ext uri="{FF2B5EF4-FFF2-40B4-BE49-F238E27FC236}">
                <a16:creationId xmlns:a16="http://schemas.microsoft.com/office/drawing/2014/main" id="{F4151E12-550A-4FB4-AB49-AA89343F3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2805" y="5188268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7FA"/>
          </a:solidFill>
          <a:ln xmlns:a="http://schemas.openxmlformats.org/drawingml/2006/main" w="0">
            <a:noFill/>
          </a:ln>
        </p:spPr>
      </p:sp>
      <p:sp>
        <p:nvSpPr>
          <p:cNvPr id="637" name="">
            <a:extLst xmlns:a="http://schemas.openxmlformats.org/drawingml/2006/main">
              <a:ext uri="{FF2B5EF4-FFF2-40B4-BE49-F238E27FC236}">
                <a16:creationId xmlns:a16="http://schemas.microsoft.com/office/drawing/2014/main" id="{B83E6C67-E652-4197-B35D-32964A7F2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5690" y="5188268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7FA"/>
          </a:solidFill>
          <a:ln xmlns:a="http://schemas.openxmlformats.org/drawingml/2006/main" w="0">
            <a:noFill/>
          </a:ln>
        </p:spPr>
      </p:sp>
      <p:sp>
        <p:nvSpPr>
          <p:cNvPr id="638" name="">
            <a:extLst xmlns:a="http://schemas.openxmlformats.org/drawingml/2006/main">
              <a:ext uri="{FF2B5EF4-FFF2-40B4-BE49-F238E27FC236}">
                <a16:creationId xmlns:a16="http://schemas.microsoft.com/office/drawing/2014/main" id="{7A0A4A0A-9395-4217-B8BE-841164D7B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48575" y="5188268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</a:ln>
        </p:spPr>
      </p:sp>
      <p:sp>
        <p:nvSpPr>
          <p:cNvPr id="639" name="">
            <a:extLst xmlns:a="http://schemas.openxmlformats.org/drawingml/2006/main">
              <a:ext uri="{FF2B5EF4-FFF2-40B4-BE49-F238E27FC236}">
                <a16:creationId xmlns:a16="http://schemas.microsoft.com/office/drawing/2014/main" id="{D9484D32-7521-4E4D-8D32-D678CB138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1460" y="5188268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</a:ln>
        </p:spPr>
      </p:sp>
      <p:sp>
        <p:nvSpPr>
          <p:cNvPr id="640" name="">
            <a:extLst xmlns:a="http://schemas.openxmlformats.org/drawingml/2006/main">
              <a:ext uri="{FF2B5EF4-FFF2-40B4-BE49-F238E27FC236}">
                <a16:creationId xmlns:a16="http://schemas.microsoft.com/office/drawing/2014/main" id="{C12B8A07-8661-487A-80F7-040D512EA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4345" y="5188268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8FA"/>
          </a:solidFill>
          <a:ln xmlns:a="http://schemas.openxmlformats.org/drawingml/2006/main" w="0">
            <a:noFill/>
          </a:ln>
        </p:spPr>
      </p:sp>
      <p:sp>
        <p:nvSpPr>
          <p:cNvPr id="641" name="">
            <a:extLst xmlns:a="http://schemas.openxmlformats.org/drawingml/2006/main">
              <a:ext uri="{FF2B5EF4-FFF2-40B4-BE49-F238E27FC236}">
                <a16:creationId xmlns:a16="http://schemas.microsoft.com/office/drawing/2014/main" id="{447C3748-383C-4CAF-BD5D-DD9926E4A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7230" y="5188268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8FA"/>
          </a:solidFill>
          <a:ln xmlns:a="http://schemas.openxmlformats.org/drawingml/2006/main" w="0">
            <a:noFill/>
          </a:ln>
        </p:spPr>
      </p:sp>
      <p:sp>
        <p:nvSpPr>
          <p:cNvPr id="642" name="">
            <a:extLst xmlns:a="http://schemas.openxmlformats.org/drawingml/2006/main">
              <a:ext uri="{FF2B5EF4-FFF2-40B4-BE49-F238E27FC236}">
                <a16:creationId xmlns:a16="http://schemas.microsoft.com/office/drawing/2014/main" id="{B600C6C6-C3B6-46B6-99AB-9FB21FC0D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0115" y="5188268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8FA"/>
          </a:solidFill>
          <a:ln xmlns:a="http://schemas.openxmlformats.org/drawingml/2006/main" w="0">
            <a:noFill/>
          </a:ln>
        </p:spPr>
      </p:sp>
      <p:sp>
        <p:nvSpPr>
          <p:cNvPr id="643" name="">
            <a:extLst xmlns:a="http://schemas.openxmlformats.org/drawingml/2006/main">
              <a:ext uri="{FF2B5EF4-FFF2-40B4-BE49-F238E27FC236}">
                <a16:creationId xmlns:a16="http://schemas.microsoft.com/office/drawing/2014/main" id="{7C6EFEA4-37BB-4975-8E39-6A9552EF4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5188268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8FB"/>
          </a:solidFill>
          <a:ln xmlns:a="http://schemas.openxmlformats.org/drawingml/2006/main" w="0">
            <a:noFill/>
          </a:ln>
        </p:spPr>
      </p:sp>
      <p:sp>
        <p:nvSpPr>
          <p:cNvPr id="644" name="">
            <a:extLst xmlns:a="http://schemas.openxmlformats.org/drawingml/2006/main">
              <a:ext uri="{FF2B5EF4-FFF2-40B4-BE49-F238E27FC236}">
                <a16:creationId xmlns:a16="http://schemas.microsoft.com/office/drawing/2014/main" id="{B65160F3-06E5-4AA7-967B-6763C5C81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8825" y="5410200"/>
            <a:ext cx="457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rPr>
              <a:t>0</a:t>
            </a:r>
          </a:p>
        </p:txBody>
      </p:sp>
      <p:sp>
        <p:nvSpPr>
          <p:cNvPr id="645" name="">
            <a:extLst xmlns:a="http://schemas.openxmlformats.org/drawingml/2006/main">
              <a:ext uri="{FF2B5EF4-FFF2-40B4-BE49-F238E27FC236}">
                <a16:creationId xmlns:a16="http://schemas.microsoft.com/office/drawing/2014/main" id="{6E46C409-E004-4FAD-A746-50E6D41AE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5410200"/>
            <a:ext cx="457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rPr>
              <a:t>5</a:t>
            </a:r>
          </a:p>
        </p:txBody>
      </p:sp>
      <p:sp>
        <p:nvSpPr>
          <p:cNvPr id="646" name="">
            <a:extLst xmlns:a="http://schemas.openxmlformats.org/drawingml/2006/main">
              <a:ext uri="{FF2B5EF4-FFF2-40B4-BE49-F238E27FC236}">
                <a16:creationId xmlns:a16="http://schemas.microsoft.com/office/drawing/2014/main" id="{C727CF25-5CE8-46E3-B074-B228CBD2D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675" y="5410200"/>
            <a:ext cx="457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rPr>
              <a:t>10</a:t>
            </a:r>
          </a:p>
        </p:txBody>
      </p:sp>
      <p:sp>
        <p:nvSpPr>
          <p:cNvPr id="647" name="">
            <a:extLst xmlns:a="http://schemas.openxmlformats.org/drawingml/2006/main">
              <a:ext uri="{FF2B5EF4-FFF2-40B4-BE49-F238E27FC236}">
                <a16:creationId xmlns:a16="http://schemas.microsoft.com/office/drawing/2014/main" id="{1D17589F-5D77-425E-B02F-0E00D42BD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5410200"/>
            <a:ext cx="457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rPr>
              <a:t>15</a:t>
            </a:r>
          </a:p>
        </p:txBody>
      </p:sp>
      <p:sp>
        <p:nvSpPr>
          <p:cNvPr id="648" name="">
            <a:extLst xmlns:a="http://schemas.openxmlformats.org/drawingml/2006/main">
              <a:ext uri="{FF2B5EF4-FFF2-40B4-BE49-F238E27FC236}">
                <a16:creationId xmlns:a16="http://schemas.microsoft.com/office/drawing/2014/main" id="{FF8A13FF-D01C-4F3D-AC23-42E7BB2BF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6525" y="5410200"/>
            <a:ext cx="457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rPr>
              <a:t>20</a:t>
            </a:r>
          </a:p>
        </p:txBody>
      </p:sp>
      <p:sp>
        <p:nvSpPr>
          <p:cNvPr id="649" name="">
            <a:extLst xmlns:a="http://schemas.openxmlformats.org/drawingml/2006/main">
              <a:ext uri="{FF2B5EF4-FFF2-40B4-BE49-F238E27FC236}">
                <a16:creationId xmlns:a16="http://schemas.microsoft.com/office/drawing/2014/main" id="{E41F8AC0-5733-46E6-9D1B-80A9A0E16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5410200"/>
            <a:ext cx="457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rPr>
              <a:t>25</a:t>
            </a:r>
          </a:p>
        </p:txBody>
      </p:sp>
      <p:sp>
        <p:nvSpPr>
          <p:cNvPr id="650" name="">
            <a:extLst xmlns:a="http://schemas.openxmlformats.org/drawingml/2006/main">
              <a:ext uri="{FF2B5EF4-FFF2-40B4-BE49-F238E27FC236}">
                <a16:creationId xmlns:a16="http://schemas.microsoft.com/office/drawing/2014/main" id="{712828A5-BD0D-462E-8871-309F6EA27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5410200"/>
            <a:ext cx="457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rPr>
              <a:t>30</a:t>
            </a:r>
          </a:p>
        </p:txBody>
      </p:sp>
      <p:sp>
        <p:nvSpPr>
          <p:cNvPr id="651" name="">
            <a:extLst xmlns:a="http://schemas.openxmlformats.org/drawingml/2006/main">
              <a:ext uri="{FF2B5EF4-FFF2-40B4-BE49-F238E27FC236}">
                <a16:creationId xmlns:a16="http://schemas.microsoft.com/office/drawing/2014/main" id="{2BB8D0C7-5C90-4017-9C08-BFBF74AAA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5667375"/>
            <a:ext cx="95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rPr>
              <a:t>世代</a:t>
            </a:r>
          </a:p>
        </p:txBody>
      </p:sp>
      <p:sp>
        <p:nvSpPr>
          <p:cNvPr id="652" name="">
            <a:extLst xmlns:a="http://schemas.openxmlformats.org/drawingml/2006/main">
              <a:ext uri="{FF2B5EF4-FFF2-40B4-BE49-F238E27FC236}">
                <a16:creationId xmlns:a16="http://schemas.microsoft.com/office/drawing/2014/main" id="{FB954FD5-6F30-4AC9-A16E-2E2BA9A61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238375"/>
            <a:ext cx="2286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236B8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850" b="1">
                <a:solidFill>
                  <a:srgbClr val="236B8E"/>
                </a:solidFill>
                <a:latin typeface="Arial Unicode MS"/>
                <a:ea typeface="Arial Unicode MS"/>
                <a:cs typeface="Arial Unicode MS"/>
              </a:rPr>
              <a:t>試驗間 SD</a:t>
            </a:r>
          </a:p>
        </p:txBody>
      </p:sp>
      <p:sp>
        <p:nvSpPr>
          <p:cNvPr id="653" name="">
            <a:extLst xmlns:a="http://schemas.openxmlformats.org/drawingml/2006/main">
              <a:ext uri="{FF2B5EF4-FFF2-40B4-BE49-F238E27FC236}">
                <a16:creationId xmlns:a16="http://schemas.microsoft.com/office/drawing/2014/main" id="{4BA84EF5-7C1D-4431-B7FF-AC639C643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886200"/>
            <a:ext cx="22860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rPr>
              <a:t>低平均頻率也可</a:t>
            </a:r>
          </a:p>
          <a:p xmlns:a="http://schemas.openxmlformats.org/drawingml/2006/main">
            <a:pPr algn="l">
              <a:def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rPr>
              <a:t>有較大試驗差異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rPr>
              <a:t>SD 描述隨機變異</a:t>
            </a:r>
          </a:p>
          <a:p xmlns:a="http://schemas.openxmlformats.org/drawingml/2006/main">
            <a:pPr algn="l">
              <a:def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rPr>
              <a:t>不代表測量誤差</a:t>
            </a:r>
          </a:p>
        </p:txBody>
      </p:sp>
      <p:sp>
        <p:nvSpPr>
          <p:cNvPr id="654" name="">
            <a:extLst xmlns:a="http://schemas.openxmlformats.org/drawingml/2006/main">
              <a:ext uri="{FF2B5EF4-FFF2-40B4-BE49-F238E27FC236}">
                <a16:creationId xmlns:a16="http://schemas.microsoft.com/office/drawing/2014/main" id="{F4A06837-86ED-4409-B116-CECBF7BB3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3571875"/>
            <a:ext cx="104775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BFD"/>
          </a:solidFill>
          <a:ln xmlns:a="http://schemas.openxmlformats.org/drawingml/2006/main" w="0">
            <a:noFill/>
          </a:ln>
        </p:spPr>
      </p:sp>
      <p:sp>
        <p:nvSpPr>
          <p:cNvPr id="655" name="">
            <a:extLst xmlns:a="http://schemas.openxmlformats.org/drawingml/2006/main">
              <a:ext uri="{FF2B5EF4-FFF2-40B4-BE49-F238E27FC236}">
                <a16:creationId xmlns:a16="http://schemas.microsoft.com/office/drawing/2014/main" id="{CC3A637F-1246-40DE-9C58-583AAB96E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4513" y="3571875"/>
            <a:ext cx="104775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F7"/>
          </a:solidFill>
          <a:ln xmlns:a="http://schemas.openxmlformats.org/drawingml/2006/main" w="0">
            <a:noFill/>
          </a:ln>
        </p:spPr>
      </p:sp>
      <p:sp>
        <p:nvSpPr>
          <p:cNvPr id="656" name="">
            <a:extLst xmlns:a="http://schemas.openxmlformats.org/drawingml/2006/main">
              <a:ext uri="{FF2B5EF4-FFF2-40B4-BE49-F238E27FC236}">
                <a16:creationId xmlns:a16="http://schemas.microsoft.com/office/drawing/2014/main" id="{9C9D4817-5C6E-44D1-968D-F1D7B899F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34525" y="3571875"/>
            <a:ext cx="104775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CF1"/>
          </a:solidFill>
          <a:ln xmlns:a="http://schemas.openxmlformats.org/drawingml/2006/main" w="0">
            <a:noFill/>
          </a:ln>
        </p:spPr>
      </p:sp>
      <p:sp>
        <p:nvSpPr>
          <p:cNvPr id="657" name="">
            <a:extLst xmlns:a="http://schemas.openxmlformats.org/drawingml/2006/main">
              <a:ext uri="{FF2B5EF4-FFF2-40B4-BE49-F238E27FC236}">
                <a16:creationId xmlns:a16="http://schemas.microsoft.com/office/drawing/2014/main" id="{613036ED-4516-40AA-8945-719E6CF4D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4538" y="3571875"/>
            <a:ext cx="104775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E4EB"/>
          </a:solidFill>
          <a:ln xmlns:a="http://schemas.openxmlformats.org/drawingml/2006/main" w="0">
            <a:noFill/>
          </a:ln>
        </p:spPr>
      </p:sp>
      <p:sp>
        <p:nvSpPr>
          <p:cNvPr id="658" name="">
            <a:extLst xmlns:a="http://schemas.openxmlformats.org/drawingml/2006/main">
              <a:ext uri="{FF2B5EF4-FFF2-40B4-BE49-F238E27FC236}">
                <a16:creationId xmlns:a16="http://schemas.microsoft.com/office/drawing/2014/main" id="{A45874DF-7D50-4DA6-A63B-BE265DA28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3571875"/>
            <a:ext cx="104775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DE6"/>
          </a:solidFill>
          <a:ln xmlns:a="http://schemas.openxmlformats.org/drawingml/2006/main" w="0">
            <a:noFill/>
          </a:ln>
        </p:spPr>
      </p:sp>
      <p:sp>
        <p:nvSpPr>
          <p:cNvPr id="659" name="">
            <a:extLst xmlns:a="http://schemas.openxmlformats.org/drawingml/2006/main">
              <a:ext uri="{FF2B5EF4-FFF2-40B4-BE49-F238E27FC236}">
                <a16:creationId xmlns:a16="http://schemas.microsoft.com/office/drawing/2014/main" id="{F8F0D8C7-4B6A-4545-A628-4DF117E12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4563" y="3571875"/>
            <a:ext cx="104775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D5E0"/>
          </a:solidFill>
          <a:ln xmlns:a="http://schemas.openxmlformats.org/drawingml/2006/main" w="0">
            <a:noFill/>
          </a:ln>
        </p:spPr>
      </p:sp>
      <p:sp>
        <p:nvSpPr>
          <p:cNvPr id="660" name="">
            <a:extLst xmlns:a="http://schemas.openxmlformats.org/drawingml/2006/main">
              <a:ext uri="{FF2B5EF4-FFF2-40B4-BE49-F238E27FC236}">
                <a16:creationId xmlns:a16="http://schemas.microsoft.com/office/drawing/2014/main" id="{E0E3DD3F-6ED4-4749-A32B-BAE2CD5B8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34575" y="3571875"/>
            <a:ext cx="104775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5CEDA"/>
          </a:solidFill>
          <a:ln xmlns:a="http://schemas.openxmlformats.org/drawingml/2006/main" w="0">
            <a:noFill/>
          </a:ln>
        </p:spPr>
      </p:sp>
      <p:sp>
        <p:nvSpPr>
          <p:cNvPr id="661" name="">
            <a:extLst xmlns:a="http://schemas.openxmlformats.org/drawingml/2006/main">
              <a:ext uri="{FF2B5EF4-FFF2-40B4-BE49-F238E27FC236}">
                <a16:creationId xmlns:a16="http://schemas.microsoft.com/office/drawing/2014/main" id="{22E2FC01-F191-4E92-9BCF-DF6A7B518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4588" y="3571875"/>
            <a:ext cx="104775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AC6D4"/>
          </a:solidFill>
          <a:ln xmlns:a="http://schemas.openxmlformats.org/drawingml/2006/main" w="0">
            <a:noFill/>
          </a:ln>
        </p:spPr>
      </p:sp>
      <p:sp>
        <p:nvSpPr>
          <p:cNvPr id="662" name="">
            <a:extLst xmlns:a="http://schemas.openxmlformats.org/drawingml/2006/main">
              <a:ext uri="{FF2B5EF4-FFF2-40B4-BE49-F238E27FC236}">
                <a16:creationId xmlns:a16="http://schemas.microsoft.com/office/drawing/2014/main" id="{83D03C60-A1B6-4F3F-8683-5F172F697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4600" y="3571875"/>
            <a:ext cx="104775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EBECE"/>
          </a:solidFill>
          <a:ln xmlns:a="http://schemas.openxmlformats.org/drawingml/2006/main" w="0">
            <a:noFill/>
          </a:ln>
        </p:spPr>
      </p:sp>
      <p:sp>
        <p:nvSpPr>
          <p:cNvPr id="663" name="">
            <a:extLst xmlns:a="http://schemas.openxmlformats.org/drawingml/2006/main">
              <a:ext uri="{FF2B5EF4-FFF2-40B4-BE49-F238E27FC236}">
                <a16:creationId xmlns:a16="http://schemas.microsoft.com/office/drawing/2014/main" id="{7D4D33D4-5E86-45AE-9BD0-48C206872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34613" y="3571875"/>
            <a:ext cx="104775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3B7C8"/>
          </a:solidFill>
          <a:ln xmlns:a="http://schemas.openxmlformats.org/drawingml/2006/main" w="0">
            <a:noFill/>
          </a:ln>
        </p:spPr>
      </p:sp>
      <p:sp>
        <p:nvSpPr>
          <p:cNvPr id="664" name="">
            <a:extLst xmlns:a="http://schemas.openxmlformats.org/drawingml/2006/main">
              <a:ext uri="{FF2B5EF4-FFF2-40B4-BE49-F238E27FC236}">
                <a16:creationId xmlns:a16="http://schemas.microsoft.com/office/drawing/2014/main" id="{CA32BC65-D371-4170-8196-44C8DC3AA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4625" y="3571875"/>
            <a:ext cx="104775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8AFC3"/>
          </a:solidFill>
          <a:ln xmlns:a="http://schemas.openxmlformats.org/drawingml/2006/main" w="0">
            <a:noFill/>
          </a:ln>
        </p:spPr>
      </p:sp>
      <p:sp>
        <p:nvSpPr>
          <p:cNvPr id="665" name="">
            <a:extLst xmlns:a="http://schemas.openxmlformats.org/drawingml/2006/main">
              <a:ext uri="{FF2B5EF4-FFF2-40B4-BE49-F238E27FC236}">
                <a16:creationId xmlns:a16="http://schemas.microsoft.com/office/drawing/2014/main" id="{363C9130-1E84-435B-9AC4-ADDB0F375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4638" y="3571875"/>
            <a:ext cx="104775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DA8BD"/>
          </a:solidFill>
          <a:ln xmlns:a="http://schemas.openxmlformats.org/drawingml/2006/main" w="0">
            <a:noFill/>
          </a:ln>
        </p:spPr>
      </p:sp>
      <p:sp>
        <p:nvSpPr>
          <p:cNvPr id="666" name="">
            <a:extLst xmlns:a="http://schemas.openxmlformats.org/drawingml/2006/main">
              <a:ext uri="{FF2B5EF4-FFF2-40B4-BE49-F238E27FC236}">
                <a16:creationId xmlns:a16="http://schemas.microsoft.com/office/drawing/2014/main" id="{2853D26B-D9EA-4755-BEFD-B8BF8B71D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34650" y="3571875"/>
            <a:ext cx="104775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1A0B7"/>
          </a:solidFill>
          <a:ln xmlns:a="http://schemas.openxmlformats.org/drawingml/2006/main" w="0">
            <a:noFill/>
          </a:ln>
        </p:spPr>
      </p:sp>
      <p:sp>
        <p:nvSpPr>
          <p:cNvPr id="667" name="">
            <a:extLst xmlns:a="http://schemas.openxmlformats.org/drawingml/2006/main">
              <a:ext uri="{FF2B5EF4-FFF2-40B4-BE49-F238E27FC236}">
                <a16:creationId xmlns:a16="http://schemas.microsoft.com/office/drawing/2014/main" id="{3020108C-1BFD-47BB-B242-674F50AF8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34663" y="3571875"/>
            <a:ext cx="104775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98B1"/>
          </a:solidFill>
          <a:ln xmlns:a="http://schemas.openxmlformats.org/drawingml/2006/main" w="0">
            <a:noFill/>
          </a:ln>
        </p:spPr>
      </p:sp>
      <p:sp>
        <p:nvSpPr>
          <p:cNvPr id="668" name="">
            <a:extLst xmlns:a="http://schemas.openxmlformats.org/drawingml/2006/main">
              <a:ext uri="{FF2B5EF4-FFF2-40B4-BE49-F238E27FC236}">
                <a16:creationId xmlns:a16="http://schemas.microsoft.com/office/drawing/2014/main" id="{3BD96D4D-3F73-4BD0-8CB4-5C31BC907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34675" y="3571875"/>
            <a:ext cx="104775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B91AB"/>
          </a:solidFill>
          <a:ln xmlns:a="http://schemas.openxmlformats.org/drawingml/2006/main" w="0">
            <a:noFill/>
          </a:ln>
        </p:spPr>
      </p:sp>
      <p:sp>
        <p:nvSpPr>
          <p:cNvPr id="669" name="">
            <a:extLst xmlns:a="http://schemas.openxmlformats.org/drawingml/2006/main">
              <a:ext uri="{FF2B5EF4-FFF2-40B4-BE49-F238E27FC236}">
                <a16:creationId xmlns:a16="http://schemas.microsoft.com/office/drawing/2014/main" id="{74C0D7F2-6837-4126-9FC7-093FF0566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4688" y="3571875"/>
            <a:ext cx="104775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089A5"/>
          </a:solidFill>
          <a:ln xmlns:a="http://schemas.openxmlformats.org/drawingml/2006/main" w="0">
            <a:noFill/>
          </a:ln>
        </p:spPr>
      </p:sp>
      <p:sp>
        <p:nvSpPr>
          <p:cNvPr id="670" name="">
            <a:extLst xmlns:a="http://schemas.openxmlformats.org/drawingml/2006/main">
              <a:ext uri="{FF2B5EF4-FFF2-40B4-BE49-F238E27FC236}">
                <a16:creationId xmlns:a16="http://schemas.microsoft.com/office/drawing/2014/main" id="{360BBBDE-729D-4C2E-9EE1-9ADF2C611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3571875"/>
            <a:ext cx="104775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582A0"/>
          </a:solidFill>
          <a:ln xmlns:a="http://schemas.openxmlformats.org/drawingml/2006/main" w="0">
            <a:noFill/>
          </a:ln>
        </p:spPr>
      </p:sp>
      <p:sp>
        <p:nvSpPr>
          <p:cNvPr id="671" name="">
            <a:extLst xmlns:a="http://schemas.openxmlformats.org/drawingml/2006/main">
              <a:ext uri="{FF2B5EF4-FFF2-40B4-BE49-F238E27FC236}">
                <a16:creationId xmlns:a16="http://schemas.microsoft.com/office/drawing/2014/main" id="{CE248002-BAA8-40D2-8C0D-2E4B8D663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34713" y="3571875"/>
            <a:ext cx="104775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7A9A"/>
          </a:solidFill>
          <a:ln xmlns:a="http://schemas.openxmlformats.org/drawingml/2006/main" w="0">
            <a:noFill/>
          </a:ln>
        </p:spPr>
      </p:sp>
      <p:sp>
        <p:nvSpPr>
          <p:cNvPr id="672" name="">
            <a:extLst xmlns:a="http://schemas.openxmlformats.org/drawingml/2006/main">
              <a:ext uri="{FF2B5EF4-FFF2-40B4-BE49-F238E27FC236}">
                <a16:creationId xmlns:a16="http://schemas.microsoft.com/office/drawing/2014/main" id="{D92D50B5-57CE-4F41-8DAE-9FE980D4B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34725" y="3571875"/>
            <a:ext cx="104775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394"/>
          </a:solidFill>
          <a:ln xmlns:a="http://schemas.openxmlformats.org/drawingml/2006/main" w="0">
            <a:noFill/>
          </a:ln>
        </p:spPr>
      </p:sp>
      <p:sp>
        <p:nvSpPr>
          <p:cNvPr id="673" name="">
            <a:extLst xmlns:a="http://schemas.openxmlformats.org/drawingml/2006/main">
              <a:ext uri="{FF2B5EF4-FFF2-40B4-BE49-F238E27FC236}">
                <a16:creationId xmlns:a16="http://schemas.microsoft.com/office/drawing/2014/main" id="{D4988EA5-6989-4FA4-9C00-551D5E903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4738" y="3571875"/>
            <a:ext cx="104775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6B8E"/>
          </a:solidFill>
          <a:ln xmlns:a="http://schemas.openxmlformats.org/drawingml/2006/main" w="0">
            <a:noFill/>
          </a:ln>
        </p:spPr>
      </p:sp>
      <p:sp>
        <p:nvSpPr>
          <p:cNvPr id="674" name="">
            <a:extLst xmlns:a="http://schemas.openxmlformats.org/drawingml/2006/main">
              <a:ext uri="{FF2B5EF4-FFF2-40B4-BE49-F238E27FC236}">
                <a16:creationId xmlns:a16="http://schemas.microsoft.com/office/drawing/2014/main" id="{346C85DC-9807-48CA-9DBA-BB291F1C3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3752850"/>
            <a:ext cx="333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rPr>
              <a:t>0</a:t>
            </a:r>
          </a:p>
        </p:txBody>
      </p:sp>
      <p:sp>
        <p:nvSpPr>
          <p:cNvPr id="675" name="">
            <a:extLst xmlns:a="http://schemas.openxmlformats.org/drawingml/2006/main">
              <a:ext uri="{FF2B5EF4-FFF2-40B4-BE49-F238E27FC236}">
                <a16:creationId xmlns:a16="http://schemas.microsoft.com/office/drawing/2014/main" id="{C9193B58-BD8B-404F-A2AF-6B32994F8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3752850"/>
            <a:ext cx="304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rPr>
              <a:t>0.5</a:t>
            </a:r>
          </a:p>
        </p:txBody>
      </p:sp>
      <p:sp>
        <p:nvSpPr>
          <p:cNvPr id="676" name="">
            <a:extLst xmlns:a="http://schemas.openxmlformats.org/drawingml/2006/main">
              <a:ext uri="{FF2B5EF4-FFF2-40B4-BE49-F238E27FC236}">
                <a16:creationId xmlns:a16="http://schemas.microsoft.com/office/drawing/2014/main" id="{DC921E3B-A30D-4539-8D73-5B21C2565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895975"/>
            <a:ext cx="1047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rPr>
              <a:t>每格 n=30。樣本 SD色階 0–0.5，TSG 為 any hit，並非功能喪失比例。</a:t>
            </a:r>
          </a:p>
        </p:txBody>
      </p:sp>
    </p:spTree>
    <p:extLst>
      <p:ext uri="{BB962C8B-B14F-4D97-AF65-F5344CB8AC3E}">
        <p14:creationId xmlns:p14="http://schemas.microsoft.com/office/powerpoint/2010/main" val="1399088392"/>
      </p:ext>
    </p:extLst>
  </p:cSld>
</p:sld>
</file>

<file path=ppt/slides/slide41.xml><?xml version="1.0" encoding="utf-8"?>
<p:sld xmlns:p="http://schemas.openxmlformats.org/presentationml/2006/main">
  <p:cSld>
    <p:bg>
      <p:bgPr>
        <a:solidFill xmlns:a="http://schemas.openxmlformats.org/drawingml/2006/main">
          <a:srgbClr val="FCFB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520E08A-AD38-4055-8B49-3EA5DDBFB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225" b="1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rPr>
              <a:t>30 次試驗均復發，但事件時間仍有差異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6925DD6-A775-48DC-AC8D-B31DEAB43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90625"/>
            <a:ext cx="109347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rPr>
              <a:t>事件定義：先低於起始治療負荷，再回到該負荷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24F1E2E-9786-4474-B01D-252FD5F7C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05575"/>
            <a:ext cx="457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rPr>
              <a:t>41</a:t>
            </a:r>
          </a:p>
        </p:txBody>
      </p:sp>
      <p:graphicFrame>
        <p:nvGraphicFramePr>
          <p:cNvPr id="11" name="Chart"/>
          <p:cNvGraphicFramePr/>
          <p:nvPr/>
        </p:nvGraphicFramePr>
        <p:xfrm>
          <a:off xmlns:a="http://schemas.openxmlformats.org/drawingml/2006/main" x="619125" y="1905000"/>
          <a:ext xmlns:a="http://schemas.openxmlformats.org/drawingml/2006/main" cx="8334375" cy="3619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54b0d5682ece46ba"/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0AFC896-B1CB-4B90-B058-07F0D1BFD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238375"/>
            <a:ext cx="2286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236B8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850" b="1">
                <a:solidFill>
                  <a:srgbClr val="236B8E"/>
                </a:solidFill>
                <a:latin typeface="Arial Unicode MS"/>
                <a:ea typeface="Arial Unicode MS"/>
                <a:cs typeface="Arial Unicode MS"/>
              </a:rPr>
              <a:t>30/30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14E503B-71EC-44F2-B343-3235FF3F8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886200"/>
            <a:ext cx="22860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rPr>
              <a:t>觀察到復發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rPr>
              <a:t>事件時間中位 28</a:t>
            </a:r>
          </a:p>
          <a:p xmlns:a="http://schemas.openxmlformats.org/drawingml/2006/main">
            <a:pPr algn="l">
              <a:def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rPr>
              <a:t>P10/P90=26/29.1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912AB50-B28A-4B02-89F2-1127FE2A5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895975"/>
            <a:ext cx="1047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rPr>
              <a:t>樣本數為 30，結果限於本批教學參數與觀察窗口。</a:t>
            </a:r>
          </a:p>
        </p:txBody>
      </p:sp>
    </p:spTree>
    <p:extLst>
      <p:ext uri="{BB962C8B-B14F-4D97-AF65-F5344CB8AC3E}">
        <p14:creationId xmlns:p14="http://schemas.microsoft.com/office/powerpoint/2010/main" val="1093501563"/>
      </p:ext>
    </p:extLst>
  </p:cSld>
</p:sld>
</file>

<file path=ppt/slides/slide42.xml><?xml version="1.0" encoding="utf-8"?>
<p:sld xmlns:p="http://schemas.openxmlformats.org/presentationml/2006/main">
  <p:cSld>
    <p:bg>
      <p:bgPr>
        <a:solidFill xmlns:a="http://schemas.openxmlformats.org/drawingml/2006/main">
          <a:srgbClr val="FCFB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239BCFE-4598-4502-8231-9F916E73F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225" b="1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rPr>
              <a:t>控制實驗：TSG 功能優勢改變生長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CBFB8C7-D983-4C78-B4BD-8AE849500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90625"/>
            <a:ext cx="109347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rPr>
              <a:t>保留 oncogene 與突變設定，比較無 TSG 優勢、one-hit 和 two-hit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981F372-CB8D-4A76-810B-DFD6E5E8E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05575"/>
            <a:ext cx="457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rPr>
              <a:t>42</a:t>
            </a:r>
          </a:p>
        </p:txBody>
      </p:sp>
      <p:graphicFrame>
        <p:nvGraphicFramePr>
          <p:cNvPr id="11" name="Chart"/>
          <p:cNvGraphicFramePr/>
          <p:nvPr/>
        </p:nvGraphicFramePr>
        <p:xfrm>
          <a:off xmlns:a="http://schemas.openxmlformats.org/drawingml/2006/main" x="619125" y="1905000"/>
          <a:ext xmlns:a="http://schemas.openxmlformats.org/drawingml/2006/main" cx="8334375" cy="3619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391cb2b35cea4213"/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A8577AC-EFB4-4D3D-9602-0131EC433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238375"/>
            <a:ext cx="2286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236B8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850" b="1">
                <a:solidFill>
                  <a:srgbClr val="236B8E"/>
                </a:solidFill>
                <a:latin typeface="Arial Unicode MS"/>
                <a:ea typeface="Arial Unicode MS"/>
                <a:cs typeface="Arial Unicode MS"/>
              </a:rPr>
              <a:t>控制變因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FF80593-2C61-4B39-9CFB-0C63E1554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886200"/>
            <a:ext cx="22860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rPr>
              <a:t>相同突變機會</a:t>
            </a:r>
          </a:p>
          <a:p xmlns:a="http://schemas.openxmlformats.org/drawingml/2006/main">
            <a:pPr algn="l">
              <a:def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rPr>
              <a:t>相同 oncogene 規則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rPr>
              <a:t>差異來自 TSG</a:t>
            </a:r>
          </a:p>
          <a:p xmlns:a="http://schemas.openxmlformats.org/drawingml/2006/main">
            <a:pPr algn="l">
              <a:def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rPr>
              <a:t>功能與達標門檻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15F1A46-10A0-4676-A382-4A78F5691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895975"/>
            <a:ext cx="1047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rPr>
              <a:t>每組 30 次，無治療，固定 18 代。下一頁保留試驗變異範圍。</a:t>
            </a:r>
          </a:p>
        </p:txBody>
      </p:sp>
    </p:spTree>
    <p:extLst>
      <p:ext uri="{BB962C8B-B14F-4D97-AF65-F5344CB8AC3E}">
        <p14:creationId xmlns:p14="http://schemas.microsoft.com/office/powerpoint/2010/main" val="721628018"/>
      </p:ext>
    </p:extLst>
  </p:cSld>
</p:sld>
</file>

<file path=ppt/slides/slide43.xml><?xml version="1.0" encoding="utf-8"?>
<p:sld xmlns:p="http://schemas.openxmlformats.org/presentationml/2006/main">
  <p:cSld>
    <p:bg>
      <p:bgPr>
        <a:solidFill xmlns:a="http://schemas.openxmlformats.org/drawingml/2006/main">
          <a:srgbClr val="FCFB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17AC00D-AB89-4044-982F-026CA75D2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225" b="1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rPr>
              <a:t>one-hit 組的第 18 代中位負荷較高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E5093FB-94A5-40D4-B514-7AE137B20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90625"/>
            <a:ext cx="109347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rPr>
              <a:t>比較同一時間點，並呈現兩組試驗變異的重疊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14C18A3-B870-4A68-A0C8-250C1B8D5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05575"/>
            <a:ext cx="457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rPr>
              <a:t>43</a:t>
            </a:r>
          </a:p>
        </p:txBody>
      </p:sp>
      <p:graphicFrame>
        <p:nvGraphicFramePr>
          <p:cNvPr id="11" name="Chart"/>
          <p:cNvGraphicFramePr/>
          <p:nvPr/>
        </p:nvGraphicFramePr>
        <p:xfrm>
          <a:off xmlns:a="http://schemas.openxmlformats.org/drawingml/2006/main" x="619125" y="1905000"/>
          <a:ext xmlns:a="http://schemas.openxmlformats.org/drawingml/2006/main" cx="8334375" cy="3619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0742a5a84a6f46cc"/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3F65CE4-0C97-4F05-A219-A6119B3A9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238375"/>
            <a:ext cx="2286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236B8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850" b="1">
                <a:solidFill>
                  <a:srgbClr val="236B8E"/>
                </a:solidFill>
                <a:latin typeface="Arial Unicode MS"/>
                <a:ea typeface="Arial Unicode MS"/>
                <a:cs typeface="Arial Unicode MS"/>
              </a:rPr>
              <a:t>+28.1%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BE66CDE-A69F-4082-BF11-69797ADC7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886200"/>
            <a:ext cx="22860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rPr>
              <a:t>第 18 代中位負荷比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rPr>
              <a:t>94,617.5 / 73,879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rPr>
              <a:t>變異範圍仍重疊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C78F12D-8767-47DE-B1BF-47B041494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895975"/>
            <a:ext cx="1047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rPr>
              <a:t>各組 n=30。實線中位，虛線 P10/P90，非信賴區間。</a:t>
            </a:r>
          </a:p>
        </p:txBody>
      </p:sp>
    </p:spTree>
    <p:extLst>
      <p:ext uri="{BB962C8B-B14F-4D97-AF65-F5344CB8AC3E}">
        <p14:creationId xmlns:p14="http://schemas.microsoft.com/office/powerpoint/2010/main" val="2079454498"/>
      </p:ext>
    </p:extLst>
  </p:cSld>
</p:sld>
</file>

<file path=ppt/slides/slide44.xml><?xml version="1.0" encoding="utf-8"?>
<p:sld xmlns:p="http://schemas.openxmlformats.org/presentationml/2006/main">
  <p:cSld>
    <p:bg>
      <p:bgPr>
        <a:solidFill xmlns:a="http://schemas.openxmlformats.org/drawingml/2006/main">
          <a:srgbClr val="FCFB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DB562EC-9CA3-4521-952E-4F92D5EF8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225" b="1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rPr>
              <a:t>TSG 達標比例揭示門檻差異的機制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AE3F4F1-A536-4A82-81D4-DD9A45CA7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90625"/>
            <a:ext cx="109347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rPr>
              <a:t>這裡計算功能喪失比例，與基因熱圖的 any hit 分開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AFACDA6-3F88-488A-990E-916B0E3D7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05575"/>
            <a:ext cx="457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rPr>
              <a:t>44</a:t>
            </a:r>
          </a:p>
        </p:txBody>
      </p:sp>
      <p:graphicFrame>
        <p:nvGraphicFramePr>
          <p:cNvPr id="11" name="Chart"/>
          <p:cNvGraphicFramePr/>
          <p:nvPr/>
        </p:nvGraphicFramePr>
        <p:xfrm>
          <a:off xmlns:a="http://schemas.openxmlformats.org/drawingml/2006/main" x="619125" y="1905000"/>
          <a:ext xmlns:a="http://schemas.openxmlformats.org/drawingml/2006/main" cx="8334375" cy="3619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1e8ce30e5ee24ff2"/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1E10590-5A23-49F5-974C-B1CC0C454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238375"/>
            <a:ext cx="2286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236B8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850" b="1">
                <a:solidFill>
                  <a:srgbClr val="236B8E"/>
                </a:solidFill>
                <a:latin typeface="Arial Unicode MS"/>
                <a:ea typeface="Arial Unicode MS"/>
                <a:cs typeface="Arial Unicode MS"/>
              </a:rPr>
              <a:t>同基因兩擊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A732251-681D-41D2-9DB7-9DB362159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886200"/>
            <a:ext cx="22860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rPr>
              <a:t>two-hit 達標需</a:t>
            </a:r>
          </a:p>
          <a:p xmlns:a="http://schemas.openxmlformats.org/drawingml/2006/main">
            <a:pPr algn="l">
              <a:def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rPr>
              <a:t>累積第二等位基因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rPr>
              <a:t>0% 對應 −2</a:t>
            </a:r>
          </a:p>
          <a:p xmlns:a="http://schemas.openxmlformats.org/drawingml/2006/main">
            <a:pPr algn="l">
              <a:def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rPr>
              <a:t>0.99% 對應 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7C891DE-D6AB-4B98-8C1D-47C452E06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895975"/>
            <a:ext cx="1047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rPr>
              <a:t>各組 n=30，中位曲線。加 0.01 後轉換，避免零值無法取對數。</a:t>
            </a:r>
          </a:p>
        </p:txBody>
      </p:sp>
    </p:spTree>
    <p:extLst>
      <p:ext uri="{BB962C8B-B14F-4D97-AF65-F5344CB8AC3E}">
        <p14:creationId xmlns:p14="http://schemas.microsoft.com/office/powerpoint/2010/main" val="1294100795"/>
      </p:ext>
    </p:extLst>
  </p:cSld>
</p:sld>
</file>

<file path=ppt/slides/slide45.xml><?xml version="1.0" encoding="utf-8"?>
<p:sld xmlns:p="http://schemas.openxmlformats.org/presentationml/2006/main">
  <p:cSld>
    <p:bg>
      <p:bgPr>
        <a:solidFill xmlns:a="http://schemas.openxmlformats.org/drawingml/2006/main">
          <a:srgbClr val="FCFB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8FC4BEC-6638-4B3A-AD93-C7A802C25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225" b="1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rPr>
              <a:t>TSG 終點分布：兩組試驗仍有重疊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6A8E1AF-2B7B-4055-8F72-6DDD44F64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90625"/>
            <a:ext cx="109347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rPr>
              <a:t>條件 0：one-hit　條件 1：two-hit，每組 n=30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1C2B9C0-07D1-47C2-BB04-4938FDB0C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05575"/>
            <a:ext cx="457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rPr>
              <a:t>45</a:t>
            </a:r>
          </a:p>
        </p:txBody>
      </p:sp>
      <p:graphicFrame>
        <p:nvGraphicFramePr>
          <p:cNvPr id="11" name="Chart"/>
          <p:cNvGraphicFramePr/>
          <p:nvPr/>
        </p:nvGraphicFramePr>
        <p:xfrm>
          <a:off xmlns:a="http://schemas.openxmlformats.org/drawingml/2006/main" x="619125" y="1905000"/>
          <a:ext xmlns:a="http://schemas.openxmlformats.org/drawingml/2006/main" cx="8334375" cy="3619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473446e931ed4cf0"/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EB8A17D-C35D-49E4-A539-940307CAB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238375"/>
            <a:ext cx="2286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236B8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850" b="1">
                <a:solidFill>
                  <a:srgbClr val="236B8E"/>
                </a:solidFill>
                <a:latin typeface="Arial Unicode MS"/>
                <a:ea typeface="Arial Unicode MS"/>
                <a:cs typeface="Arial Unicode MS"/>
              </a:rPr>
              <a:t>n = 30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C2112E0-23EA-4A0D-A104-D0C85A881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886200"/>
            <a:ext cx="22860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rPr>
              <a:t>每個點為一次試驗</a:t>
            </a:r>
          </a:p>
          <a:p xmlns:a="http://schemas.openxmlformats.org/drawingml/2006/main">
            <a:pPr algn="l">
              <a:def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rPr>
              <a:t>黑色大點為中位數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rPr>
              <a:t>中位差異與</a:t>
            </a:r>
          </a:p>
          <a:p xmlns:a="http://schemas.openxmlformats.org/drawingml/2006/main">
            <a:pPr algn="l">
              <a:def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rPr>
              <a:t>試驗間重疊一起看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2114AD7-F393-4DE6-9457-C11AC347E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895975"/>
            <a:ext cx="1047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rPr>
              <a:t>固定第 18 代比較。橫向抖動僅減少遮蔽，不表示其他變數。</a:t>
            </a:r>
          </a:p>
        </p:txBody>
      </p:sp>
    </p:spTree>
    <p:extLst>
      <p:ext uri="{BB962C8B-B14F-4D97-AF65-F5344CB8AC3E}">
        <p14:creationId xmlns:p14="http://schemas.microsoft.com/office/powerpoint/2010/main" val="1536115930"/>
      </p:ext>
    </p:extLst>
  </p:cSld>
</p:sld>
</file>

<file path=ppt/slides/slide46.xml><?xml version="1.0" encoding="utf-8"?>
<p:sld xmlns:p="http://schemas.openxmlformats.org/presentationml/2006/main">
  <p:cSld>
    <p:bg>
      <p:bgPr>
        <a:solidFill xmlns:a="http://schemas.openxmlformats.org/drawingml/2006/main">
          <a:srgbClr val="FCFB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3020DFD-9937-4501-A945-C6427BD3C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225" b="1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rPr>
              <a:t>IL11 飽和曲線：共享效益有明確上限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3807344-0F80-40BD-B4E7-86D804495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90625"/>
            <a:ext cx="109347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rPr>
              <a:t>完整 0–100% 範圍，下一頁放大實際較常見的低比例區域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C58EE1D-D878-450B-A3E3-FE9841AC8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05575"/>
            <a:ext cx="457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rPr>
              <a:t>46</a:t>
            </a:r>
          </a:p>
        </p:txBody>
      </p:sp>
      <p:graphicFrame>
        <p:nvGraphicFramePr>
          <p:cNvPr id="11" name="Chart"/>
          <p:cNvGraphicFramePr/>
          <p:nvPr/>
        </p:nvGraphicFramePr>
        <p:xfrm>
          <a:off xmlns:a="http://schemas.openxmlformats.org/drawingml/2006/main" x="619125" y="1905000"/>
          <a:ext xmlns:a="http://schemas.openxmlformats.org/drawingml/2006/main" cx="8334375" cy="3619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c949aca2479349d3"/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00392ED-80F6-4377-B07C-DA8051F35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238375"/>
            <a:ext cx="2286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236B8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850" b="1">
                <a:solidFill>
                  <a:srgbClr val="236B8E"/>
                </a:solidFill>
                <a:latin typeface="Arial Unicode MS"/>
                <a:ea typeface="Arial Unicode MS"/>
                <a:cs typeface="Arial Unicode MS"/>
              </a:rPr>
              <a:t>上限 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9237F2A-D493-47DE-8A24-E32BE1F91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886200"/>
            <a:ext cx="22860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rPr>
              <a:t>高比例時效益趨緩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rPr>
              <a:t>b_max 決定上限</a:t>
            </a:r>
          </a:p>
          <a:p xmlns:a="http://schemas.openxmlformats.org/drawingml/2006/main">
            <a:pPr algn="l">
              <a:def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rPr>
              <a:t>K 決定低比例敏感度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93EB866-96AB-4D44-9A1F-2FC586352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895975"/>
            <a:ext cx="1047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rPr>
              <a:t>本圖來自指定飽和函數。生產者比例 100% 時降低量約 5.88 個百分點。</a:t>
            </a:r>
          </a:p>
        </p:txBody>
      </p:sp>
    </p:spTree>
    <p:extLst>
      <p:ext uri="{BB962C8B-B14F-4D97-AF65-F5344CB8AC3E}">
        <p14:creationId xmlns:p14="http://schemas.microsoft.com/office/powerpoint/2010/main" val="2082839252"/>
      </p:ext>
    </p:extLst>
  </p:cSld>
</p:sld>
</file>

<file path=ppt/slides/slide47.xml><?xml version="1.0" encoding="utf-8"?>
<p:sld xmlns:p="http://schemas.openxmlformats.org/presentationml/2006/main">
  <p:cSld>
    <p:bg>
      <p:bgPr>
        <a:solidFill xmlns:a="http://schemas.openxmlformats.org/drawingml/2006/main">
          <a:srgbClr val="FCFB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6946D29-6A24-4290-B349-3272FAE12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225" b="1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rPr>
              <a:t>IL11 機制假設：少量生產者即可形成共享效益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88DB1AB-5F1D-42C7-B9C9-93754F873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90625"/>
            <a:ext cx="109347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rPr>
              <a:t>先看模型規則，再看 ON/OFF 模擬是否符合預期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644A78D-EDAA-4C1F-9DBA-2FD2FD73A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05575"/>
            <a:ext cx="457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rPr>
              <a:t>47</a:t>
            </a:r>
          </a:p>
        </p:txBody>
      </p:sp>
      <p:graphicFrame>
        <p:nvGraphicFramePr>
          <p:cNvPr id="11" name="Chart"/>
          <p:cNvGraphicFramePr/>
          <p:nvPr/>
        </p:nvGraphicFramePr>
        <p:xfrm>
          <a:off xmlns:a="http://schemas.openxmlformats.org/drawingml/2006/main" x="619125" y="1905000"/>
          <a:ext xmlns:a="http://schemas.openxmlformats.org/drawingml/2006/main" cx="8334375" cy="3619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cfcfd351b6d9440c"/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8876438-DA76-45FF-AD80-556CF845D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238375"/>
            <a:ext cx="2286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236B8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850" b="1">
                <a:solidFill>
                  <a:srgbClr val="236B8E"/>
                </a:solidFill>
                <a:latin typeface="Arial Unicode MS"/>
                <a:ea typeface="Arial Unicode MS"/>
                <a:cs typeface="Arial Unicode MS"/>
              </a:rPr>
              <a:t>f = 2%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C22872E-A064-4488-A3B6-C717F40DF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886200"/>
            <a:ext cx="22860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rPr>
              <a:t>b = 3 個百分點</a:t>
            </a:r>
          </a:p>
          <a:p xmlns:a="http://schemas.openxmlformats.org/drawingml/2006/main">
            <a:pPr algn="l">
              <a:def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rPr>
              <a:t>達最大效益的一半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rPr>
              <a:t>這是指定公式</a:t>
            </a:r>
          </a:p>
          <a:p xmlns:a="http://schemas.openxmlformats.org/drawingml/2006/main">
            <a:pPr algn="l">
              <a:def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rPr>
              <a:t>不是觀察資料的擬合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C533AEB-55FB-40EF-B60E-91EBEF3E9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895975"/>
            <a:ext cx="1047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rPr>
              <a:t>顯示 0–10% 生產者區間。上限為 6 個百分點，完整範圍漸近此上限。</a:t>
            </a:r>
          </a:p>
        </p:txBody>
      </p:sp>
    </p:spTree>
    <p:extLst>
      <p:ext uri="{BB962C8B-B14F-4D97-AF65-F5344CB8AC3E}">
        <p14:creationId xmlns:p14="http://schemas.microsoft.com/office/powerpoint/2010/main" val="920457250"/>
      </p:ext>
    </p:extLst>
  </p:cSld>
</p:sld>
</file>

<file path=ppt/slides/slide48.xml><?xml version="1.0" encoding="utf-8"?>
<p:sld xmlns:p="http://schemas.openxmlformats.org/presentationml/2006/main">
  <p:cSld>
    <p:bg>
      <p:bgPr>
        <a:solidFill xmlns:a="http://schemas.openxmlformats.org/drawingml/2006/main">
          <a:srgbClr val="FCFB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591807D-82B8-4F3D-93C1-04E90CB5A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225" b="1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rPr>
              <a:t>IL11 ON 組的中位負荷提高 52.5%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F60534C-C582-40E1-85A2-0F448C7A2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90625"/>
            <a:ext cx="109347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rPr>
              <a:t>相同位點與突變機會，啟用共享死亡降低效益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CA177D6-75EF-4917-81C1-CE6FF9C38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05575"/>
            <a:ext cx="457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rPr>
              <a:t>48</a:t>
            </a:r>
          </a:p>
        </p:txBody>
      </p:sp>
      <p:graphicFrame>
        <p:nvGraphicFramePr>
          <p:cNvPr id="11" name="Chart"/>
          <p:cNvGraphicFramePr/>
          <p:nvPr/>
        </p:nvGraphicFramePr>
        <p:xfrm>
          <a:off xmlns:a="http://schemas.openxmlformats.org/drawingml/2006/main" x="619125" y="1905000"/>
          <a:ext xmlns:a="http://schemas.openxmlformats.org/drawingml/2006/main" cx="8334375" cy="3619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d1141faaface4d34"/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F3B2A40-A3E0-4F9F-92F6-9E3BC7CE2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238375"/>
            <a:ext cx="2286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236B8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850" b="1">
                <a:solidFill>
                  <a:srgbClr val="236B8E"/>
                </a:solidFill>
                <a:latin typeface="Arial Unicode MS"/>
                <a:ea typeface="Arial Unicode MS"/>
                <a:cs typeface="Arial Unicode MS"/>
              </a:rPr>
              <a:t>+52.5%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3AC8F17-7169-4C24-B5BA-BA10542A8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886200"/>
            <a:ext cx="22860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rPr>
              <a:t>第 18 代中位負荷比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rPr>
              <a:t>共享存活效益</a:t>
            </a:r>
          </a:p>
          <a:p xmlns:a="http://schemas.openxmlformats.org/drawingml/2006/main">
            <a:pPr algn="l">
              <a:def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rPr>
              <a:t>使整個族群受益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0D09E92-579F-40C7-B2ED-46BB7EFF5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895975"/>
            <a:ext cx="1047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rPr>
              <a:t>各組 n=30，實線中位、虛線 P10/P90。其他參數固定，不施加治療。</a:t>
            </a:r>
          </a:p>
        </p:txBody>
      </p:sp>
    </p:spTree>
    <p:extLst>
      <p:ext uri="{BB962C8B-B14F-4D97-AF65-F5344CB8AC3E}">
        <p14:creationId xmlns:p14="http://schemas.microsoft.com/office/powerpoint/2010/main" val="28913046"/>
      </p:ext>
    </p:extLst>
  </p:cSld>
</p:sld>
</file>

<file path=ppt/slides/slide49.xml><?xml version="1.0" encoding="utf-8"?>
<p:sld xmlns:p="http://schemas.openxmlformats.org/presentationml/2006/main">
  <p:cSld>
    <p:bg>
      <p:bgPr>
        <a:solidFill xmlns:a="http://schemas.openxmlformats.org/drawingml/2006/main">
          <a:srgbClr val="FCFB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F796078-D141-4390-9139-57B4DC50C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225" b="1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rPr>
              <a:t>生產者仍是少數，共享效益已可影響全族群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F5245D7-DF4E-4260-BC8E-7686D3C05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90625"/>
            <a:ext cx="109347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rPr>
              <a:t>把生產者比例與負荷差異連起來解釋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03C22B5-F82F-4922-945A-D705C23A8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05575"/>
            <a:ext cx="457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rPr>
              <a:t>49</a:t>
            </a:r>
          </a:p>
        </p:txBody>
      </p:sp>
      <p:graphicFrame>
        <p:nvGraphicFramePr>
          <p:cNvPr id="11" name="Chart"/>
          <p:cNvGraphicFramePr/>
          <p:nvPr/>
        </p:nvGraphicFramePr>
        <p:xfrm>
          <a:off xmlns:a="http://schemas.openxmlformats.org/drawingml/2006/main" x="619125" y="1905000"/>
          <a:ext xmlns:a="http://schemas.openxmlformats.org/drawingml/2006/main" cx="8334375" cy="3619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c08a6cd10cd24507"/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9CEA224-E3E6-4047-82B6-2B19B638A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238375"/>
            <a:ext cx="2286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236B8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850" b="1">
                <a:solidFill>
                  <a:srgbClr val="236B8E"/>
                </a:solidFill>
                <a:latin typeface="Arial Unicode MS"/>
                <a:ea typeface="Arial Unicode MS"/>
                <a:cs typeface="Arial Unicode MS"/>
              </a:rPr>
              <a:t>1.60%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81E1682-1F93-4B5E-931F-188D5B83D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886200"/>
            <a:ext cx="22860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rPr>
              <a:t>ON 第 18 代中位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rPr>
              <a:t>對應死亡率降低</a:t>
            </a:r>
          </a:p>
          <a:p xmlns:a="http://schemas.openxmlformats.org/drawingml/2006/main">
            <a:pPr algn="l">
              <a:def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rPr>
              <a:t>約 2.67 個百分點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rPr>
              <a:t>非生產者同樣受益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169E92F-0F66-47E0-8A67-D80E298A5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895975"/>
            <a:ext cx="1047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rPr>
              <a:t>OFF 為同一中性位點的突變比例。兩組保留相同位點與機會。</a:t>
            </a:r>
          </a:p>
        </p:txBody>
      </p:sp>
    </p:spTree>
    <p:extLst>
      <p:ext uri="{BB962C8B-B14F-4D97-AF65-F5344CB8AC3E}">
        <p14:creationId xmlns:p14="http://schemas.microsoft.com/office/powerpoint/2010/main" val="1424022982"/>
      </p:ext>
    </p:extLst>
  </p:cSld>
</p:sld>
</file>

<file path=ppt/slides/slide50.xml><?xml version="1.0" encoding="utf-8"?>
<p:sld xmlns:p="http://schemas.openxmlformats.org/presentationml/2006/main">
  <p:cSld>
    <p:bg>
      <p:bgPr>
        <a:solidFill xmlns:a="http://schemas.openxmlformats.org/drawingml/2006/main">
          <a:srgbClr val="FCFB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27124F5-370B-47F0-8EA1-4088954DC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225" b="1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rPr>
              <a:t>IL11 終點散點：共享效益與隨機變異並存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FA3557D-9A1A-4277-98E1-2CF9246B0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90625"/>
            <a:ext cx="109347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rPr>
              <a:t>條件 0：OFF　條件 1：ON，固定第 18 代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BB66D2C-E62E-4F6A-AB76-99242E86F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05575"/>
            <a:ext cx="457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rPr>
              <a:t>50</a:t>
            </a:r>
          </a:p>
        </p:txBody>
      </p:sp>
      <p:graphicFrame>
        <p:nvGraphicFramePr>
          <p:cNvPr id="11" name="Chart"/>
          <p:cNvGraphicFramePr/>
          <p:nvPr/>
        </p:nvGraphicFramePr>
        <p:xfrm>
          <a:off xmlns:a="http://schemas.openxmlformats.org/drawingml/2006/main" x="619125" y="1905000"/>
          <a:ext xmlns:a="http://schemas.openxmlformats.org/drawingml/2006/main" cx="8334375" cy="3619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ee936402d0214d8d"/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24F86B5-BA7D-4728-8707-EB1220C4C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238375"/>
            <a:ext cx="2286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236B8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850" b="1">
                <a:solidFill>
                  <a:srgbClr val="236B8E"/>
                </a:solidFill>
                <a:latin typeface="Arial Unicode MS"/>
                <a:ea typeface="Arial Unicode MS"/>
                <a:cs typeface="Arial Unicode MS"/>
              </a:rPr>
              <a:t>n = 30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661CE66-865A-4385-AF4B-FD23B32C0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886200"/>
            <a:ext cx="22860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rPr>
              <a:t>每個點為一次試驗</a:t>
            </a:r>
          </a:p>
          <a:p xmlns:a="http://schemas.openxmlformats.org/drawingml/2006/main">
            <a:pPr algn="l">
              <a:def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rPr>
              <a:t>黑色大點為中位數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rPr>
              <a:t>中位差異與</a:t>
            </a:r>
          </a:p>
          <a:p xmlns:a="http://schemas.openxmlformats.org/drawingml/2006/main">
            <a:pPr algn="l">
              <a:def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rPr>
              <a:t>試驗間重疊一起看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65B9269-2734-4901-90FA-DF75A434D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895975"/>
            <a:ext cx="1047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rPr>
              <a:t>固定第 18 代比較。橫向抖動僅減少遮蔽，不表示其他變數。</a:t>
            </a:r>
          </a:p>
        </p:txBody>
      </p:sp>
    </p:spTree>
    <p:extLst>
      <p:ext uri="{BB962C8B-B14F-4D97-AF65-F5344CB8AC3E}">
        <p14:creationId xmlns:p14="http://schemas.microsoft.com/office/powerpoint/2010/main" val="506602134"/>
      </p:ext>
    </p:extLst>
  </p:cSld>
</p:sld>
</file>

<file path=ppt/slides/slide51.xml><?xml version="1.0" encoding="utf-8"?>
<p:sld xmlns:p="http://schemas.openxmlformats.org/presentationml/2006/main">
  <p:cSld>
    <p:bg>
      <p:bgPr>
        <a:solidFill xmlns:a="http://schemas.openxmlformats.org/drawingml/2006/main">
          <a:srgbClr val="FCFB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8CD15EC-30DB-4B75-A0BD-DB78BCCCF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225" b="1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rPr>
              <a:t>高死亡率組的等大小樣本較多樣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38CD6D7-0989-4F84-BBB5-7FFA4ACC0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90625"/>
            <a:ext cx="109347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rPr>
              <a:t>首次達標後無放回取 5,000 細胞，每組 30 次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B376A48-1A68-4C65-851A-456DBB19C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05575"/>
            <a:ext cx="457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rPr>
              <a:t>51</a:t>
            </a:r>
          </a:p>
        </p:txBody>
      </p:sp>
      <p:graphicFrame>
        <p:nvGraphicFramePr>
          <p:cNvPr id="11" name="Chart"/>
          <p:cNvGraphicFramePr/>
          <p:nvPr/>
        </p:nvGraphicFramePr>
        <p:xfrm>
          <a:off xmlns:a="http://schemas.openxmlformats.org/drawingml/2006/main" x="619125" y="1905000"/>
          <a:ext xmlns:a="http://schemas.openxmlformats.org/drawingml/2006/main" cx="8334375" cy="3619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f7d0b9e53a9d468f"/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B22D1D4-5855-4965-AF24-303CAD5BB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238375"/>
            <a:ext cx="2286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236B8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850" b="1">
                <a:solidFill>
                  <a:srgbClr val="236B8E"/>
                </a:solidFill>
                <a:latin typeface="Arial Unicode MS"/>
                <a:ea typeface="Arial Unicode MS"/>
                <a:cs typeface="Arial Unicode MS"/>
              </a:rPr>
              <a:t>1.06 / 1.80</a:t>
            </a:r>
          </a:p>
          <a:p xmlns:a="http://schemas.openxmlformats.org/drawingml/2006/main">
            <a:pPr algn="l">
              <a:defRPr sz="2850" b="1">
                <a:solidFill>
                  <a:srgbClr val="236B8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850" b="1">
                <a:solidFill>
                  <a:srgbClr val="236B8E"/>
                </a:solidFill>
                <a:latin typeface="Arial Unicode MS"/>
                <a:ea typeface="Arial Unicode MS"/>
                <a:cs typeface="Arial Unicode MS"/>
              </a:rPr>
              <a:t>2.83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8D70C66-D258-40E0-BAC2-39C91E61E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886200"/>
            <a:ext cx="22860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rPr>
              <a:t>三組 H 中位數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rPr>
              <a:t>達標世代中位數</a:t>
            </a:r>
          </a:p>
          <a:p xmlns:a="http://schemas.openxmlformats.org/drawingml/2006/main">
            <a:pPr algn="l">
              <a:def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rPr>
              <a:t>8、14、26.5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594CDB3-16CA-47C9-9798-C4AADD54D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895975"/>
            <a:ext cx="1047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rPr>
              <a:t>每點為一次試驗，黑色大點為中位數。比較等大小樣本，達標時間仍不同。</a:t>
            </a:r>
          </a:p>
        </p:txBody>
      </p:sp>
    </p:spTree>
    <p:extLst>
      <p:ext uri="{BB962C8B-B14F-4D97-AF65-F5344CB8AC3E}">
        <p14:creationId xmlns:p14="http://schemas.microsoft.com/office/powerpoint/2010/main" val="1142575645"/>
      </p:ext>
    </p:extLst>
  </p:cSld>
</p:sld>
</file>

<file path=ppt/slides/slide52.xml><?xml version="1.0" encoding="utf-8"?>
<p:sld xmlns:p="http://schemas.openxmlformats.org/presentationml/2006/main">
  <p:cSld>
    <p:bg>
      <p:bgPr>
        <a:solidFill xmlns:a="http://schemas.openxmlformats.org/drawingml/2006/main">
          <a:srgbClr val="FCFB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07AEA12-278C-4633-A441-6F5287477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225" b="1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rPr>
              <a:t>結果支持的機制與下一步實驗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40D0F37-C634-4F0E-BA62-CBE8EBEE7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90625"/>
            <a:ext cx="109347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rPr>
              <a:t>每一個解釋，都對應可改動的程式參數和可量測指標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EE777C8-5961-44B8-8A8F-C9F8D0D2F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05575"/>
            <a:ext cx="457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rPr>
              <a:t>52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666750" y="2047875"/>
          <a:ext xmlns:a="http://schemas.openxmlformats.org/drawingml/2006/main" cx="10858500" cy="3381375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2667000"/>
                <a:gridCol w="3333750"/>
                <a:gridCol w="4857750"/>
              </a:tblGrid>
              <a:tr h="845344">
                <a:tc>
                  <a:txBody>
                    <a:bodyPr lIns="57150" tIns="47625" rIns="57150" bIns="47625">
                      <a:noAutofit/>
                    </a:bodyPr>
                    <a:lstStyle/>
                    <a:p>
                      <a:pPr algn="ctr"/>
                      <a:r>
                        <a:rPr sz="1875" b="1">
                          <a:solidFill>
                            <a:srgbClr val="173042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觀察</a:t>
                      </a:r>
                    </a:p>
                  </a:txBody>
                  <a:tcPr marL="91440" marR="91440" marT="45720" marB="45720" anchor="ctr">
                    <a:solidFill>
                      <a:srgbClr val="E8F0F4"/>
                    </a:solidFill>
                  </a:tcPr>
                </a:tc>
                <a:tc>
                  <a:txBody>
                    <a:bodyPr lIns="57150" tIns="47625" rIns="57150" bIns="47625">
                      <a:noAutofit/>
                    </a:bodyPr>
                    <a:lstStyle/>
                    <a:p>
                      <a:pPr algn="ctr"/>
                      <a:r>
                        <a:rPr sz="1875" b="1">
                          <a:solidFill>
                            <a:srgbClr val="173042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程式中的可能機制</a:t>
                      </a:r>
                    </a:p>
                  </a:txBody>
                  <a:tcPr marL="91440" marR="91440" marT="45720" marB="45720" anchor="ctr">
                    <a:solidFill>
                      <a:srgbClr val="E8F0F4"/>
                    </a:solidFill>
                  </a:tcPr>
                </a:tc>
                <a:tc>
                  <a:txBody>
                    <a:bodyPr lIns="57150" tIns="47625" rIns="57150" bIns="47625">
                      <a:noAutofit/>
                    </a:bodyPr>
                    <a:lstStyle/>
                    <a:p>
                      <a:pPr algn="ctr"/>
                      <a:r>
                        <a:rPr sz="1875" b="1">
                          <a:solidFill>
                            <a:srgbClr val="173042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下一步與指標</a:t>
                      </a:r>
                    </a:p>
                  </a:txBody>
                  <a:tcPr marL="91440" marR="91440" marT="45720" marB="45720" anchor="ctr">
                    <a:solidFill>
                      <a:srgbClr val="E8F0F4"/>
                    </a:solidFill>
                  </a:tcPr>
                </a:tc>
              </a:tr>
              <a:tr h="845344">
                <a:tc>
                  <a:txBody>
                    <a:bodyPr lIns="57150" tIns="47625" rIns="57150" bIns="47625">
                      <a:noAutofit/>
                    </a:bodyPr>
                    <a:lstStyle/>
                    <a:p>
                      <a:pPr algn="ctr"/>
                      <a:r>
                        <a:rPr sz="1875" b="0">
                          <a:solidFill>
                            <a:srgbClr val="173042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抗藥佔優與復發</a:t>
                      </a:r>
                    </a:p>
                  </a:txBody>
                  <a:tcPr marL="91440" marR="91440" marT="45720" marB="45720" anchor="ctr">
                    <a:solidFill>
                      <a:srgbClr val="FCFBF8"/>
                    </a:solidFill>
                  </a:tcPr>
                </a:tc>
                <a:tc>
                  <a:txBody>
                    <a:bodyPr lIns="57150" tIns="47625" rIns="57150" bIns="47625">
                      <a:noAutofit/>
                    </a:bodyPr>
                    <a:lstStyle/>
                    <a:p>
                      <a:pPr algn="ctr"/>
                      <a:r>
                        <a:rPr sz="1875" b="0">
                          <a:solidFill>
                            <a:srgbClr val="173042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kill_S 與 kill_R 的差異</a:t>
                      </a:r>
                    </a:p>
                  </a:txBody>
                  <a:tcPr marL="91440" marR="91440" marT="45720" marB="45720" anchor="ctr">
                    <a:solidFill>
                      <a:srgbClr val="FCFBF8"/>
                    </a:solidFill>
                  </a:tcPr>
                </a:tc>
                <a:tc>
                  <a:txBody>
                    <a:bodyPr lIns="57150" tIns="47625" rIns="57150" bIns="47625">
                      <a:noAutofit/>
                    </a:bodyPr>
                    <a:lstStyle/>
                    <a:p>
                      <a:pPr algn="ctr"/>
                      <a:r>
                        <a:rPr sz="1875" b="0">
                          <a:solidFill>
                            <a:srgbClr val="173042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掃描 resistant_therapy_kill</a:t>
                      </a:r>
                    </a:p>
                    <a:p>
                      <a:pPr algn="ctr"/>
                      <a:r>
                        <a:rPr sz="1875" b="0">
                          <a:solidFill>
                            <a:srgbClr val="173042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復發率、時間、滅絕率</a:t>
                      </a:r>
                    </a:p>
                  </a:txBody>
                  <a:tcPr marL="91440" marR="91440" marT="45720" marB="45720" anchor="ctr">
                    <a:solidFill>
                      <a:srgbClr val="FCFBF8"/>
                    </a:solidFill>
                  </a:tcPr>
                </a:tc>
              </a:tr>
              <a:tr h="845344">
                <a:tc>
                  <a:txBody>
                    <a:bodyPr lIns="57150" tIns="47625" rIns="57150" bIns="47625">
                      <a:noAutofit/>
                    </a:bodyPr>
                    <a:lstStyle/>
                    <a:p>
                      <a:pPr algn="ctr"/>
                      <a:r>
                        <a:rPr sz="1875" b="0">
                          <a:solidFill>
                            <a:srgbClr val="173042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IL11 ON 負荷較高</a:t>
                      </a:r>
                    </a:p>
                  </a:txBody>
                  <a:tcPr marL="91440" marR="91440" marT="45720" marB="45720" anchor="ctr">
                    <a:solidFill>
                      <a:srgbClr val="FCFBF8"/>
                    </a:solidFill>
                  </a:tcPr>
                </a:tc>
                <a:tc>
                  <a:txBody>
                    <a:bodyPr lIns="57150" tIns="47625" rIns="57150" bIns="47625">
                      <a:noAutofit/>
                    </a:bodyPr>
                    <a:lstStyle/>
                    <a:p>
                      <a:pPr algn="ctr"/>
                      <a:r>
                        <a:rPr sz="1875" b="0">
                          <a:solidFill>
                            <a:srgbClr val="173042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b(f) 讓非生產者也受益</a:t>
                      </a:r>
                    </a:p>
                  </a:txBody>
                  <a:tcPr marL="91440" marR="91440" marT="45720" marB="45720" anchor="ctr">
                    <a:solidFill>
                      <a:srgbClr val="FCFBF8"/>
                    </a:solidFill>
                  </a:tcPr>
                </a:tc>
                <a:tc>
                  <a:txBody>
                    <a:bodyPr lIns="57150" tIns="47625" rIns="57150" bIns="47625">
                      <a:noAutofit/>
                    </a:bodyPr>
                    <a:lstStyle/>
                    <a:p>
                      <a:pPr algn="ctr"/>
                      <a:r>
                        <a:rPr sz="1875" b="0">
                          <a:solidFill>
                            <a:srgbClr val="173042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掃描 b_max、K，加分泌成本</a:t>
                      </a:r>
                    </a:p>
                    <a:p>
                      <a:pPr algn="ctr"/>
                      <a:r>
                        <a:rPr sz="1875" b="0">
                          <a:solidFill>
                            <a:srgbClr val="173042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負荷差異、生產者比例</a:t>
                      </a:r>
                    </a:p>
                  </a:txBody>
                  <a:tcPr marL="91440" marR="91440" marT="45720" marB="45720" anchor="ctr">
                    <a:solidFill>
                      <a:srgbClr val="FCFBF8"/>
                    </a:solidFill>
                  </a:tcPr>
                </a:tc>
              </a:tr>
              <a:tr h="845344">
                <a:tc>
                  <a:txBody>
                    <a:bodyPr lIns="57150" tIns="47625" rIns="57150" bIns="47625">
                      <a:noAutofit/>
                    </a:bodyPr>
                    <a:lstStyle/>
                    <a:p>
                      <a:pPr algn="ctr"/>
                      <a:r>
                        <a:rPr sz="1875" b="0">
                          <a:solidFill>
                            <a:srgbClr val="173042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高死亡組 H 較高</a:t>
                      </a:r>
                    </a:p>
                  </a:txBody>
                  <a:tcPr marL="91440" marR="91440" marT="45720" marB="45720" anchor="ctr">
                    <a:solidFill>
                      <a:srgbClr val="FCFBF8"/>
                    </a:solidFill>
                  </a:tcPr>
                </a:tc>
                <a:tc>
                  <a:txBody>
                    <a:bodyPr lIns="57150" tIns="47625" rIns="57150" bIns="47625">
                      <a:noAutofit/>
                    </a:bodyPr>
                    <a:lstStyle/>
                    <a:p>
                      <a:pPr algn="ctr"/>
                      <a:r>
                        <a:rPr sz="1875" b="0">
                          <a:solidFill>
                            <a:srgbClr val="173042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周轉與達標時間共同影響</a:t>
                      </a:r>
                    </a:p>
                  </a:txBody>
                  <a:tcPr marL="91440" marR="91440" marT="45720" marB="45720" anchor="ctr">
                    <a:solidFill>
                      <a:srgbClr val="FCFBF8"/>
                    </a:solidFill>
                  </a:tcPr>
                </a:tc>
                <a:tc>
                  <a:txBody>
                    <a:bodyPr lIns="57150" tIns="47625" rIns="57150" bIns="47625">
                      <a:noAutofit/>
                    </a:bodyPr>
                    <a:lstStyle/>
                    <a:p>
                      <a:pPr algn="ctr"/>
                      <a:r>
                        <a:rPr sz="1875" b="0">
                          <a:solidFill>
                            <a:srgbClr val="173042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固定世代和負荷分別比較</a:t>
                      </a:r>
                    </a:p>
                    <a:p>
                      <a:pPr algn="ctr"/>
                      <a:r>
                        <a:rPr sz="1875" b="0">
                          <a:solidFill>
                            <a:srgbClr val="173042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H、達標率與代數</a:t>
                      </a:r>
                    </a:p>
                  </a:txBody>
                  <a:tcPr marL="91440" marR="91440" marT="45720" marB="45720" anchor="ctr">
                    <a:solidFill>
                      <a:srgbClr val="FCFBF8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21F3D75-C4D7-4ABA-8FF1-F323CA722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895975"/>
            <a:ext cx="1047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rPr>
              <a:t>這些是指定參數下的模擬觀察。後續需敏感度分析與資料校準。</a:t>
            </a:r>
          </a:p>
        </p:txBody>
      </p:sp>
    </p:spTree>
    <p:extLst>
      <p:ext uri="{BB962C8B-B14F-4D97-AF65-F5344CB8AC3E}">
        <p14:creationId xmlns:p14="http://schemas.microsoft.com/office/powerpoint/2010/main" val="1594033161"/>
      </p:ext>
    </p:extLst>
  </p:cSld>
</p:sld>
</file>

<file path=ppt/slides/slide53.xml><?xml version="1.0" encoding="utf-8"?>
<p:sld xmlns:p="http://schemas.openxmlformats.org/presentationml/2006/main">
  <p:cSld>
    <p:bg>
      <p:bgPr>
        <a:solidFill xmlns:a="http://schemas.openxmlformats.org/drawingml/2006/main">
          <a:srgbClr val="FCFB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FBE5075-FDB9-4CC3-B69A-7D03DEA57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225" b="1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rPr>
              <a:t>程式與數學如何共同解釋模擬結果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605B8A9-22E1-4332-8CC4-BF5D66713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90625"/>
            <a:ext cx="109347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rPr>
              <a:t>資料表示決定狀態，抽樣規則決定轉移，統計決定解讀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424B0AB-2206-4E98-A08E-7C2E75E35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05575"/>
            <a:ext cx="457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rPr>
              <a:t>53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666750" y="2047875"/>
          <a:ext xmlns:a="http://schemas.openxmlformats.org/drawingml/2006/main" cx="10858500" cy="323850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4381500"/>
                <a:gridCol w="2762250"/>
                <a:gridCol w="3714750"/>
              </a:tblGrid>
              <a:tr h="647700">
                <a:tc>
                  <a:txBody>
                    <a:bodyPr lIns="57150" tIns="47625" rIns="57150" bIns="47625">
                      <a:noAutofit/>
                    </a:bodyPr>
                    <a:lstStyle/>
                    <a:p>
                      <a:pPr algn="ctr"/>
                      <a:r>
                        <a:rPr sz="1875" b="1">
                          <a:solidFill>
                            <a:srgbClr val="173042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程式物件／步驟</a:t>
                      </a:r>
                    </a:p>
                  </a:txBody>
                  <a:tcPr marL="91440" marR="91440" marT="45720" marB="45720" anchor="ctr">
                    <a:solidFill>
                      <a:srgbClr val="E8F0F4"/>
                    </a:solidFill>
                  </a:tcPr>
                </a:tc>
                <a:tc>
                  <a:txBody>
                    <a:bodyPr lIns="57150" tIns="47625" rIns="57150" bIns="47625">
                      <a:noAutofit/>
                    </a:bodyPr>
                    <a:lstStyle/>
                    <a:p>
                      <a:pPr algn="ctr"/>
                      <a:r>
                        <a:rPr sz="1875" b="1">
                          <a:solidFill>
                            <a:srgbClr val="173042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數學意義</a:t>
                      </a:r>
                    </a:p>
                  </a:txBody>
                  <a:tcPr marL="91440" marR="91440" marT="45720" marB="45720" anchor="ctr">
                    <a:solidFill>
                      <a:srgbClr val="E8F0F4"/>
                    </a:solidFill>
                  </a:tcPr>
                </a:tc>
                <a:tc>
                  <a:txBody>
                    <a:bodyPr lIns="57150" tIns="47625" rIns="57150" bIns="47625">
                      <a:noAutofit/>
                    </a:bodyPr>
                    <a:lstStyle/>
                    <a:p>
                      <a:pPr algn="ctr"/>
                      <a:r>
                        <a:rPr sz="1875" b="1">
                          <a:solidFill>
                            <a:srgbClr val="173042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可解釋的結果</a:t>
                      </a:r>
                    </a:p>
                  </a:txBody>
                  <a:tcPr marL="91440" marR="91440" marT="45720" marB="45720" anchor="ctr">
                    <a:solidFill>
                      <a:srgbClr val="E8F0F4"/>
                    </a:solidFill>
                  </a:tcPr>
                </a:tc>
              </a:tr>
              <a:tr h="647700">
                <a:tc>
                  <a:txBody>
                    <a:bodyPr lIns="57150" tIns="47625" rIns="57150" bIns="47625">
                      <a:noAutofit/>
                    </a:bodyPr>
                    <a:lstStyle/>
                    <a:p>
                      <a:pPr algn="ctr"/>
                      <a:r>
                        <a:rPr sz="1875" b="0">
                          <a:solidFill>
                            <a:srgbClr val="173042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population + therapy_generation</a:t>
                      </a:r>
                    </a:p>
                  </a:txBody>
                  <a:tcPr marL="91440" marR="91440" marT="45720" marB="45720" anchor="ctr">
                    <a:solidFill>
                      <a:srgbClr val="FCFBF8"/>
                    </a:solidFill>
                  </a:tcPr>
                </a:tc>
                <a:tc>
                  <a:txBody>
                    <a:bodyPr lIns="57150" tIns="47625" rIns="57150" bIns="47625">
                      <a:noAutofit/>
                    </a:bodyPr>
                    <a:lstStyle/>
                    <a:p>
                      <a:pPr algn="ctr"/>
                      <a:r>
                        <a:rPr sz="1875" b="0">
                          <a:solidFill>
                            <a:srgbClr val="173042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完整狀態 Sₜ</a:t>
                      </a:r>
                    </a:p>
                  </a:txBody>
                  <a:tcPr marL="91440" marR="91440" marT="45720" marB="45720" anchor="ctr">
                    <a:solidFill>
                      <a:srgbClr val="FCFBF8"/>
                    </a:solidFill>
                  </a:tcPr>
                </a:tc>
                <a:tc>
                  <a:txBody>
                    <a:bodyPr lIns="57150" tIns="47625" rIns="57150" bIns="47625">
                      <a:noAutofit/>
                    </a:bodyPr>
                    <a:lstStyle/>
                    <a:p>
                      <a:pPr algn="ctr"/>
                      <a:r>
                        <a:rPr sz="1875" b="0">
                          <a:solidFill>
                            <a:srgbClr val="173042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相同負荷的不同後續行為</a:t>
                      </a:r>
                    </a:p>
                  </a:txBody>
                  <a:tcPr marL="91440" marR="91440" marT="45720" marB="45720" anchor="ctr">
                    <a:solidFill>
                      <a:srgbClr val="FCFBF8"/>
                    </a:solidFill>
                  </a:tcPr>
                </a:tc>
              </a:tr>
              <a:tr h="647700">
                <a:tc>
                  <a:txBody>
                    <a:bodyPr lIns="57150" tIns="47625" rIns="57150" bIns="47625">
                      <a:noAutofit/>
                    </a:bodyPr>
                    <a:lstStyle/>
                    <a:p>
                      <a:pPr algn="ctr"/>
                      <a:r>
                        <a:rPr sz="1875" b="0">
                          <a:solidFill>
                            <a:srgbClr val="173042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survivors / triples / mutation</a:t>
                      </a:r>
                    </a:p>
                  </a:txBody>
                  <a:tcPr marL="91440" marR="91440" marT="45720" marB="45720" anchor="ctr">
                    <a:solidFill>
                      <a:srgbClr val="FCFBF8"/>
                    </a:solidFill>
                  </a:tcPr>
                </a:tc>
                <a:tc>
                  <a:txBody>
                    <a:bodyPr lIns="57150" tIns="47625" rIns="57150" bIns="47625">
                      <a:noAutofit/>
                    </a:bodyPr>
                    <a:lstStyle/>
                    <a:p>
                      <a:pPr algn="ctr"/>
                      <a:r>
                        <a:rPr sz="1875" b="0">
                          <a:solidFill>
                            <a:srgbClr val="173042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Binomial 抽樣與 Q</a:t>
                      </a:r>
                    </a:p>
                  </a:txBody>
                  <a:tcPr marL="91440" marR="91440" marT="45720" marB="45720" anchor="ctr">
                    <a:solidFill>
                      <a:srgbClr val="FCFBF8"/>
                    </a:solidFill>
                  </a:tcPr>
                </a:tc>
                <a:tc>
                  <a:txBody>
                    <a:bodyPr lIns="57150" tIns="47625" rIns="57150" bIns="47625">
                      <a:noAutofit/>
                    </a:bodyPr>
                    <a:lstStyle/>
                    <a:p>
                      <a:pPr algn="ctr"/>
                      <a:r>
                        <a:rPr sz="1875" b="0">
                          <a:solidFill>
                            <a:srgbClr val="173042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生長、選擇與新基因型</a:t>
                      </a:r>
                    </a:p>
                  </a:txBody>
                  <a:tcPr marL="91440" marR="91440" marT="45720" marB="45720" anchor="ctr">
                    <a:solidFill>
                      <a:srgbClr val="FCFBF8"/>
                    </a:solidFill>
                  </a:tcPr>
                </a:tc>
              </a:tr>
              <a:tr h="647700">
                <a:tc>
                  <a:txBody>
                    <a:bodyPr lIns="57150" tIns="47625" rIns="57150" bIns="47625">
                      <a:noAutofit/>
                    </a:bodyPr>
                    <a:lstStyle/>
                    <a:p>
                      <a:pPr algn="ctr"/>
                      <a:r>
                        <a:rPr sz="1875" b="0">
                          <a:solidFill>
                            <a:srgbClr val="173042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simulate + 多次試驗</a:t>
                      </a:r>
                    </a:p>
                  </a:txBody>
                  <a:tcPr marL="91440" marR="91440" marT="45720" marB="45720" anchor="ctr">
                    <a:solidFill>
                      <a:srgbClr val="FCFBF8"/>
                    </a:solidFill>
                  </a:tcPr>
                </a:tc>
                <a:tc>
                  <a:txBody>
                    <a:bodyPr lIns="57150" tIns="47625" rIns="57150" bIns="47625">
                      <a:noAutofit/>
                    </a:bodyPr>
                    <a:lstStyle/>
                    <a:p>
                      <a:pPr algn="ctr"/>
                      <a:r>
                        <a:rPr sz="1875" b="0">
                          <a:solidFill>
                            <a:srgbClr val="173042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P 的路徑抽樣</a:t>
                      </a:r>
                    </a:p>
                  </a:txBody>
                  <a:tcPr marL="91440" marR="91440" marT="45720" marB="45720" anchor="ctr">
                    <a:solidFill>
                      <a:srgbClr val="FCFBF8"/>
                    </a:solidFill>
                  </a:tcPr>
                </a:tc>
                <a:tc>
                  <a:txBody>
                    <a:bodyPr lIns="57150" tIns="47625" rIns="57150" bIns="47625">
                      <a:noAutofit/>
                    </a:bodyPr>
                    <a:lstStyle/>
                    <a:p>
                      <a:pPr algn="ctr"/>
                      <a:r>
                        <a:rPr sz="1875" b="0">
                          <a:solidFill>
                            <a:srgbClr val="173042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復發比例與試驗間變異</a:t>
                      </a:r>
                    </a:p>
                  </a:txBody>
                  <a:tcPr marL="91440" marR="91440" marT="45720" marB="45720" anchor="ctr">
                    <a:solidFill>
                      <a:srgbClr val="FCFBF8"/>
                    </a:solidFill>
                  </a:tcPr>
                </a:tc>
              </a:tr>
              <a:tr h="647700">
                <a:tc>
                  <a:txBody>
                    <a:bodyPr lIns="57150" tIns="47625" rIns="57150" bIns="47625">
                      <a:noAutofit/>
                    </a:bodyPr>
                    <a:lstStyle/>
                    <a:p>
                      <a:pPr algn="ctr"/>
                      <a:r>
                        <a:rPr sz="1875" b="0">
                          <a:solidFill>
                            <a:srgbClr val="173042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summarize + 取樣 + tests</a:t>
                      </a:r>
                    </a:p>
                  </a:txBody>
                  <a:tcPr marL="91440" marR="91440" marT="45720" marB="45720" anchor="ctr">
                    <a:solidFill>
                      <a:srgbClr val="FCFBF8"/>
                    </a:solidFill>
                  </a:tcPr>
                </a:tc>
                <a:tc>
                  <a:txBody>
                    <a:bodyPr lIns="57150" tIns="47625" rIns="57150" bIns="47625">
                      <a:noAutofit/>
                    </a:bodyPr>
                    <a:lstStyle/>
                    <a:p>
                      <a:pPr algn="ctr"/>
                      <a:r>
                        <a:rPr sz="1875" b="0">
                          <a:solidFill>
                            <a:srgbClr val="173042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指標、比較與不變量</a:t>
                      </a:r>
                    </a:p>
                  </a:txBody>
                  <a:tcPr marL="91440" marR="91440" marT="45720" marB="45720" anchor="ctr">
                    <a:solidFill>
                      <a:srgbClr val="FCFBF8"/>
                    </a:solidFill>
                  </a:tcPr>
                </a:tc>
                <a:tc>
                  <a:txBody>
                    <a:bodyPr lIns="57150" tIns="47625" rIns="57150" bIns="47625">
                      <a:noAutofit/>
                    </a:bodyPr>
                    <a:lstStyle/>
                    <a:p>
                      <a:pPr algn="ctr"/>
                      <a:r>
                        <a:rPr sz="1875" b="0">
                          <a:solidFill>
                            <a:srgbClr val="173042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可追溯並驗證的分析</a:t>
                      </a:r>
                    </a:p>
                  </a:txBody>
                  <a:tcPr marL="91440" marR="91440" marT="45720" marB="45720" anchor="ctr">
                    <a:solidFill>
                      <a:srgbClr val="FCFBF8"/>
                    </a:solidFill>
                  </a:tcPr>
                </a:tc>
              </a:tr>
            </a:tbl>
          </a:graphicData>
        </a:graphic>
      </p:graphicFrame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f91217dbe4d439f"/>
          <a:stretch xmlns:a="http://schemas.openxmlformats.org/drawingml/2006/main"/>
        </p:blipFill>
        <p:spPr>
          <a:xfrm xmlns:a="http://schemas.openxmlformats.org/drawingml/2006/main">
            <a:off x="1505379" y="5381625"/>
            <a:ext cx="9181242" cy="61912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289190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2026-10-09T20:52:25.6780000Z</dcterms:created>
  <dcterms:modified xsi:type="dcterms:W3CDTF">2026-10-09T20:52:25.6780000Z</dcterms:modified>
</coreProperties>
</file>